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3"/>
  </p:notesMasterIdLst>
  <p:sldIdLst>
    <p:sldId id="256" r:id="rId2"/>
    <p:sldId id="257" r:id="rId3"/>
    <p:sldId id="307" r:id="rId4"/>
    <p:sldId id="357" r:id="rId5"/>
    <p:sldId id="362" r:id="rId6"/>
    <p:sldId id="363" r:id="rId7"/>
    <p:sldId id="364" r:id="rId8"/>
    <p:sldId id="365" r:id="rId9"/>
    <p:sldId id="366" r:id="rId10"/>
    <p:sldId id="367" r:id="rId11"/>
    <p:sldId id="368" r:id="rId12"/>
  </p:sldIdLst>
  <p:sldSz cx="9144000" cy="5143500" type="screen16x9"/>
  <p:notesSz cx="6858000" cy="9144000"/>
  <p:embeddedFontLst>
    <p:embeddedFont>
      <p:font typeface="Bebas Neue" panose="020B0604020202020204" charset="0"/>
      <p:regular r:id="rId14"/>
    </p:embeddedFont>
    <p:embeddedFont>
      <p:font typeface="Nunito" panose="020B0604020202020204" charset="0"/>
      <p:regular r:id="rId15"/>
      <p:bold r:id="rId16"/>
      <p:italic r:id="rId17"/>
      <p:boldItalic r:id="rId18"/>
    </p:embeddedFont>
    <p:embeddedFont>
      <p:font typeface="Pathway Gothic One" panose="020B0604020202020204" charset="0"/>
      <p:regular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5DB0EC1-B8A8-44EF-9453-3CCC02F4558E}">
  <a:tblStyle styleId="{65DB0EC1-B8A8-44EF-9453-3CCC02F4558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3" autoAdjust="0"/>
    <p:restoredTop sz="94660"/>
  </p:normalViewPr>
  <p:slideViewPr>
    <p:cSldViewPr snapToGrid="0">
      <p:cViewPr>
        <p:scale>
          <a:sx n="124" d="100"/>
          <a:sy n="124" d="100"/>
        </p:scale>
        <p:origin x="1236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ad4b95b57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ad4b95b57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ad37c50081_0_12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ad37c50081_0_124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ad37c50081_0_12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ad37c50081_0_124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9633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ad37c50081_0_12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ad37c50081_0_124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62424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ad37c50081_0_12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ad37c50081_0_124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46315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ad37c50081_0_12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ad37c50081_0_124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6104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ad37c50081_0_12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ad37c50081_0_124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92929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ad37c50081_0_12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ad37c50081_0_124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83343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ad37c50081_0_12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ad37c50081_0_124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48680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ad37c50081_0_12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ad37c50081_0_124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54690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ad37c50081_0_12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ad37c50081_0_124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3078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694072" y="314727"/>
            <a:ext cx="3092755" cy="5608905"/>
          </a:xfrm>
          <a:custGeom>
            <a:avLst/>
            <a:gdLst/>
            <a:ahLst/>
            <a:cxnLst/>
            <a:rect l="l" t="t" r="r" b="b"/>
            <a:pathLst>
              <a:path w="39638" h="71886" extrusionOk="0">
                <a:moveTo>
                  <a:pt x="20108" y="1"/>
                </a:moveTo>
                <a:cubicBezTo>
                  <a:pt x="19567" y="1"/>
                  <a:pt x="19063" y="330"/>
                  <a:pt x="18576" y="636"/>
                </a:cubicBezTo>
                <a:cubicBezTo>
                  <a:pt x="17641" y="1218"/>
                  <a:pt x="16741" y="1889"/>
                  <a:pt x="15880" y="2634"/>
                </a:cubicBezTo>
                <a:cubicBezTo>
                  <a:pt x="9989" y="7715"/>
                  <a:pt x="5803" y="16164"/>
                  <a:pt x="3506" y="23079"/>
                </a:cubicBezTo>
                <a:cubicBezTo>
                  <a:pt x="644" y="31692"/>
                  <a:pt x="0" y="41175"/>
                  <a:pt x="2437" y="49970"/>
                </a:cubicBezTo>
                <a:cubicBezTo>
                  <a:pt x="5014" y="59284"/>
                  <a:pt x="13817" y="71886"/>
                  <a:pt x="24189" y="71886"/>
                </a:cubicBezTo>
                <a:cubicBezTo>
                  <a:pt x="26833" y="71886"/>
                  <a:pt x="29579" y="71067"/>
                  <a:pt x="32349" y="69166"/>
                </a:cubicBezTo>
                <a:cubicBezTo>
                  <a:pt x="38499" y="64947"/>
                  <a:pt x="39638" y="58437"/>
                  <a:pt x="36611" y="51872"/>
                </a:cubicBezTo>
                <a:cubicBezTo>
                  <a:pt x="33660" y="45475"/>
                  <a:pt x="26957" y="40820"/>
                  <a:pt x="28258" y="33061"/>
                </a:cubicBezTo>
                <a:cubicBezTo>
                  <a:pt x="28644" y="30752"/>
                  <a:pt x="29494" y="28481"/>
                  <a:pt x="29659" y="26143"/>
                </a:cubicBezTo>
                <a:cubicBezTo>
                  <a:pt x="29898" y="22768"/>
                  <a:pt x="28424" y="21462"/>
                  <a:pt x="26392" y="21462"/>
                </a:cubicBezTo>
                <a:cubicBezTo>
                  <a:pt x="25045" y="21462"/>
                  <a:pt x="23453" y="22035"/>
                  <a:pt x="21951" y="22960"/>
                </a:cubicBezTo>
                <a:cubicBezTo>
                  <a:pt x="20790" y="23678"/>
                  <a:pt x="19556" y="24280"/>
                  <a:pt x="18276" y="24755"/>
                </a:cubicBezTo>
                <a:cubicBezTo>
                  <a:pt x="17787" y="24936"/>
                  <a:pt x="17348" y="25022"/>
                  <a:pt x="16963" y="25022"/>
                </a:cubicBezTo>
                <a:cubicBezTo>
                  <a:pt x="15602" y="25022"/>
                  <a:pt x="14923" y="23943"/>
                  <a:pt x="15150" y="22156"/>
                </a:cubicBezTo>
                <a:cubicBezTo>
                  <a:pt x="15741" y="17494"/>
                  <a:pt x="18291" y="13357"/>
                  <a:pt x="20253" y="9088"/>
                </a:cubicBezTo>
                <a:cubicBezTo>
                  <a:pt x="21204" y="7019"/>
                  <a:pt x="23421" y="2074"/>
                  <a:pt x="20957" y="295"/>
                </a:cubicBezTo>
                <a:cubicBezTo>
                  <a:pt x="20662" y="84"/>
                  <a:pt x="20381" y="1"/>
                  <a:pt x="2010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 rot="2386329">
            <a:off x="-118109" y="2581459"/>
            <a:ext cx="728890" cy="1290265"/>
          </a:xfrm>
          <a:custGeom>
            <a:avLst/>
            <a:gdLst/>
            <a:ahLst/>
            <a:cxnLst/>
            <a:rect l="l" t="t" r="r" b="b"/>
            <a:pathLst>
              <a:path w="25063" h="44366" extrusionOk="0">
                <a:moveTo>
                  <a:pt x="7380" y="2738"/>
                </a:moveTo>
                <a:lnTo>
                  <a:pt x="7380" y="2738"/>
                </a:lnTo>
                <a:cubicBezTo>
                  <a:pt x="8131" y="3958"/>
                  <a:pt x="8874" y="5182"/>
                  <a:pt x="9556" y="6436"/>
                </a:cubicBezTo>
                <a:cubicBezTo>
                  <a:pt x="10266" y="7737"/>
                  <a:pt x="10706" y="8999"/>
                  <a:pt x="10679" y="10496"/>
                </a:cubicBezTo>
                <a:cubicBezTo>
                  <a:pt x="10656" y="11725"/>
                  <a:pt x="10368" y="12934"/>
                  <a:pt x="10381" y="14168"/>
                </a:cubicBezTo>
                <a:cubicBezTo>
                  <a:pt x="10405" y="16122"/>
                  <a:pt x="11155" y="18001"/>
                  <a:pt x="11642" y="19874"/>
                </a:cubicBezTo>
                <a:cubicBezTo>
                  <a:pt x="11916" y="20920"/>
                  <a:pt x="12205" y="21966"/>
                  <a:pt x="12444" y="23016"/>
                </a:cubicBezTo>
                <a:cubicBezTo>
                  <a:pt x="12551" y="23487"/>
                  <a:pt x="12632" y="23964"/>
                  <a:pt x="12714" y="24438"/>
                </a:cubicBezTo>
                <a:cubicBezTo>
                  <a:pt x="10780" y="21416"/>
                  <a:pt x="9275" y="17992"/>
                  <a:pt x="8569" y="14458"/>
                </a:cubicBezTo>
                <a:cubicBezTo>
                  <a:pt x="8132" y="12631"/>
                  <a:pt x="7825" y="10759"/>
                  <a:pt x="7720" y="8884"/>
                </a:cubicBezTo>
                <a:cubicBezTo>
                  <a:pt x="7604" y="6814"/>
                  <a:pt x="7736" y="4760"/>
                  <a:pt x="7380" y="2738"/>
                </a:cubicBezTo>
                <a:close/>
                <a:moveTo>
                  <a:pt x="6339" y="1052"/>
                </a:moveTo>
                <a:cubicBezTo>
                  <a:pt x="6362" y="1283"/>
                  <a:pt x="6511" y="1460"/>
                  <a:pt x="6579" y="1676"/>
                </a:cubicBezTo>
                <a:cubicBezTo>
                  <a:pt x="7350" y="4097"/>
                  <a:pt x="7059" y="6537"/>
                  <a:pt x="7203" y="9025"/>
                </a:cubicBezTo>
                <a:cubicBezTo>
                  <a:pt x="7319" y="11083"/>
                  <a:pt x="7677" y="13129"/>
                  <a:pt x="8180" y="15125"/>
                </a:cubicBezTo>
                <a:cubicBezTo>
                  <a:pt x="9011" y="18413"/>
                  <a:pt x="10261" y="21679"/>
                  <a:pt x="12156" y="24510"/>
                </a:cubicBezTo>
                <a:cubicBezTo>
                  <a:pt x="9595" y="22111"/>
                  <a:pt x="7790" y="18727"/>
                  <a:pt x="6763" y="15471"/>
                </a:cubicBezTo>
                <a:cubicBezTo>
                  <a:pt x="5566" y="11676"/>
                  <a:pt x="5840" y="7614"/>
                  <a:pt x="6141" y="3705"/>
                </a:cubicBezTo>
                <a:cubicBezTo>
                  <a:pt x="6208" y="2821"/>
                  <a:pt x="6277" y="1936"/>
                  <a:pt x="6339" y="1052"/>
                </a:cubicBezTo>
                <a:close/>
                <a:moveTo>
                  <a:pt x="20782" y="11365"/>
                </a:moveTo>
                <a:cubicBezTo>
                  <a:pt x="21088" y="11787"/>
                  <a:pt x="21211" y="12322"/>
                  <a:pt x="21345" y="12815"/>
                </a:cubicBezTo>
                <a:cubicBezTo>
                  <a:pt x="21490" y="13347"/>
                  <a:pt x="21690" y="13860"/>
                  <a:pt x="21898" y="14373"/>
                </a:cubicBezTo>
                <a:cubicBezTo>
                  <a:pt x="22232" y="15199"/>
                  <a:pt x="22572" y="16024"/>
                  <a:pt x="22895" y="16855"/>
                </a:cubicBezTo>
                <a:cubicBezTo>
                  <a:pt x="22971" y="17053"/>
                  <a:pt x="23047" y="17254"/>
                  <a:pt x="23120" y="17452"/>
                </a:cubicBezTo>
                <a:cubicBezTo>
                  <a:pt x="23929" y="19630"/>
                  <a:pt x="24549" y="21936"/>
                  <a:pt x="24371" y="24253"/>
                </a:cubicBezTo>
                <a:cubicBezTo>
                  <a:pt x="24132" y="27369"/>
                  <a:pt x="22479" y="30221"/>
                  <a:pt x="22048" y="33317"/>
                </a:cubicBezTo>
                <a:cubicBezTo>
                  <a:pt x="21237" y="30580"/>
                  <a:pt x="20878" y="27706"/>
                  <a:pt x="20993" y="24854"/>
                </a:cubicBezTo>
                <a:cubicBezTo>
                  <a:pt x="21088" y="22515"/>
                  <a:pt x="21497" y="20198"/>
                  <a:pt x="21621" y="17861"/>
                </a:cubicBezTo>
                <a:cubicBezTo>
                  <a:pt x="21677" y="16844"/>
                  <a:pt x="21695" y="15819"/>
                  <a:pt x="21571" y="14803"/>
                </a:cubicBezTo>
                <a:cubicBezTo>
                  <a:pt x="21507" y="14291"/>
                  <a:pt x="21409" y="13780"/>
                  <a:pt x="21256" y="13284"/>
                </a:cubicBezTo>
                <a:cubicBezTo>
                  <a:pt x="21111" y="12798"/>
                  <a:pt x="21024" y="12455"/>
                  <a:pt x="20911" y="11962"/>
                </a:cubicBezTo>
                <a:cubicBezTo>
                  <a:pt x="20875" y="11798"/>
                  <a:pt x="20698" y="11510"/>
                  <a:pt x="20782" y="11365"/>
                </a:cubicBezTo>
                <a:close/>
                <a:moveTo>
                  <a:pt x="20415" y="12011"/>
                </a:moveTo>
                <a:lnTo>
                  <a:pt x="20415" y="12011"/>
                </a:lnTo>
                <a:cubicBezTo>
                  <a:pt x="22081" y="16729"/>
                  <a:pt x="20270" y="21861"/>
                  <a:pt x="20438" y="26750"/>
                </a:cubicBezTo>
                <a:cubicBezTo>
                  <a:pt x="20532" y="29403"/>
                  <a:pt x="21062" y="31948"/>
                  <a:pt x="21808" y="34486"/>
                </a:cubicBezTo>
                <a:cubicBezTo>
                  <a:pt x="21841" y="34600"/>
                  <a:pt x="21875" y="34715"/>
                  <a:pt x="21909" y="34830"/>
                </a:cubicBezTo>
                <a:cubicBezTo>
                  <a:pt x="19548" y="31946"/>
                  <a:pt x="18463" y="27970"/>
                  <a:pt x="17843" y="24371"/>
                </a:cubicBezTo>
                <a:cubicBezTo>
                  <a:pt x="17406" y="21820"/>
                  <a:pt x="18452" y="19513"/>
                  <a:pt x="19144" y="17117"/>
                </a:cubicBezTo>
                <a:cubicBezTo>
                  <a:pt x="19633" y="15431"/>
                  <a:pt x="20050" y="13728"/>
                  <a:pt x="20415" y="12011"/>
                </a:cubicBezTo>
                <a:close/>
                <a:moveTo>
                  <a:pt x="3621" y="26754"/>
                </a:moveTo>
                <a:cubicBezTo>
                  <a:pt x="4423" y="27606"/>
                  <a:pt x="5241" y="28444"/>
                  <a:pt x="6065" y="29272"/>
                </a:cubicBezTo>
                <a:cubicBezTo>
                  <a:pt x="8134" y="31346"/>
                  <a:pt x="10179" y="33555"/>
                  <a:pt x="12389" y="35481"/>
                </a:cubicBezTo>
                <a:cubicBezTo>
                  <a:pt x="13488" y="36438"/>
                  <a:pt x="14657" y="36695"/>
                  <a:pt x="15892" y="37387"/>
                </a:cubicBezTo>
                <a:cubicBezTo>
                  <a:pt x="15950" y="37417"/>
                  <a:pt x="16000" y="37456"/>
                  <a:pt x="16056" y="37489"/>
                </a:cubicBezTo>
                <a:cubicBezTo>
                  <a:pt x="14914" y="37204"/>
                  <a:pt x="13742" y="37078"/>
                  <a:pt x="12552" y="36868"/>
                </a:cubicBezTo>
                <a:cubicBezTo>
                  <a:pt x="9849" y="36397"/>
                  <a:pt x="7996" y="35183"/>
                  <a:pt x="6607" y="32822"/>
                </a:cubicBezTo>
                <a:cubicBezTo>
                  <a:pt x="5611" y="31130"/>
                  <a:pt x="4959" y="29264"/>
                  <a:pt x="4048" y="27529"/>
                </a:cubicBezTo>
                <a:cubicBezTo>
                  <a:pt x="3912" y="27268"/>
                  <a:pt x="3768" y="27009"/>
                  <a:pt x="3621" y="26754"/>
                </a:cubicBezTo>
                <a:close/>
                <a:moveTo>
                  <a:pt x="1544" y="23679"/>
                </a:moveTo>
                <a:cubicBezTo>
                  <a:pt x="4634" y="25852"/>
                  <a:pt x="7704" y="28047"/>
                  <a:pt x="10656" y="30401"/>
                </a:cubicBezTo>
                <a:cubicBezTo>
                  <a:pt x="13439" y="32622"/>
                  <a:pt x="16166" y="34672"/>
                  <a:pt x="17489" y="37953"/>
                </a:cubicBezTo>
                <a:cubicBezTo>
                  <a:pt x="17450" y="37937"/>
                  <a:pt x="17414" y="37919"/>
                  <a:pt x="17375" y="37904"/>
                </a:cubicBezTo>
                <a:cubicBezTo>
                  <a:pt x="17339" y="37873"/>
                  <a:pt x="17303" y="37845"/>
                  <a:pt x="17268" y="37818"/>
                </a:cubicBezTo>
                <a:cubicBezTo>
                  <a:pt x="16247" y="37006"/>
                  <a:pt x="15064" y="36783"/>
                  <a:pt x="13961" y="36116"/>
                </a:cubicBezTo>
                <a:cubicBezTo>
                  <a:pt x="12945" y="35502"/>
                  <a:pt x="12135" y="34591"/>
                  <a:pt x="11296" y="33764"/>
                </a:cubicBezTo>
                <a:cubicBezTo>
                  <a:pt x="8055" y="30568"/>
                  <a:pt x="4702" y="27448"/>
                  <a:pt x="1763" y="23965"/>
                </a:cubicBezTo>
                <a:cubicBezTo>
                  <a:pt x="1691" y="23870"/>
                  <a:pt x="1618" y="23774"/>
                  <a:pt x="1544" y="23679"/>
                </a:cubicBezTo>
                <a:close/>
                <a:moveTo>
                  <a:pt x="6201" y="1"/>
                </a:moveTo>
                <a:cubicBezTo>
                  <a:pt x="6056" y="1"/>
                  <a:pt x="5880" y="91"/>
                  <a:pt x="5872" y="211"/>
                </a:cubicBezTo>
                <a:cubicBezTo>
                  <a:pt x="5589" y="5408"/>
                  <a:pt x="4676" y="11036"/>
                  <a:pt x="6403" y="16074"/>
                </a:cubicBezTo>
                <a:cubicBezTo>
                  <a:pt x="7689" y="19832"/>
                  <a:pt x="9937" y="23684"/>
                  <a:pt x="13235" y="26004"/>
                </a:cubicBezTo>
                <a:cubicBezTo>
                  <a:pt x="14509" y="29550"/>
                  <a:pt x="16586" y="32730"/>
                  <a:pt x="18722" y="35806"/>
                </a:cubicBezTo>
                <a:cubicBezTo>
                  <a:pt x="19798" y="37361"/>
                  <a:pt x="20903" y="38899"/>
                  <a:pt x="21955" y="40470"/>
                </a:cubicBezTo>
                <a:cubicBezTo>
                  <a:pt x="22088" y="40670"/>
                  <a:pt x="22659" y="41270"/>
                  <a:pt x="22407" y="41516"/>
                </a:cubicBezTo>
                <a:cubicBezTo>
                  <a:pt x="22366" y="41555"/>
                  <a:pt x="22306" y="41571"/>
                  <a:pt x="22235" y="41571"/>
                </a:cubicBezTo>
                <a:cubicBezTo>
                  <a:pt x="21945" y="41571"/>
                  <a:pt x="21463" y="41306"/>
                  <a:pt x="21291" y="41226"/>
                </a:cubicBezTo>
                <a:cubicBezTo>
                  <a:pt x="20500" y="40865"/>
                  <a:pt x="19789" y="40338"/>
                  <a:pt x="19214" y="39685"/>
                </a:cubicBezTo>
                <a:cubicBezTo>
                  <a:pt x="19168" y="39634"/>
                  <a:pt x="19124" y="39582"/>
                  <a:pt x="19078" y="39526"/>
                </a:cubicBezTo>
                <a:cubicBezTo>
                  <a:pt x="18187" y="38438"/>
                  <a:pt x="17696" y="37083"/>
                  <a:pt x="16962" y="35885"/>
                </a:cubicBezTo>
                <a:cubicBezTo>
                  <a:pt x="15779" y="33957"/>
                  <a:pt x="14002" y="32483"/>
                  <a:pt x="12235" y="31074"/>
                </a:cubicBezTo>
                <a:cubicBezTo>
                  <a:pt x="8523" y="28120"/>
                  <a:pt x="4706" y="25299"/>
                  <a:pt x="791" y="22622"/>
                </a:cubicBezTo>
                <a:cubicBezTo>
                  <a:pt x="642" y="22518"/>
                  <a:pt x="440" y="22424"/>
                  <a:pt x="268" y="22424"/>
                </a:cubicBezTo>
                <a:cubicBezTo>
                  <a:pt x="160" y="22424"/>
                  <a:pt x="64" y="22460"/>
                  <a:pt x="1" y="22555"/>
                </a:cubicBezTo>
                <a:cubicBezTo>
                  <a:pt x="1410" y="24266"/>
                  <a:pt x="2744" y="26058"/>
                  <a:pt x="3745" y="28038"/>
                </a:cubicBezTo>
                <a:cubicBezTo>
                  <a:pt x="4441" y="29415"/>
                  <a:pt x="4971" y="30869"/>
                  <a:pt x="5684" y="32236"/>
                </a:cubicBezTo>
                <a:cubicBezTo>
                  <a:pt x="6399" y="33602"/>
                  <a:pt x="7329" y="34903"/>
                  <a:pt x="8628" y="35733"/>
                </a:cubicBezTo>
                <a:cubicBezTo>
                  <a:pt x="10387" y="36859"/>
                  <a:pt x="12577" y="36985"/>
                  <a:pt x="14622" y="37404"/>
                </a:cubicBezTo>
                <a:cubicBezTo>
                  <a:pt x="15337" y="37548"/>
                  <a:pt x="16054" y="37736"/>
                  <a:pt x="16702" y="38075"/>
                </a:cubicBezTo>
                <a:cubicBezTo>
                  <a:pt x="17391" y="38435"/>
                  <a:pt x="17980" y="38952"/>
                  <a:pt x="18527" y="39498"/>
                </a:cubicBezTo>
                <a:cubicBezTo>
                  <a:pt x="19077" y="40050"/>
                  <a:pt x="19638" y="40534"/>
                  <a:pt x="20278" y="40989"/>
                </a:cubicBezTo>
                <a:cubicBezTo>
                  <a:pt x="20661" y="41261"/>
                  <a:pt x="21067" y="41511"/>
                  <a:pt x="21513" y="41666"/>
                </a:cubicBezTo>
                <a:cubicBezTo>
                  <a:pt x="21742" y="41745"/>
                  <a:pt x="21981" y="41791"/>
                  <a:pt x="22225" y="41802"/>
                </a:cubicBezTo>
                <a:cubicBezTo>
                  <a:pt x="22250" y="41804"/>
                  <a:pt x="22274" y="41804"/>
                  <a:pt x="22297" y="41804"/>
                </a:cubicBezTo>
                <a:cubicBezTo>
                  <a:pt x="22417" y="41804"/>
                  <a:pt x="22517" y="41788"/>
                  <a:pt x="22609" y="41788"/>
                </a:cubicBezTo>
                <a:cubicBezTo>
                  <a:pt x="22733" y="41788"/>
                  <a:pt x="22842" y="41819"/>
                  <a:pt x="22963" y="41964"/>
                </a:cubicBezTo>
                <a:cubicBezTo>
                  <a:pt x="23132" y="42166"/>
                  <a:pt x="23230" y="42432"/>
                  <a:pt x="23366" y="42657"/>
                </a:cubicBezTo>
                <a:cubicBezTo>
                  <a:pt x="23623" y="43075"/>
                  <a:pt x="23906" y="43503"/>
                  <a:pt x="24105" y="43951"/>
                </a:cubicBezTo>
                <a:cubicBezTo>
                  <a:pt x="24181" y="44098"/>
                  <a:pt x="24263" y="44255"/>
                  <a:pt x="24410" y="44334"/>
                </a:cubicBezTo>
                <a:cubicBezTo>
                  <a:pt x="24452" y="44355"/>
                  <a:pt x="24500" y="44366"/>
                  <a:pt x="24548" y="44366"/>
                </a:cubicBezTo>
                <a:cubicBezTo>
                  <a:pt x="24670" y="44366"/>
                  <a:pt x="24791" y="44300"/>
                  <a:pt x="24806" y="44183"/>
                </a:cubicBezTo>
                <a:cubicBezTo>
                  <a:pt x="24819" y="44098"/>
                  <a:pt x="24773" y="44018"/>
                  <a:pt x="24729" y="43944"/>
                </a:cubicBezTo>
                <a:cubicBezTo>
                  <a:pt x="24297" y="43210"/>
                  <a:pt x="23863" y="42478"/>
                  <a:pt x="23413" y="41753"/>
                </a:cubicBezTo>
                <a:cubicBezTo>
                  <a:pt x="23379" y="41699"/>
                  <a:pt x="23343" y="41644"/>
                  <a:pt x="23328" y="41580"/>
                </a:cubicBezTo>
                <a:cubicBezTo>
                  <a:pt x="23327" y="41581"/>
                  <a:pt x="23326" y="41582"/>
                  <a:pt x="23325" y="41582"/>
                </a:cubicBezTo>
                <a:cubicBezTo>
                  <a:pt x="23322" y="41582"/>
                  <a:pt x="23322" y="41578"/>
                  <a:pt x="23322" y="41573"/>
                </a:cubicBezTo>
                <a:cubicBezTo>
                  <a:pt x="23281" y="41396"/>
                  <a:pt x="23385" y="41123"/>
                  <a:pt x="23405" y="40948"/>
                </a:cubicBezTo>
                <a:cubicBezTo>
                  <a:pt x="23439" y="40662"/>
                  <a:pt x="23461" y="40375"/>
                  <a:pt x="23464" y="40087"/>
                </a:cubicBezTo>
                <a:cubicBezTo>
                  <a:pt x="23472" y="39531"/>
                  <a:pt x="23426" y="38975"/>
                  <a:pt x="23345" y="38423"/>
                </a:cubicBezTo>
                <a:cubicBezTo>
                  <a:pt x="23263" y="37868"/>
                  <a:pt x="23143" y="37319"/>
                  <a:pt x="23009" y="36775"/>
                </a:cubicBezTo>
                <a:cubicBezTo>
                  <a:pt x="22881" y="36268"/>
                  <a:pt x="22649" y="35733"/>
                  <a:pt x="22580" y="35217"/>
                </a:cubicBezTo>
                <a:cubicBezTo>
                  <a:pt x="22053" y="31182"/>
                  <a:pt x="24835" y="27672"/>
                  <a:pt x="24950" y="23672"/>
                </a:cubicBezTo>
                <a:cubicBezTo>
                  <a:pt x="25063" y="19745"/>
                  <a:pt x="23333" y="16006"/>
                  <a:pt x="21844" y="12466"/>
                </a:cubicBezTo>
                <a:cubicBezTo>
                  <a:pt x="21492" y="11627"/>
                  <a:pt x="21144" y="10789"/>
                  <a:pt x="20821" y="9938"/>
                </a:cubicBezTo>
                <a:cubicBezTo>
                  <a:pt x="20802" y="9886"/>
                  <a:pt x="20740" y="9865"/>
                  <a:pt x="20666" y="9865"/>
                </a:cubicBezTo>
                <a:cubicBezTo>
                  <a:pt x="20519" y="9865"/>
                  <a:pt x="20322" y="9949"/>
                  <a:pt x="20306" y="10044"/>
                </a:cubicBezTo>
                <a:cubicBezTo>
                  <a:pt x="19818" y="12663"/>
                  <a:pt x="19206" y="15274"/>
                  <a:pt x="18440" y="17825"/>
                </a:cubicBezTo>
                <a:cubicBezTo>
                  <a:pt x="17774" y="20053"/>
                  <a:pt x="16918" y="22142"/>
                  <a:pt x="17326" y="24504"/>
                </a:cubicBezTo>
                <a:cubicBezTo>
                  <a:pt x="18011" y="28487"/>
                  <a:pt x="19247" y="32894"/>
                  <a:pt x="22158" y="35838"/>
                </a:cubicBezTo>
                <a:cubicBezTo>
                  <a:pt x="22171" y="35854"/>
                  <a:pt x="22191" y="35864"/>
                  <a:pt x="22217" y="35870"/>
                </a:cubicBezTo>
                <a:cubicBezTo>
                  <a:pt x="22692" y="37530"/>
                  <a:pt x="23093" y="39256"/>
                  <a:pt x="22899" y="40956"/>
                </a:cubicBezTo>
                <a:cubicBezTo>
                  <a:pt x="19690" y="36049"/>
                  <a:pt x="15740" y="31368"/>
                  <a:pt x="13760" y="25888"/>
                </a:cubicBezTo>
                <a:cubicBezTo>
                  <a:pt x="13767" y="25865"/>
                  <a:pt x="13763" y="25844"/>
                  <a:pt x="13752" y="25821"/>
                </a:cubicBezTo>
                <a:cubicBezTo>
                  <a:pt x="13171" y="23807"/>
                  <a:pt x="12693" y="21763"/>
                  <a:pt x="12164" y="19734"/>
                </a:cubicBezTo>
                <a:cubicBezTo>
                  <a:pt x="11484" y="17122"/>
                  <a:pt x="10757" y="14865"/>
                  <a:pt x="11055" y="12116"/>
                </a:cubicBezTo>
                <a:cubicBezTo>
                  <a:pt x="11278" y="10030"/>
                  <a:pt x="11179" y="8375"/>
                  <a:pt x="10181" y="6480"/>
                </a:cubicBezTo>
                <a:cubicBezTo>
                  <a:pt x="9021" y="4281"/>
                  <a:pt x="7651" y="2207"/>
                  <a:pt x="6372" y="78"/>
                </a:cubicBezTo>
                <a:cubicBezTo>
                  <a:pt x="6340" y="24"/>
                  <a:pt x="6274" y="1"/>
                  <a:pt x="620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8260363" y="-3"/>
            <a:ext cx="1052450" cy="488545"/>
          </a:xfrm>
          <a:custGeom>
            <a:avLst/>
            <a:gdLst/>
            <a:ahLst/>
            <a:cxnLst/>
            <a:rect l="l" t="t" r="r" b="b"/>
            <a:pathLst>
              <a:path w="23113" h="10729" extrusionOk="0">
                <a:moveTo>
                  <a:pt x="19503" y="1622"/>
                </a:moveTo>
                <a:cubicBezTo>
                  <a:pt x="19719" y="1668"/>
                  <a:pt x="19932" y="1748"/>
                  <a:pt x="20086" y="1903"/>
                </a:cubicBezTo>
                <a:cubicBezTo>
                  <a:pt x="20368" y="2188"/>
                  <a:pt x="20275" y="2772"/>
                  <a:pt x="19910" y="2772"/>
                </a:cubicBezTo>
                <a:cubicBezTo>
                  <a:pt x="19844" y="2772"/>
                  <a:pt x="19769" y="2752"/>
                  <a:pt x="19685" y="2708"/>
                </a:cubicBezTo>
                <a:cubicBezTo>
                  <a:pt x="19233" y="2471"/>
                  <a:pt x="19292" y="2023"/>
                  <a:pt x="19503" y="1622"/>
                </a:cubicBezTo>
                <a:close/>
                <a:moveTo>
                  <a:pt x="12206" y="5782"/>
                </a:moveTo>
                <a:cubicBezTo>
                  <a:pt x="12273" y="5795"/>
                  <a:pt x="12340" y="5811"/>
                  <a:pt x="12411" y="5831"/>
                </a:cubicBezTo>
                <a:cubicBezTo>
                  <a:pt x="13360" y="6102"/>
                  <a:pt x="14743" y="7207"/>
                  <a:pt x="14111" y="8329"/>
                </a:cubicBezTo>
                <a:cubicBezTo>
                  <a:pt x="13938" y="8637"/>
                  <a:pt x="13674" y="8773"/>
                  <a:pt x="13399" y="8773"/>
                </a:cubicBezTo>
                <a:cubicBezTo>
                  <a:pt x="13135" y="8773"/>
                  <a:pt x="12861" y="8647"/>
                  <a:pt x="12648" y="8426"/>
                </a:cubicBezTo>
                <a:cubicBezTo>
                  <a:pt x="12273" y="8035"/>
                  <a:pt x="12116" y="7480"/>
                  <a:pt x="12079" y="6953"/>
                </a:cubicBezTo>
                <a:cubicBezTo>
                  <a:pt x="12052" y="6556"/>
                  <a:pt x="12102" y="6161"/>
                  <a:pt x="12206" y="5782"/>
                </a:cubicBezTo>
                <a:close/>
                <a:moveTo>
                  <a:pt x="21723" y="1"/>
                </a:moveTo>
                <a:cubicBezTo>
                  <a:pt x="20776" y="1"/>
                  <a:pt x="19803" y="429"/>
                  <a:pt x="19308" y="1226"/>
                </a:cubicBezTo>
                <a:cubicBezTo>
                  <a:pt x="19113" y="1200"/>
                  <a:pt x="18912" y="1191"/>
                  <a:pt x="18718" y="1191"/>
                </a:cubicBezTo>
                <a:cubicBezTo>
                  <a:pt x="18470" y="1191"/>
                  <a:pt x="18233" y="1205"/>
                  <a:pt x="18030" y="1219"/>
                </a:cubicBezTo>
                <a:cubicBezTo>
                  <a:pt x="17050" y="1286"/>
                  <a:pt x="16089" y="1546"/>
                  <a:pt x="15204" y="1977"/>
                </a:cubicBezTo>
                <a:cubicBezTo>
                  <a:pt x="13782" y="2667"/>
                  <a:pt x="12489" y="3878"/>
                  <a:pt x="11980" y="5402"/>
                </a:cubicBezTo>
                <a:cubicBezTo>
                  <a:pt x="11844" y="5385"/>
                  <a:pt x="11711" y="5376"/>
                  <a:pt x="11581" y="5376"/>
                </a:cubicBezTo>
                <a:cubicBezTo>
                  <a:pt x="10091" y="5376"/>
                  <a:pt x="8996" y="6464"/>
                  <a:pt x="8086" y="7660"/>
                </a:cubicBezTo>
                <a:cubicBezTo>
                  <a:pt x="7444" y="8506"/>
                  <a:pt x="6803" y="9321"/>
                  <a:pt x="5860" y="9850"/>
                </a:cubicBezTo>
                <a:cubicBezTo>
                  <a:pt x="5235" y="10199"/>
                  <a:pt x="4511" y="10419"/>
                  <a:pt x="3790" y="10419"/>
                </a:cubicBezTo>
                <a:cubicBezTo>
                  <a:pt x="3431" y="10419"/>
                  <a:pt x="3073" y="10364"/>
                  <a:pt x="2728" y="10244"/>
                </a:cubicBezTo>
                <a:cubicBezTo>
                  <a:pt x="1671" y="9874"/>
                  <a:pt x="755" y="8858"/>
                  <a:pt x="704" y="7706"/>
                </a:cubicBezTo>
                <a:cubicBezTo>
                  <a:pt x="645" y="6359"/>
                  <a:pt x="1758" y="5235"/>
                  <a:pt x="3088" y="5207"/>
                </a:cubicBezTo>
                <a:cubicBezTo>
                  <a:pt x="3098" y="5207"/>
                  <a:pt x="3109" y="5207"/>
                  <a:pt x="3119" y="5207"/>
                </a:cubicBezTo>
                <a:cubicBezTo>
                  <a:pt x="4282" y="5207"/>
                  <a:pt x="5766" y="6369"/>
                  <a:pt x="5142" y="7650"/>
                </a:cubicBezTo>
                <a:cubicBezTo>
                  <a:pt x="4927" y="8089"/>
                  <a:pt x="4445" y="8452"/>
                  <a:pt x="3946" y="8452"/>
                </a:cubicBezTo>
                <a:cubicBezTo>
                  <a:pt x="3855" y="8452"/>
                  <a:pt x="3764" y="8440"/>
                  <a:pt x="3674" y="8415"/>
                </a:cubicBezTo>
                <a:cubicBezTo>
                  <a:pt x="3296" y="8308"/>
                  <a:pt x="2957" y="7930"/>
                  <a:pt x="2974" y="7521"/>
                </a:cubicBezTo>
                <a:cubicBezTo>
                  <a:pt x="2988" y="7140"/>
                  <a:pt x="3318" y="6858"/>
                  <a:pt x="3677" y="6858"/>
                </a:cubicBezTo>
                <a:cubicBezTo>
                  <a:pt x="3736" y="6858"/>
                  <a:pt x="3795" y="6865"/>
                  <a:pt x="3854" y="6881"/>
                </a:cubicBezTo>
                <a:cubicBezTo>
                  <a:pt x="3870" y="6886"/>
                  <a:pt x="3886" y="6888"/>
                  <a:pt x="3901" y="6888"/>
                </a:cubicBezTo>
                <a:cubicBezTo>
                  <a:pt x="4070" y="6888"/>
                  <a:pt x="4127" y="6618"/>
                  <a:pt x="3942" y="6564"/>
                </a:cubicBezTo>
                <a:cubicBezTo>
                  <a:pt x="3848" y="6536"/>
                  <a:pt x="3752" y="6523"/>
                  <a:pt x="3659" y="6523"/>
                </a:cubicBezTo>
                <a:cubicBezTo>
                  <a:pt x="3170" y="6523"/>
                  <a:pt x="2721" y="6881"/>
                  <a:pt x="2643" y="7390"/>
                </a:cubicBezTo>
                <a:cubicBezTo>
                  <a:pt x="2540" y="8055"/>
                  <a:pt x="3091" y="8680"/>
                  <a:pt x="3726" y="8781"/>
                </a:cubicBezTo>
                <a:cubicBezTo>
                  <a:pt x="3797" y="8793"/>
                  <a:pt x="3868" y="8798"/>
                  <a:pt x="3939" y="8798"/>
                </a:cubicBezTo>
                <a:cubicBezTo>
                  <a:pt x="4520" y="8798"/>
                  <a:pt x="5079" y="8423"/>
                  <a:pt x="5371" y="7929"/>
                </a:cubicBezTo>
                <a:cubicBezTo>
                  <a:pt x="5747" y="7290"/>
                  <a:pt x="5621" y="6503"/>
                  <a:pt x="5202" y="5917"/>
                </a:cubicBezTo>
                <a:cubicBezTo>
                  <a:pt x="4707" y="5227"/>
                  <a:pt x="3924" y="4893"/>
                  <a:pt x="3132" y="4893"/>
                </a:cubicBezTo>
                <a:cubicBezTo>
                  <a:pt x="2384" y="4893"/>
                  <a:pt x="1629" y="5191"/>
                  <a:pt x="1103" y="5767"/>
                </a:cubicBezTo>
                <a:cubicBezTo>
                  <a:pt x="0" y="6971"/>
                  <a:pt x="257" y="8745"/>
                  <a:pt x="1411" y="9812"/>
                </a:cubicBezTo>
                <a:cubicBezTo>
                  <a:pt x="2096" y="10446"/>
                  <a:pt x="2946" y="10728"/>
                  <a:pt x="3813" y="10728"/>
                </a:cubicBezTo>
                <a:cubicBezTo>
                  <a:pt x="4546" y="10728"/>
                  <a:pt x="5292" y="10526"/>
                  <a:pt x="5960" y="10164"/>
                </a:cubicBezTo>
                <a:cubicBezTo>
                  <a:pt x="7596" y="9279"/>
                  <a:pt x="8259" y="7511"/>
                  <a:pt x="9670" y="6390"/>
                </a:cubicBezTo>
                <a:cubicBezTo>
                  <a:pt x="10224" y="5949"/>
                  <a:pt x="10890" y="5713"/>
                  <a:pt x="11574" y="5713"/>
                </a:cubicBezTo>
                <a:cubicBezTo>
                  <a:pt x="11678" y="5713"/>
                  <a:pt x="11783" y="5718"/>
                  <a:pt x="11887" y="5729"/>
                </a:cubicBezTo>
                <a:cubicBezTo>
                  <a:pt x="11851" y="5868"/>
                  <a:pt x="11823" y="6007"/>
                  <a:pt x="11800" y="6151"/>
                </a:cubicBezTo>
                <a:cubicBezTo>
                  <a:pt x="11679" y="6953"/>
                  <a:pt x="11782" y="7866"/>
                  <a:pt x="12304" y="8519"/>
                </a:cubicBezTo>
                <a:cubicBezTo>
                  <a:pt x="12582" y="8868"/>
                  <a:pt x="12989" y="9113"/>
                  <a:pt x="13406" y="9113"/>
                </a:cubicBezTo>
                <a:cubicBezTo>
                  <a:pt x="13617" y="9113"/>
                  <a:pt x="13830" y="9050"/>
                  <a:pt x="14031" y="8905"/>
                </a:cubicBezTo>
                <a:cubicBezTo>
                  <a:pt x="14677" y="8439"/>
                  <a:pt x="14690" y="7559"/>
                  <a:pt x="14339" y="6909"/>
                </a:cubicBezTo>
                <a:cubicBezTo>
                  <a:pt x="13941" y="6173"/>
                  <a:pt x="13165" y="5665"/>
                  <a:pt x="12362" y="5474"/>
                </a:cubicBezTo>
                <a:lnTo>
                  <a:pt x="12306" y="5461"/>
                </a:lnTo>
                <a:cubicBezTo>
                  <a:pt x="12453" y="5058"/>
                  <a:pt x="12658" y="4674"/>
                  <a:pt x="12902" y="4322"/>
                </a:cubicBezTo>
                <a:cubicBezTo>
                  <a:pt x="14123" y="2561"/>
                  <a:pt x="16360" y="1538"/>
                  <a:pt x="18499" y="1538"/>
                </a:cubicBezTo>
                <a:cubicBezTo>
                  <a:pt x="18696" y="1538"/>
                  <a:pt x="18892" y="1547"/>
                  <a:pt x="19086" y="1564"/>
                </a:cubicBezTo>
                <a:cubicBezTo>
                  <a:pt x="19102" y="1566"/>
                  <a:pt x="19119" y="1569"/>
                  <a:pt x="19132" y="1569"/>
                </a:cubicBezTo>
                <a:cubicBezTo>
                  <a:pt x="19119" y="1605"/>
                  <a:pt x="19104" y="1640"/>
                  <a:pt x="19091" y="1679"/>
                </a:cubicBezTo>
                <a:cubicBezTo>
                  <a:pt x="18885" y="2294"/>
                  <a:pt x="19168" y="3113"/>
                  <a:pt x="19922" y="3113"/>
                </a:cubicBezTo>
                <a:cubicBezTo>
                  <a:pt x="20621" y="3113"/>
                  <a:pt x="20771" y="2270"/>
                  <a:pt x="20429" y="1790"/>
                </a:cubicBezTo>
                <a:cubicBezTo>
                  <a:pt x="20256" y="1546"/>
                  <a:pt x="19996" y="1399"/>
                  <a:pt x="19699" y="1311"/>
                </a:cubicBezTo>
                <a:cubicBezTo>
                  <a:pt x="19806" y="1170"/>
                  <a:pt x="19917" y="1047"/>
                  <a:pt x="20019" y="959"/>
                </a:cubicBezTo>
                <a:cubicBezTo>
                  <a:pt x="20533" y="506"/>
                  <a:pt x="21190" y="287"/>
                  <a:pt x="21854" y="287"/>
                </a:cubicBezTo>
                <a:cubicBezTo>
                  <a:pt x="22225" y="287"/>
                  <a:pt x="22599" y="355"/>
                  <a:pt x="22951" y="489"/>
                </a:cubicBezTo>
                <a:cubicBezTo>
                  <a:pt x="22961" y="493"/>
                  <a:pt x="22970" y="494"/>
                  <a:pt x="22980" y="494"/>
                </a:cubicBezTo>
                <a:cubicBezTo>
                  <a:pt x="23067" y="494"/>
                  <a:pt x="23112" y="357"/>
                  <a:pt x="23026" y="311"/>
                </a:cubicBezTo>
                <a:cubicBezTo>
                  <a:pt x="22637" y="102"/>
                  <a:pt x="22183" y="1"/>
                  <a:pt x="21723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-694079" y="-530363"/>
            <a:ext cx="6375938" cy="3027956"/>
          </a:xfrm>
          <a:custGeom>
            <a:avLst/>
            <a:gdLst/>
            <a:ahLst/>
            <a:cxnLst/>
            <a:rect l="l" t="t" r="r" b="b"/>
            <a:pathLst>
              <a:path w="62709" h="29780" extrusionOk="0">
                <a:moveTo>
                  <a:pt x="16598" y="0"/>
                </a:moveTo>
                <a:cubicBezTo>
                  <a:pt x="14140" y="0"/>
                  <a:pt x="11481" y="678"/>
                  <a:pt x="9741" y="1749"/>
                </a:cubicBezTo>
                <a:cubicBezTo>
                  <a:pt x="7613" y="3059"/>
                  <a:pt x="6154" y="4358"/>
                  <a:pt x="5200" y="6739"/>
                </a:cubicBezTo>
                <a:cubicBezTo>
                  <a:pt x="4796" y="7749"/>
                  <a:pt x="4491" y="8799"/>
                  <a:pt x="4149" y="9833"/>
                </a:cubicBezTo>
                <a:cubicBezTo>
                  <a:pt x="3936" y="10478"/>
                  <a:pt x="3711" y="11116"/>
                  <a:pt x="3444" y="11738"/>
                </a:cubicBezTo>
                <a:cubicBezTo>
                  <a:pt x="2806" y="13201"/>
                  <a:pt x="1924" y="14548"/>
                  <a:pt x="1287" y="16013"/>
                </a:cubicBezTo>
                <a:cubicBezTo>
                  <a:pt x="1" y="18971"/>
                  <a:pt x="318" y="23137"/>
                  <a:pt x="4206" y="23823"/>
                </a:cubicBezTo>
                <a:cubicBezTo>
                  <a:pt x="4657" y="23903"/>
                  <a:pt x="5136" y="23934"/>
                  <a:pt x="5629" y="23934"/>
                </a:cubicBezTo>
                <a:cubicBezTo>
                  <a:pt x="7212" y="23934"/>
                  <a:pt x="8951" y="23607"/>
                  <a:pt x="10415" y="23465"/>
                </a:cubicBezTo>
                <a:cubicBezTo>
                  <a:pt x="12591" y="23255"/>
                  <a:pt x="14768" y="23003"/>
                  <a:pt x="16956" y="22951"/>
                </a:cubicBezTo>
                <a:cubicBezTo>
                  <a:pt x="19811" y="22951"/>
                  <a:pt x="22642" y="23077"/>
                  <a:pt x="25203" y="24383"/>
                </a:cubicBezTo>
                <a:cubicBezTo>
                  <a:pt x="27971" y="25797"/>
                  <a:pt x="30741" y="27211"/>
                  <a:pt x="33508" y="28624"/>
                </a:cubicBezTo>
                <a:cubicBezTo>
                  <a:pt x="34621" y="29191"/>
                  <a:pt x="35783" y="29772"/>
                  <a:pt x="37032" y="29780"/>
                </a:cubicBezTo>
                <a:cubicBezTo>
                  <a:pt x="37042" y="29780"/>
                  <a:pt x="37052" y="29780"/>
                  <a:pt x="37062" y="29780"/>
                </a:cubicBezTo>
                <a:cubicBezTo>
                  <a:pt x="39431" y="29780"/>
                  <a:pt x="39460" y="27869"/>
                  <a:pt x="40666" y="26423"/>
                </a:cubicBezTo>
                <a:cubicBezTo>
                  <a:pt x="43271" y="23299"/>
                  <a:pt x="48241" y="23101"/>
                  <a:pt x="51992" y="22864"/>
                </a:cubicBezTo>
                <a:cubicBezTo>
                  <a:pt x="54734" y="22691"/>
                  <a:pt x="57971" y="23043"/>
                  <a:pt x="60552" y="21959"/>
                </a:cubicBezTo>
                <a:cubicBezTo>
                  <a:pt x="61195" y="21689"/>
                  <a:pt x="61823" y="21270"/>
                  <a:pt x="62107" y="20632"/>
                </a:cubicBezTo>
                <a:cubicBezTo>
                  <a:pt x="62709" y="19276"/>
                  <a:pt x="61828" y="17016"/>
                  <a:pt x="61048" y="15886"/>
                </a:cubicBezTo>
                <a:cubicBezTo>
                  <a:pt x="60328" y="14846"/>
                  <a:pt x="59202" y="14137"/>
                  <a:pt x="58011" y="13717"/>
                </a:cubicBezTo>
                <a:cubicBezTo>
                  <a:pt x="56316" y="13120"/>
                  <a:pt x="54531" y="13008"/>
                  <a:pt x="52750" y="13008"/>
                </a:cubicBezTo>
                <a:cubicBezTo>
                  <a:pt x="52138" y="13008"/>
                  <a:pt x="51526" y="13021"/>
                  <a:pt x="50918" y="13033"/>
                </a:cubicBezTo>
                <a:cubicBezTo>
                  <a:pt x="50416" y="13042"/>
                  <a:pt x="49878" y="13091"/>
                  <a:pt x="49346" y="13091"/>
                </a:cubicBezTo>
                <a:cubicBezTo>
                  <a:pt x="48594" y="13091"/>
                  <a:pt x="47854" y="12993"/>
                  <a:pt x="47243" y="12550"/>
                </a:cubicBezTo>
                <a:cubicBezTo>
                  <a:pt x="46258" y="11838"/>
                  <a:pt x="45602" y="10756"/>
                  <a:pt x="44449" y="10336"/>
                </a:cubicBezTo>
                <a:cubicBezTo>
                  <a:pt x="43493" y="9984"/>
                  <a:pt x="42477" y="9819"/>
                  <a:pt x="41459" y="9819"/>
                </a:cubicBezTo>
                <a:cubicBezTo>
                  <a:pt x="40590" y="9819"/>
                  <a:pt x="39719" y="9940"/>
                  <a:pt x="38884" y="10169"/>
                </a:cubicBezTo>
                <a:cubicBezTo>
                  <a:pt x="36981" y="10691"/>
                  <a:pt x="35154" y="12295"/>
                  <a:pt x="33178" y="12295"/>
                </a:cubicBezTo>
                <a:cubicBezTo>
                  <a:pt x="32719" y="12295"/>
                  <a:pt x="32252" y="12208"/>
                  <a:pt x="31774" y="12002"/>
                </a:cubicBezTo>
                <a:cubicBezTo>
                  <a:pt x="29920" y="11203"/>
                  <a:pt x="28835" y="9187"/>
                  <a:pt x="27725" y="7616"/>
                </a:cubicBezTo>
                <a:cubicBezTo>
                  <a:pt x="26378" y="5708"/>
                  <a:pt x="24788" y="3972"/>
                  <a:pt x="23002" y="2463"/>
                </a:cubicBezTo>
                <a:cubicBezTo>
                  <a:pt x="22161" y="1754"/>
                  <a:pt x="21269" y="1092"/>
                  <a:pt x="20261" y="653"/>
                </a:cubicBezTo>
                <a:cubicBezTo>
                  <a:pt x="19222" y="202"/>
                  <a:pt x="17940" y="0"/>
                  <a:pt x="1659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 rot="-5400000">
            <a:off x="6677540" y="2372588"/>
            <a:ext cx="4218082" cy="1691314"/>
          </a:xfrm>
          <a:custGeom>
            <a:avLst/>
            <a:gdLst/>
            <a:ahLst/>
            <a:cxnLst/>
            <a:rect l="l" t="t" r="r" b="b"/>
            <a:pathLst>
              <a:path w="24268" h="19465" extrusionOk="0">
                <a:moveTo>
                  <a:pt x="22470" y="0"/>
                </a:moveTo>
                <a:cubicBezTo>
                  <a:pt x="22208" y="0"/>
                  <a:pt x="21943" y="37"/>
                  <a:pt x="21683" y="75"/>
                </a:cubicBezTo>
                <a:cubicBezTo>
                  <a:pt x="15483" y="968"/>
                  <a:pt x="9163" y="1230"/>
                  <a:pt x="3198" y="3313"/>
                </a:cubicBezTo>
                <a:cubicBezTo>
                  <a:pt x="1817" y="3796"/>
                  <a:pt x="680" y="4505"/>
                  <a:pt x="467" y="6058"/>
                </a:cubicBezTo>
                <a:cubicBezTo>
                  <a:pt x="0" y="9455"/>
                  <a:pt x="87" y="13251"/>
                  <a:pt x="982" y="16572"/>
                </a:cubicBezTo>
                <a:cubicBezTo>
                  <a:pt x="1188" y="17334"/>
                  <a:pt x="1465" y="18108"/>
                  <a:pt x="2018" y="18673"/>
                </a:cubicBezTo>
                <a:cubicBezTo>
                  <a:pt x="2681" y="19353"/>
                  <a:pt x="3483" y="19464"/>
                  <a:pt x="4340" y="19464"/>
                </a:cubicBezTo>
                <a:cubicBezTo>
                  <a:pt x="4527" y="19464"/>
                  <a:pt x="4716" y="19459"/>
                  <a:pt x="4906" y="19453"/>
                </a:cubicBezTo>
                <a:cubicBezTo>
                  <a:pt x="6391" y="19408"/>
                  <a:pt x="7877" y="19386"/>
                  <a:pt x="9359" y="19314"/>
                </a:cubicBezTo>
                <a:cubicBezTo>
                  <a:pt x="12324" y="19170"/>
                  <a:pt x="15290" y="18905"/>
                  <a:pt x="18219" y="18417"/>
                </a:cubicBezTo>
                <a:cubicBezTo>
                  <a:pt x="20783" y="17989"/>
                  <a:pt x="22168" y="15873"/>
                  <a:pt x="22802" y="13513"/>
                </a:cubicBezTo>
                <a:cubicBezTo>
                  <a:pt x="23426" y="11189"/>
                  <a:pt x="23635" y="8779"/>
                  <a:pt x="23809" y="6387"/>
                </a:cubicBezTo>
                <a:cubicBezTo>
                  <a:pt x="23891" y="5241"/>
                  <a:pt x="23923" y="4084"/>
                  <a:pt x="24066" y="2945"/>
                </a:cubicBezTo>
                <a:cubicBezTo>
                  <a:pt x="24172" y="2107"/>
                  <a:pt x="24267" y="1060"/>
                  <a:pt x="23578" y="384"/>
                </a:cubicBezTo>
                <a:cubicBezTo>
                  <a:pt x="23436" y="245"/>
                  <a:pt x="23252" y="135"/>
                  <a:pt x="23018" y="70"/>
                </a:cubicBezTo>
                <a:cubicBezTo>
                  <a:pt x="22840" y="19"/>
                  <a:pt x="22656" y="0"/>
                  <a:pt x="2247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 rot="10800000" flipH="1">
            <a:off x="3180826" y="4552911"/>
            <a:ext cx="2977817" cy="1086362"/>
          </a:xfrm>
          <a:custGeom>
            <a:avLst/>
            <a:gdLst/>
            <a:ahLst/>
            <a:cxnLst/>
            <a:rect l="l" t="t" r="r" b="b"/>
            <a:pathLst>
              <a:path w="29098" h="10616" extrusionOk="0">
                <a:moveTo>
                  <a:pt x="25760" y="0"/>
                </a:moveTo>
                <a:cubicBezTo>
                  <a:pt x="25173" y="0"/>
                  <a:pt x="24571" y="112"/>
                  <a:pt x="23993" y="225"/>
                </a:cubicBezTo>
                <a:cubicBezTo>
                  <a:pt x="19920" y="1032"/>
                  <a:pt x="15815" y="1598"/>
                  <a:pt x="11753" y="2493"/>
                </a:cubicBezTo>
                <a:cubicBezTo>
                  <a:pt x="9724" y="2942"/>
                  <a:pt x="7696" y="3402"/>
                  <a:pt x="5662" y="3834"/>
                </a:cubicBezTo>
                <a:cubicBezTo>
                  <a:pt x="4662" y="4046"/>
                  <a:pt x="3132" y="4069"/>
                  <a:pt x="2245" y="4758"/>
                </a:cubicBezTo>
                <a:cubicBezTo>
                  <a:pt x="0" y="6506"/>
                  <a:pt x="2715" y="9887"/>
                  <a:pt x="4664" y="10404"/>
                </a:cubicBezTo>
                <a:cubicBezTo>
                  <a:pt x="5236" y="10556"/>
                  <a:pt x="5817" y="10615"/>
                  <a:pt x="6403" y="10615"/>
                </a:cubicBezTo>
                <a:cubicBezTo>
                  <a:pt x="7689" y="10615"/>
                  <a:pt x="8998" y="10327"/>
                  <a:pt x="10275" y="10091"/>
                </a:cubicBezTo>
                <a:cubicBezTo>
                  <a:pt x="13133" y="9562"/>
                  <a:pt x="16040" y="9296"/>
                  <a:pt x="18946" y="9296"/>
                </a:cubicBezTo>
                <a:cubicBezTo>
                  <a:pt x="19940" y="9296"/>
                  <a:pt x="20934" y="9327"/>
                  <a:pt x="21927" y="9389"/>
                </a:cubicBezTo>
                <a:cubicBezTo>
                  <a:pt x="22432" y="9421"/>
                  <a:pt x="22916" y="9444"/>
                  <a:pt x="23375" y="9444"/>
                </a:cubicBezTo>
                <a:cubicBezTo>
                  <a:pt x="25741" y="9444"/>
                  <a:pt x="27420" y="8849"/>
                  <a:pt x="27783" y="5910"/>
                </a:cubicBezTo>
                <a:cubicBezTo>
                  <a:pt x="27983" y="4285"/>
                  <a:pt x="29097" y="1127"/>
                  <a:pt x="27055" y="242"/>
                </a:cubicBezTo>
                <a:cubicBezTo>
                  <a:pt x="26644" y="65"/>
                  <a:pt x="26206" y="0"/>
                  <a:pt x="2576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8423993" y="539993"/>
            <a:ext cx="940441" cy="1121916"/>
          </a:xfrm>
          <a:custGeom>
            <a:avLst/>
            <a:gdLst/>
            <a:ahLst/>
            <a:cxnLst/>
            <a:rect l="l" t="t" r="r" b="b"/>
            <a:pathLst>
              <a:path w="32337" h="38577" extrusionOk="0">
                <a:moveTo>
                  <a:pt x="15948" y="0"/>
                </a:moveTo>
                <a:cubicBezTo>
                  <a:pt x="15908" y="0"/>
                  <a:pt x="15867" y="10"/>
                  <a:pt x="15826" y="33"/>
                </a:cubicBezTo>
                <a:cubicBezTo>
                  <a:pt x="15643" y="140"/>
                  <a:pt x="15524" y="501"/>
                  <a:pt x="15466" y="693"/>
                </a:cubicBezTo>
                <a:cubicBezTo>
                  <a:pt x="15156" y="1729"/>
                  <a:pt x="15578" y="2876"/>
                  <a:pt x="15825" y="3879"/>
                </a:cubicBezTo>
                <a:cubicBezTo>
                  <a:pt x="16368" y="6086"/>
                  <a:pt x="16128" y="8476"/>
                  <a:pt x="15165" y="10536"/>
                </a:cubicBezTo>
                <a:cubicBezTo>
                  <a:pt x="15115" y="10646"/>
                  <a:pt x="15013" y="10700"/>
                  <a:pt x="14910" y="10700"/>
                </a:cubicBezTo>
                <a:cubicBezTo>
                  <a:pt x="14806" y="10700"/>
                  <a:pt x="14701" y="10644"/>
                  <a:pt x="14648" y="10533"/>
                </a:cubicBezTo>
                <a:cubicBezTo>
                  <a:pt x="13213" y="7504"/>
                  <a:pt x="10960" y="4867"/>
                  <a:pt x="8194" y="2972"/>
                </a:cubicBezTo>
                <a:cubicBezTo>
                  <a:pt x="8142" y="2937"/>
                  <a:pt x="8087" y="2921"/>
                  <a:pt x="8033" y="2921"/>
                </a:cubicBezTo>
                <a:cubicBezTo>
                  <a:pt x="7861" y="2921"/>
                  <a:pt x="7707" y="3081"/>
                  <a:pt x="7756" y="3275"/>
                </a:cubicBezTo>
                <a:cubicBezTo>
                  <a:pt x="8661" y="6931"/>
                  <a:pt x="11143" y="10176"/>
                  <a:pt x="14444" y="11992"/>
                </a:cubicBezTo>
                <a:cubicBezTo>
                  <a:pt x="14565" y="12058"/>
                  <a:pt x="14622" y="12200"/>
                  <a:pt x="14576" y="12329"/>
                </a:cubicBezTo>
                <a:lnTo>
                  <a:pt x="10786" y="23357"/>
                </a:lnTo>
                <a:cubicBezTo>
                  <a:pt x="10742" y="23486"/>
                  <a:pt x="10632" y="23548"/>
                  <a:pt x="10522" y="23548"/>
                </a:cubicBezTo>
                <a:cubicBezTo>
                  <a:pt x="10398" y="23548"/>
                  <a:pt x="10274" y="23469"/>
                  <a:pt x="10243" y="23320"/>
                </a:cubicBezTo>
                <a:cubicBezTo>
                  <a:pt x="9417" y="19242"/>
                  <a:pt x="8345" y="15214"/>
                  <a:pt x="7031" y="11264"/>
                </a:cubicBezTo>
                <a:cubicBezTo>
                  <a:pt x="6989" y="11137"/>
                  <a:pt x="6875" y="11070"/>
                  <a:pt x="6760" y="11070"/>
                </a:cubicBezTo>
                <a:cubicBezTo>
                  <a:pt x="6662" y="11070"/>
                  <a:pt x="6564" y="11118"/>
                  <a:pt x="6509" y="11218"/>
                </a:cubicBezTo>
                <a:cubicBezTo>
                  <a:pt x="4781" y="14429"/>
                  <a:pt x="3120" y="17885"/>
                  <a:pt x="3566" y="21477"/>
                </a:cubicBezTo>
                <a:cubicBezTo>
                  <a:pt x="3881" y="24015"/>
                  <a:pt x="5224" y="26303"/>
                  <a:pt x="6640" y="28433"/>
                </a:cubicBezTo>
                <a:cubicBezTo>
                  <a:pt x="7193" y="29266"/>
                  <a:pt x="7790" y="30206"/>
                  <a:pt x="7610" y="31189"/>
                </a:cubicBezTo>
                <a:cubicBezTo>
                  <a:pt x="7477" y="31922"/>
                  <a:pt x="6937" y="32503"/>
                  <a:pt x="6407" y="33024"/>
                </a:cubicBezTo>
                <a:cubicBezTo>
                  <a:pt x="4517" y="34887"/>
                  <a:pt x="2454" y="36575"/>
                  <a:pt x="249" y="38056"/>
                </a:cubicBezTo>
                <a:cubicBezTo>
                  <a:pt x="1" y="38224"/>
                  <a:pt x="153" y="38577"/>
                  <a:pt x="403" y="38577"/>
                </a:cubicBezTo>
                <a:cubicBezTo>
                  <a:pt x="442" y="38577"/>
                  <a:pt x="484" y="38568"/>
                  <a:pt x="527" y="38548"/>
                </a:cubicBezTo>
                <a:cubicBezTo>
                  <a:pt x="4427" y="36755"/>
                  <a:pt x="7363" y="33015"/>
                  <a:pt x="9361" y="29117"/>
                </a:cubicBezTo>
                <a:cubicBezTo>
                  <a:pt x="10148" y="27582"/>
                  <a:pt x="10902" y="25913"/>
                  <a:pt x="12347" y="24972"/>
                </a:cubicBezTo>
                <a:cubicBezTo>
                  <a:pt x="13655" y="24121"/>
                  <a:pt x="15291" y="24022"/>
                  <a:pt x="16841" y="23874"/>
                </a:cubicBezTo>
                <a:cubicBezTo>
                  <a:pt x="22094" y="23375"/>
                  <a:pt x="27265" y="22046"/>
                  <a:pt x="32107" y="19952"/>
                </a:cubicBezTo>
                <a:cubicBezTo>
                  <a:pt x="32336" y="19854"/>
                  <a:pt x="32331" y="19523"/>
                  <a:pt x="32102" y="19425"/>
                </a:cubicBezTo>
                <a:cubicBezTo>
                  <a:pt x="30424" y="18700"/>
                  <a:pt x="28601" y="18383"/>
                  <a:pt x="26762" y="18383"/>
                </a:cubicBezTo>
                <a:cubicBezTo>
                  <a:pt x="25652" y="18383"/>
                  <a:pt x="24536" y="18499"/>
                  <a:pt x="23441" y="18710"/>
                </a:cubicBezTo>
                <a:cubicBezTo>
                  <a:pt x="22830" y="18826"/>
                  <a:pt x="22227" y="18973"/>
                  <a:pt x="21634" y="19147"/>
                </a:cubicBezTo>
                <a:cubicBezTo>
                  <a:pt x="18265" y="20132"/>
                  <a:pt x="15188" y="21896"/>
                  <a:pt x="12202" y="23752"/>
                </a:cubicBezTo>
                <a:cubicBezTo>
                  <a:pt x="12153" y="23782"/>
                  <a:pt x="12101" y="23796"/>
                  <a:pt x="12052" y="23796"/>
                </a:cubicBezTo>
                <a:cubicBezTo>
                  <a:pt x="11872" y="23796"/>
                  <a:pt x="11718" y="23617"/>
                  <a:pt x="11784" y="23421"/>
                </a:cubicBezTo>
                <a:lnTo>
                  <a:pt x="14282" y="16129"/>
                </a:lnTo>
                <a:cubicBezTo>
                  <a:pt x="14322" y="16015"/>
                  <a:pt x="14428" y="15941"/>
                  <a:pt x="14549" y="15941"/>
                </a:cubicBezTo>
                <a:cubicBezTo>
                  <a:pt x="14551" y="15941"/>
                  <a:pt x="14554" y="15941"/>
                  <a:pt x="14557" y="15941"/>
                </a:cubicBezTo>
                <a:cubicBezTo>
                  <a:pt x="14748" y="15946"/>
                  <a:pt x="14939" y="15948"/>
                  <a:pt x="15130" y="15948"/>
                </a:cubicBezTo>
                <a:cubicBezTo>
                  <a:pt x="20505" y="15948"/>
                  <a:pt x="25863" y="14000"/>
                  <a:pt x="29978" y="10539"/>
                </a:cubicBezTo>
                <a:cubicBezTo>
                  <a:pt x="30129" y="10413"/>
                  <a:pt x="30106" y="10164"/>
                  <a:pt x="29931" y="10073"/>
                </a:cubicBezTo>
                <a:cubicBezTo>
                  <a:pt x="28725" y="9443"/>
                  <a:pt x="27375" y="9163"/>
                  <a:pt x="26006" y="9163"/>
                </a:cubicBezTo>
                <a:cubicBezTo>
                  <a:pt x="24599" y="9163"/>
                  <a:pt x="23172" y="9459"/>
                  <a:pt x="21865" y="9976"/>
                </a:cubicBezTo>
                <a:cubicBezTo>
                  <a:pt x="19607" y="10868"/>
                  <a:pt x="17641" y="12347"/>
                  <a:pt x="15820" y="13969"/>
                </a:cubicBezTo>
                <a:cubicBezTo>
                  <a:pt x="15762" y="14021"/>
                  <a:pt x="15696" y="14044"/>
                  <a:pt x="15632" y="14044"/>
                </a:cubicBezTo>
                <a:cubicBezTo>
                  <a:pt x="15458" y="14044"/>
                  <a:pt x="15299" y="13877"/>
                  <a:pt x="15360" y="13678"/>
                </a:cubicBezTo>
                <a:cubicBezTo>
                  <a:pt x="15817" y="12182"/>
                  <a:pt x="15728" y="10433"/>
                  <a:pt x="16620" y="9132"/>
                </a:cubicBezTo>
                <a:cubicBezTo>
                  <a:pt x="17340" y="8083"/>
                  <a:pt x="18564" y="7522"/>
                  <a:pt x="19705" y="6964"/>
                </a:cubicBezTo>
                <a:cubicBezTo>
                  <a:pt x="22750" y="5473"/>
                  <a:pt x="25634" y="3650"/>
                  <a:pt x="28285" y="1536"/>
                </a:cubicBezTo>
                <a:cubicBezTo>
                  <a:pt x="28493" y="1368"/>
                  <a:pt x="28370" y="1027"/>
                  <a:pt x="28111" y="1027"/>
                </a:cubicBezTo>
                <a:cubicBezTo>
                  <a:pt x="28104" y="1027"/>
                  <a:pt x="28097" y="1028"/>
                  <a:pt x="28090" y="1028"/>
                </a:cubicBezTo>
                <a:cubicBezTo>
                  <a:pt x="26134" y="1161"/>
                  <a:pt x="24231" y="1863"/>
                  <a:pt x="22518" y="2830"/>
                </a:cubicBezTo>
                <a:cubicBezTo>
                  <a:pt x="20736" y="3836"/>
                  <a:pt x="19132" y="5121"/>
                  <a:pt x="17558" y="6430"/>
                </a:cubicBezTo>
                <a:cubicBezTo>
                  <a:pt x="17503" y="6476"/>
                  <a:pt x="17440" y="6496"/>
                  <a:pt x="17379" y="6496"/>
                </a:cubicBezTo>
                <a:cubicBezTo>
                  <a:pt x="17232" y="6496"/>
                  <a:pt x="17094" y="6379"/>
                  <a:pt x="17095" y="6209"/>
                </a:cubicBezTo>
                <a:cubicBezTo>
                  <a:pt x="17105" y="4674"/>
                  <a:pt x="17015" y="3141"/>
                  <a:pt x="16830" y="1617"/>
                </a:cubicBezTo>
                <a:cubicBezTo>
                  <a:pt x="16772" y="1154"/>
                  <a:pt x="16677" y="636"/>
                  <a:pt x="16365" y="271"/>
                </a:cubicBezTo>
                <a:cubicBezTo>
                  <a:pt x="16266" y="155"/>
                  <a:pt x="16108" y="0"/>
                  <a:pt x="1594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408250" y="362757"/>
            <a:ext cx="8434200" cy="459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301550" y="271625"/>
            <a:ext cx="8434200" cy="4584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2090819" y="3814215"/>
            <a:ext cx="5104800" cy="411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1987313" y="3708862"/>
            <a:ext cx="5104800" cy="411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2580300" y="3744775"/>
            <a:ext cx="3983400" cy="42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ctrTitle"/>
          </p:nvPr>
        </p:nvSpPr>
        <p:spPr>
          <a:xfrm>
            <a:off x="1731750" y="1101475"/>
            <a:ext cx="5680500" cy="228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500">
                <a:solidFill>
                  <a:srgbClr val="191919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 rot="388163">
            <a:off x="6981102" y="-146650"/>
            <a:ext cx="2403702" cy="979144"/>
          </a:xfrm>
          <a:custGeom>
            <a:avLst/>
            <a:gdLst/>
            <a:ahLst/>
            <a:cxnLst/>
            <a:rect l="l" t="t" r="r" b="b"/>
            <a:pathLst>
              <a:path w="24268" h="19465" extrusionOk="0">
                <a:moveTo>
                  <a:pt x="22470" y="0"/>
                </a:moveTo>
                <a:cubicBezTo>
                  <a:pt x="22208" y="0"/>
                  <a:pt x="21943" y="37"/>
                  <a:pt x="21683" y="75"/>
                </a:cubicBezTo>
                <a:cubicBezTo>
                  <a:pt x="15483" y="968"/>
                  <a:pt x="9163" y="1230"/>
                  <a:pt x="3198" y="3313"/>
                </a:cubicBezTo>
                <a:cubicBezTo>
                  <a:pt x="1817" y="3796"/>
                  <a:pt x="680" y="4505"/>
                  <a:pt x="467" y="6058"/>
                </a:cubicBezTo>
                <a:cubicBezTo>
                  <a:pt x="0" y="9455"/>
                  <a:pt x="87" y="13251"/>
                  <a:pt x="982" y="16572"/>
                </a:cubicBezTo>
                <a:cubicBezTo>
                  <a:pt x="1188" y="17334"/>
                  <a:pt x="1465" y="18108"/>
                  <a:pt x="2018" y="18673"/>
                </a:cubicBezTo>
                <a:cubicBezTo>
                  <a:pt x="2681" y="19353"/>
                  <a:pt x="3483" y="19464"/>
                  <a:pt x="4340" y="19464"/>
                </a:cubicBezTo>
                <a:cubicBezTo>
                  <a:pt x="4527" y="19464"/>
                  <a:pt x="4716" y="19459"/>
                  <a:pt x="4906" y="19453"/>
                </a:cubicBezTo>
                <a:cubicBezTo>
                  <a:pt x="6391" y="19408"/>
                  <a:pt x="7877" y="19386"/>
                  <a:pt x="9359" y="19314"/>
                </a:cubicBezTo>
                <a:cubicBezTo>
                  <a:pt x="12324" y="19170"/>
                  <a:pt x="15290" y="18905"/>
                  <a:pt x="18219" y="18417"/>
                </a:cubicBezTo>
                <a:cubicBezTo>
                  <a:pt x="20783" y="17989"/>
                  <a:pt x="22168" y="15873"/>
                  <a:pt x="22802" y="13513"/>
                </a:cubicBezTo>
                <a:cubicBezTo>
                  <a:pt x="23426" y="11189"/>
                  <a:pt x="23635" y="8779"/>
                  <a:pt x="23809" y="6387"/>
                </a:cubicBezTo>
                <a:cubicBezTo>
                  <a:pt x="23891" y="5241"/>
                  <a:pt x="23923" y="4084"/>
                  <a:pt x="24066" y="2945"/>
                </a:cubicBezTo>
                <a:cubicBezTo>
                  <a:pt x="24172" y="2107"/>
                  <a:pt x="24267" y="1060"/>
                  <a:pt x="23578" y="384"/>
                </a:cubicBezTo>
                <a:cubicBezTo>
                  <a:pt x="23436" y="245"/>
                  <a:pt x="23252" y="135"/>
                  <a:pt x="23018" y="70"/>
                </a:cubicBezTo>
                <a:cubicBezTo>
                  <a:pt x="22840" y="19"/>
                  <a:pt x="22656" y="0"/>
                  <a:pt x="2247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109100" y="4340229"/>
            <a:ext cx="610895" cy="659742"/>
          </a:xfrm>
          <a:custGeom>
            <a:avLst/>
            <a:gdLst/>
            <a:ahLst/>
            <a:cxnLst/>
            <a:rect l="l" t="t" r="r" b="b"/>
            <a:pathLst>
              <a:path w="8942" h="9657" extrusionOk="0">
                <a:moveTo>
                  <a:pt x="3337" y="215"/>
                </a:moveTo>
                <a:cubicBezTo>
                  <a:pt x="3806" y="215"/>
                  <a:pt x="4176" y="599"/>
                  <a:pt x="4335" y="1032"/>
                </a:cubicBezTo>
                <a:cubicBezTo>
                  <a:pt x="4502" y="1490"/>
                  <a:pt x="4426" y="1942"/>
                  <a:pt x="4228" y="2374"/>
                </a:cubicBezTo>
                <a:cubicBezTo>
                  <a:pt x="4192" y="2450"/>
                  <a:pt x="4254" y="2519"/>
                  <a:pt x="4319" y="2519"/>
                </a:cubicBezTo>
                <a:cubicBezTo>
                  <a:pt x="4327" y="2519"/>
                  <a:pt x="4334" y="2518"/>
                  <a:pt x="4341" y="2516"/>
                </a:cubicBezTo>
                <a:lnTo>
                  <a:pt x="4341" y="2516"/>
                </a:lnTo>
                <a:cubicBezTo>
                  <a:pt x="4336" y="2563"/>
                  <a:pt x="4382" y="2615"/>
                  <a:pt x="4434" y="2615"/>
                </a:cubicBezTo>
                <a:cubicBezTo>
                  <a:pt x="4447" y="2615"/>
                  <a:pt x="4461" y="2612"/>
                  <a:pt x="4474" y="2604"/>
                </a:cubicBezTo>
                <a:cubicBezTo>
                  <a:pt x="4726" y="2463"/>
                  <a:pt x="5087" y="2327"/>
                  <a:pt x="5398" y="2327"/>
                </a:cubicBezTo>
                <a:cubicBezTo>
                  <a:pt x="5742" y="2327"/>
                  <a:pt x="6025" y="2494"/>
                  <a:pt x="6030" y="3005"/>
                </a:cubicBezTo>
                <a:cubicBezTo>
                  <a:pt x="6035" y="3506"/>
                  <a:pt x="5736" y="4018"/>
                  <a:pt x="5490" y="4437"/>
                </a:cubicBezTo>
                <a:cubicBezTo>
                  <a:pt x="5179" y="4971"/>
                  <a:pt x="4746" y="5462"/>
                  <a:pt x="4850" y="6106"/>
                </a:cubicBezTo>
                <a:cubicBezTo>
                  <a:pt x="4844" y="6123"/>
                  <a:pt x="4837" y="6137"/>
                  <a:pt x="4832" y="6152"/>
                </a:cubicBezTo>
                <a:cubicBezTo>
                  <a:pt x="4815" y="6207"/>
                  <a:pt x="4863" y="6248"/>
                  <a:pt x="4910" y="6248"/>
                </a:cubicBezTo>
                <a:cubicBezTo>
                  <a:pt x="4934" y="6248"/>
                  <a:pt x="4958" y="6237"/>
                  <a:pt x="4973" y="6211"/>
                </a:cubicBezTo>
                <a:cubicBezTo>
                  <a:pt x="5037" y="6052"/>
                  <a:pt x="5138" y="5973"/>
                  <a:pt x="5276" y="5973"/>
                </a:cubicBezTo>
                <a:cubicBezTo>
                  <a:pt x="5415" y="5973"/>
                  <a:pt x="5592" y="6053"/>
                  <a:pt x="5808" y="6213"/>
                </a:cubicBezTo>
                <a:cubicBezTo>
                  <a:pt x="5826" y="6299"/>
                  <a:pt x="5842" y="6386"/>
                  <a:pt x="5857" y="6474"/>
                </a:cubicBezTo>
                <a:cubicBezTo>
                  <a:pt x="5896" y="6700"/>
                  <a:pt x="5922" y="6926"/>
                  <a:pt x="5938" y="7154"/>
                </a:cubicBezTo>
                <a:cubicBezTo>
                  <a:pt x="5963" y="7496"/>
                  <a:pt x="5947" y="7841"/>
                  <a:pt x="5988" y="8183"/>
                </a:cubicBezTo>
                <a:cubicBezTo>
                  <a:pt x="6047" y="8682"/>
                  <a:pt x="6240" y="9140"/>
                  <a:pt x="6695" y="9369"/>
                </a:cubicBezTo>
                <a:cubicBezTo>
                  <a:pt x="6526" y="9322"/>
                  <a:pt x="6361" y="9261"/>
                  <a:pt x="6205" y="9184"/>
                </a:cubicBezTo>
                <a:cubicBezTo>
                  <a:pt x="5340" y="8767"/>
                  <a:pt x="4670" y="8014"/>
                  <a:pt x="4219" y="7180"/>
                </a:cubicBezTo>
                <a:cubicBezTo>
                  <a:pt x="3186" y="5273"/>
                  <a:pt x="3337" y="3064"/>
                  <a:pt x="3392" y="970"/>
                </a:cubicBezTo>
                <a:cubicBezTo>
                  <a:pt x="3393" y="931"/>
                  <a:pt x="3365" y="912"/>
                  <a:pt x="3336" y="912"/>
                </a:cubicBezTo>
                <a:cubicBezTo>
                  <a:pt x="3307" y="912"/>
                  <a:pt x="3276" y="932"/>
                  <a:pt x="3273" y="970"/>
                </a:cubicBezTo>
                <a:cubicBezTo>
                  <a:pt x="3032" y="3688"/>
                  <a:pt x="3006" y="7073"/>
                  <a:pt x="5392" y="8927"/>
                </a:cubicBezTo>
                <a:cubicBezTo>
                  <a:pt x="5544" y="9045"/>
                  <a:pt x="5716" y="9158"/>
                  <a:pt x="5899" y="9261"/>
                </a:cubicBezTo>
                <a:cubicBezTo>
                  <a:pt x="5815" y="9259"/>
                  <a:pt x="5731" y="9258"/>
                  <a:pt x="5647" y="9258"/>
                </a:cubicBezTo>
                <a:cubicBezTo>
                  <a:pt x="5139" y="9258"/>
                  <a:pt x="4630" y="9295"/>
                  <a:pt x="4121" y="9295"/>
                </a:cubicBezTo>
                <a:cubicBezTo>
                  <a:pt x="3894" y="9295"/>
                  <a:pt x="3667" y="9288"/>
                  <a:pt x="3440" y="9266"/>
                </a:cubicBezTo>
                <a:cubicBezTo>
                  <a:pt x="2936" y="9220"/>
                  <a:pt x="2389" y="9107"/>
                  <a:pt x="1967" y="8813"/>
                </a:cubicBezTo>
                <a:cubicBezTo>
                  <a:pt x="1628" y="8577"/>
                  <a:pt x="1307" y="8111"/>
                  <a:pt x="1676" y="7741"/>
                </a:cubicBezTo>
                <a:cubicBezTo>
                  <a:pt x="1814" y="7602"/>
                  <a:pt x="1994" y="7538"/>
                  <a:pt x="2178" y="7538"/>
                </a:cubicBezTo>
                <a:cubicBezTo>
                  <a:pt x="2299" y="7538"/>
                  <a:pt x="2421" y="7566"/>
                  <a:pt x="2535" y="7617"/>
                </a:cubicBezTo>
                <a:cubicBezTo>
                  <a:pt x="2542" y="7620"/>
                  <a:pt x="2549" y="7621"/>
                  <a:pt x="2556" y="7621"/>
                </a:cubicBezTo>
                <a:cubicBezTo>
                  <a:pt x="2597" y="7621"/>
                  <a:pt x="2627" y="7572"/>
                  <a:pt x="2600" y="7540"/>
                </a:cubicBezTo>
                <a:cubicBezTo>
                  <a:pt x="2659" y="7522"/>
                  <a:pt x="2656" y="7422"/>
                  <a:pt x="2592" y="7399"/>
                </a:cubicBezTo>
                <a:cubicBezTo>
                  <a:pt x="1779" y="7103"/>
                  <a:pt x="897" y="6938"/>
                  <a:pt x="430" y="6111"/>
                </a:cubicBezTo>
                <a:cubicBezTo>
                  <a:pt x="188" y="5682"/>
                  <a:pt x="142" y="5121"/>
                  <a:pt x="417" y="4696"/>
                </a:cubicBezTo>
                <a:cubicBezTo>
                  <a:pt x="613" y="4394"/>
                  <a:pt x="923" y="4242"/>
                  <a:pt x="1242" y="4242"/>
                </a:cubicBezTo>
                <a:cubicBezTo>
                  <a:pt x="1427" y="4242"/>
                  <a:pt x="1614" y="4293"/>
                  <a:pt x="1784" y="4396"/>
                </a:cubicBezTo>
                <a:cubicBezTo>
                  <a:pt x="1792" y="4403"/>
                  <a:pt x="1802" y="4409"/>
                  <a:pt x="1810" y="4414"/>
                </a:cubicBezTo>
                <a:cubicBezTo>
                  <a:pt x="1833" y="4429"/>
                  <a:pt x="1856" y="4444"/>
                  <a:pt x="1877" y="4460"/>
                </a:cubicBezTo>
                <a:cubicBezTo>
                  <a:pt x="1882" y="4463"/>
                  <a:pt x="1888" y="4467"/>
                  <a:pt x="1895" y="4468"/>
                </a:cubicBezTo>
                <a:cubicBezTo>
                  <a:pt x="1915" y="4480"/>
                  <a:pt x="1937" y="4494"/>
                  <a:pt x="1959" y="4506"/>
                </a:cubicBezTo>
                <a:cubicBezTo>
                  <a:pt x="1972" y="4514"/>
                  <a:pt x="1986" y="4517"/>
                  <a:pt x="2000" y="4517"/>
                </a:cubicBezTo>
                <a:cubicBezTo>
                  <a:pt x="2067" y="4517"/>
                  <a:pt x="2120" y="4431"/>
                  <a:pt x="2060" y="4373"/>
                </a:cubicBezTo>
                <a:cubicBezTo>
                  <a:pt x="1645" y="3982"/>
                  <a:pt x="1147" y="3684"/>
                  <a:pt x="890" y="3151"/>
                </a:cubicBezTo>
                <a:cubicBezTo>
                  <a:pt x="743" y="2843"/>
                  <a:pt x="669" y="2442"/>
                  <a:pt x="808" y="2123"/>
                </a:cubicBezTo>
                <a:cubicBezTo>
                  <a:pt x="913" y="1880"/>
                  <a:pt x="1061" y="1788"/>
                  <a:pt x="1219" y="1788"/>
                </a:cubicBezTo>
                <a:cubicBezTo>
                  <a:pt x="1517" y="1788"/>
                  <a:pt x="1848" y="2118"/>
                  <a:pt x="1987" y="2370"/>
                </a:cubicBezTo>
                <a:cubicBezTo>
                  <a:pt x="1996" y="2392"/>
                  <a:pt x="2018" y="2398"/>
                  <a:pt x="2037" y="2398"/>
                </a:cubicBezTo>
                <a:cubicBezTo>
                  <a:pt x="2051" y="2425"/>
                  <a:pt x="2076" y="2436"/>
                  <a:pt x="2102" y="2436"/>
                </a:cubicBezTo>
                <a:cubicBezTo>
                  <a:pt x="2149" y="2436"/>
                  <a:pt x="2200" y="2396"/>
                  <a:pt x="2189" y="2334"/>
                </a:cubicBezTo>
                <a:cubicBezTo>
                  <a:pt x="2054" y="1529"/>
                  <a:pt x="2198" y="410"/>
                  <a:pt x="3176" y="230"/>
                </a:cubicBezTo>
                <a:cubicBezTo>
                  <a:pt x="3231" y="220"/>
                  <a:pt x="3284" y="215"/>
                  <a:pt x="3337" y="215"/>
                </a:cubicBezTo>
                <a:close/>
                <a:moveTo>
                  <a:pt x="3334" y="0"/>
                </a:moveTo>
                <a:cubicBezTo>
                  <a:pt x="2208" y="0"/>
                  <a:pt x="1872" y="1201"/>
                  <a:pt x="1988" y="2136"/>
                </a:cubicBezTo>
                <a:cubicBezTo>
                  <a:pt x="1793" y="1825"/>
                  <a:pt x="1463" y="1598"/>
                  <a:pt x="1164" y="1598"/>
                </a:cubicBezTo>
                <a:cubicBezTo>
                  <a:pt x="922" y="1598"/>
                  <a:pt x="700" y="1747"/>
                  <a:pt x="587" y="2122"/>
                </a:cubicBezTo>
                <a:cubicBezTo>
                  <a:pt x="365" y="2866"/>
                  <a:pt x="797" y="3568"/>
                  <a:pt x="1358" y="4069"/>
                </a:cubicBezTo>
                <a:cubicBezTo>
                  <a:pt x="1313" y="4062"/>
                  <a:pt x="1267" y="4058"/>
                  <a:pt x="1222" y="4058"/>
                </a:cubicBezTo>
                <a:cubicBezTo>
                  <a:pt x="587" y="4058"/>
                  <a:pt x="0" y="4732"/>
                  <a:pt x="24" y="5444"/>
                </a:cubicBezTo>
                <a:cubicBezTo>
                  <a:pt x="60" y="6455"/>
                  <a:pt x="980" y="7137"/>
                  <a:pt x="1913" y="7415"/>
                </a:cubicBezTo>
                <a:cubicBezTo>
                  <a:pt x="1366" y="7559"/>
                  <a:pt x="1093" y="8296"/>
                  <a:pt x="1666" y="8829"/>
                </a:cubicBezTo>
                <a:cubicBezTo>
                  <a:pt x="2281" y="9399"/>
                  <a:pt x="3119" y="9523"/>
                  <a:pt x="3988" y="9523"/>
                </a:cubicBezTo>
                <a:cubicBezTo>
                  <a:pt x="4653" y="9523"/>
                  <a:pt x="5335" y="9451"/>
                  <a:pt x="5949" y="9451"/>
                </a:cubicBezTo>
                <a:cubicBezTo>
                  <a:pt x="6074" y="9451"/>
                  <a:pt x="6197" y="9454"/>
                  <a:pt x="6317" y="9461"/>
                </a:cubicBezTo>
                <a:cubicBezTo>
                  <a:pt x="6618" y="9581"/>
                  <a:pt x="6935" y="9657"/>
                  <a:pt x="7243" y="9657"/>
                </a:cubicBezTo>
                <a:cubicBezTo>
                  <a:pt x="7653" y="9657"/>
                  <a:pt x="8047" y="9521"/>
                  <a:pt x="8362" y="9176"/>
                </a:cubicBezTo>
                <a:cubicBezTo>
                  <a:pt x="8941" y="8545"/>
                  <a:pt x="8621" y="7434"/>
                  <a:pt x="7754" y="7434"/>
                </a:cubicBezTo>
                <a:cubicBezTo>
                  <a:pt x="7695" y="7434"/>
                  <a:pt x="7634" y="7439"/>
                  <a:pt x="7570" y="7450"/>
                </a:cubicBezTo>
                <a:cubicBezTo>
                  <a:pt x="7499" y="7462"/>
                  <a:pt x="7513" y="7581"/>
                  <a:pt x="7583" y="7581"/>
                </a:cubicBezTo>
                <a:cubicBezTo>
                  <a:pt x="7585" y="7581"/>
                  <a:pt x="7587" y="7581"/>
                  <a:pt x="7590" y="7581"/>
                </a:cubicBezTo>
                <a:cubicBezTo>
                  <a:pt x="7624" y="7577"/>
                  <a:pt x="7657" y="7576"/>
                  <a:pt x="7690" y="7576"/>
                </a:cubicBezTo>
                <a:cubicBezTo>
                  <a:pt x="8572" y="7576"/>
                  <a:pt x="8673" y="8748"/>
                  <a:pt x="8013" y="9199"/>
                </a:cubicBezTo>
                <a:cubicBezTo>
                  <a:pt x="7767" y="9367"/>
                  <a:pt x="7490" y="9435"/>
                  <a:pt x="7208" y="9435"/>
                </a:cubicBezTo>
                <a:cubicBezTo>
                  <a:pt x="7080" y="9435"/>
                  <a:pt x="6950" y="9421"/>
                  <a:pt x="6822" y="9396"/>
                </a:cubicBezTo>
                <a:cubicBezTo>
                  <a:pt x="6855" y="9376"/>
                  <a:pt x="6870" y="9327"/>
                  <a:pt x="6824" y="9302"/>
                </a:cubicBezTo>
                <a:cubicBezTo>
                  <a:pt x="5701" y="8716"/>
                  <a:pt x="6354" y="7000"/>
                  <a:pt x="5960" y="6010"/>
                </a:cubicBezTo>
                <a:cubicBezTo>
                  <a:pt x="5858" y="5756"/>
                  <a:pt x="5668" y="5648"/>
                  <a:pt x="5472" y="5648"/>
                </a:cubicBezTo>
                <a:cubicBezTo>
                  <a:pt x="5284" y="5648"/>
                  <a:pt x="5090" y="5746"/>
                  <a:pt x="4958" y="5912"/>
                </a:cubicBezTo>
                <a:cubicBezTo>
                  <a:pt x="5011" y="5262"/>
                  <a:pt x="5603" y="4674"/>
                  <a:pt x="5880" y="4118"/>
                </a:cubicBezTo>
                <a:cubicBezTo>
                  <a:pt x="6071" y="3733"/>
                  <a:pt x="6284" y="3274"/>
                  <a:pt x="6215" y="2832"/>
                </a:cubicBezTo>
                <a:cubicBezTo>
                  <a:pt x="6133" y="2313"/>
                  <a:pt x="5766" y="2114"/>
                  <a:pt x="5354" y="2114"/>
                </a:cubicBezTo>
                <a:cubicBezTo>
                  <a:pt x="5032" y="2114"/>
                  <a:pt x="4683" y="2236"/>
                  <a:pt x="4423" y="2423"/>
                </a:cubicBezTo>
                <a:cubicBezTo>
                  <a:pt x="4901" y="1572"/>
                  <a:pt x="4520" y="34"/>
                  <a:pt x="3379" y="1"/>
                </a:cubicBezTo>
                <a:cubicBezTo>
                  <a:pt x="3364" y="0"/>
                  <a:pt x="3349" y="0"/>
                  <a:pt x="33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6135400" y="-418343"/>
            <a:ext cx="1851506" cy="727382"/>
          </a:xfrm>
          <a:custGeom>
            <a:avLst/>
            <a:gdLst/>
            <a:ahLst/>
            <a:cxnLst/>
            <a:rect l="l" t="t" r="r" b="b"/>
            <a:pathLst>
              <a:path w="29098" h="10616" extrusionOk="0">
                <a:moveTo>
                  <a:pt x="25760" y="0"/>
                </a:moveTo>
                <a:cubicBezTo>
                  <a:pt x="25173" y="0"/>
                  <a:pt x="24571" y="112"/>
                  <a:pt x="23993" y="225"/>
                </a:cubicBezTo>
                <a:cubicBezTo>
                  <a:pt x="19920" y="1032"/>
                  <a:pt x="15815" y="1598"/>
                  <a:pt x="11753" y="2493"/>
                </a:cubicBezTo>
                <a:cubicBezTo>
                  <a:pt x="9724" y="2942"/>
                  <a:pt x="7696" y="3402"/>
                  <a:pt x="5662" y="3834"/>
                </a:cubicBezTo>
                <a:cubicBezTo>
                  <a:pt x="4662" y="4046"/>
                  <a:pt x="3132" y="4069"/>
                  <a:pt x="2245" y="4758"/>
                </a:cubicBezTo>
                <a:cubicBezTo>
                  <a:pt x="0" y="6506"/>
                  <a:pt x="2715" y="9887"/>
                  <a:pt x="4664" y="10404"/>
                </a:cubicBezTo>
                <a:cubicBezTo>
                  <a:pt x="5236" y="10556"/>
                  <a:pt x="5817" y="10615"/>
                  <a:pt x="6403" y="10615"/>
                </a:cubicBezTo>
                <a:cubicBezTo>
                  <a:pt x="7689" y="10615"/>
                  <a:pt x="8998" y="10327"/>
                  <a:pt x="10275" y="10091"/>
                </a:cubicBezTo>
                <a:cubicBezTo>
                  <a:pt x="13133" y="9562"/>
                  <a:pt x="16040" y="9296"/>
                  <a:pt x="18946" y="9296"/>
                </a:cubicBezTo>
                <a:cubicBezTo>
                  <a:pt x="19940" y="9296"/>
                  <a:pt x="20934" y="9327"/>
                  <a:pt x="21927" y="9389"/>
                </a:cubicBezTo>
                <a:cubicBezTo>
                  <a:pt x="22432" y="9421"/>
                  <a:pt x="22916" y="9444"/>
                  <a:pt x="23375" y="9444"/>
                </a:cubicBezTo>
                <a:cubicBezTo>
                  <a:pt x="25741" y="9444"/>
                  <a:pt x="27420" y="8849"/>
                  <a:pt x="27783" y="5910"/>
                </a:cubicBezTo>
                <a:cubicBezTo>
                  <a:pt x="27983" y="4285"/>
                  <a:pt x="29097" y="1127"/>
                  <a:pt x="27055" y="242"/>
                </a:cubicBezTo>
                <a:cubicBezTo>
                  <a:pt x="26644" y="65"/>
                  <a:pt x="26206" y="0"/>
                  <a:pt x="2576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8460374" y="-280351"/>
            <a:ext cx="410908" cy="727381"/>
          </a:xfrm>
          <a:custGeom>
            <a:avLst/>
            <a:gdLst/>
            <a:ahLst/>
            <a:cxnLst/>
            <a:rect l="l" t="t" r="r" b="b"/>
            <a:pathLst>
              <a:path w="25063" h="44366" extrusionOk="0">
                <a:moveTo>
                  <a:pt x="7380" y="2738"/>
                </a:moveTo>
                <a:lnTo>
                  <a:pt x="7380" y="2738"/>
                </a:lnTo>
                <a:cubicBezTo>
                  <a:pt x="8131" y="3958"/>
                  <a:pt x="8874" y="5182"/>
                  <a:pt x="9556" y="6436"/>
                </a:cubicBezTo>
                <a:cubicBezTo>
                  <a:pt x="10266" y="7737"/>
                  <a:pt x="10706" y="8999"/>
                  <a:pt x="10679" y="10496"/>
                </a:cubicBezTo>
                <a:cubicBezTo>
                  <a:pt x="10656" y="11725"/>
                  <a:pt x="10368" y="12934"/>
                  <a:pt x="10381" y="14168"/>
                </a:cubicBezTo>
                <a:cubicBezTo>
                  <a:pt x="10405" y="16122"/>
                  <a:pt x="11155" y="18001"/>
                  <a:pt x="11642" y="19874"/>
                </a:cubicBezTo>
                <a:cubicBezTo>
                  <a:pt x="11916" y="20920"/>
                  <a:pt x="12205" y="21966"/>
                  <a:pt x="12444" y="23016"/>
                </a:cubicBezTo>
                <a:cubicBezTo>
                  <a:pt x="12551" y="23487"/>
                  <a:pt x="12632" y="23964"/>
                  <a:pt x="12714" y="24438"/>
                </a:cubicBezTo>
                <a:cubicBezTo>
                  <a:pt x="10780" y="21416"/>
                  <a:pt x="9275" y="17992"/>
                  <a:pt x="8569" y="14458"/>
                </a:cubicBezTo>
                <a:cubicBezTo>
                  <a:pt x="8132" y="12631"/>
                  <a:pt x="7825" y="10759"/>
                  <a:pt x="7720" y="8884"/>
                </a:cubicBezTo>
                <a:cubicBezTo>
                  <a:pt x="7604" y="6814"/>
                  <a:pt x="7736" y="4760"/>
                  <a:pt x="7380" y="2738"/>
                </a:cubicBezTo>
                <a:close/>
                <a:moveTo>
                  <a:pt x="6339" y="1052"/>
                </a:moveTo>
                <a:cubicBezTo>
                  <a:pt x="6362" y="1283"/>
                  <a:pt x="6511" y="1460"/>
                  <a:pt x="6579" y="1676"/>
                </a:cubicBezTo>
                <a:cubicBezTo>
                  <a:pt x="7350" y="4097"/>
                  <a:pt x="7059" y="6537"/>
                  <a:pt x="7203" y="9025"/>
                </a:cubicBezTo>
                <a:cubicBezTo>
                  <a:pt x="7319" y="11083"/>
                  <a:pt x="7677" y="13129"/>
                  <a:pt x="8180" y="15125"/>
                </a:cubicBezTo>
                <a:cubicBezTo>
                  <a:pt x="9011" y="18413"/>
                  <a:pt x="10261" y="21679"/>
                  <a:pt x="12156" y="24510"/>
                </a:cubicBezTo>
                <a:cubicBezTo>
                  <a:pt x="9595" y="22111"/>
                  <a:pt x="7790" y="18727"/>
                  <a:pt x="6763" y="15471"/>
                </a:cubicBezTo>
                <a:cubicBezTo>
                  <a:pt x="5566" y="11676"/>
                  <a:pt x="5840" y="7614"/>
                  <a:pt x="6141" y="3705"/>
                </a:cubicBezTo>
                <a:cubicBezTo>
                  <a:pt x="6208" y="2821"/>
                  <a:pt x="6277" y="1936"/>
                  <a:pt x="6339" y="1052"/>
                </a:cubicBezTo>
                <a:close/>
                <a:moveTo>
                  <a:pt x="20782" y="11365"/>
                </a:moveTo>
                <a:cubicBezTo>
                  <a:pt x="21088" y="11787"/>
                  <a:pt x="21211" y="12322"/>
                  <a:pt x="21345" y="12815"/>
                </a:cubicBezTo>
                <a:cubicBezTo>
                  <a:pt x="21490" y="13347"/>
                  <a:pt x="21690" y="13860"/>
                  <a:pt x="21898" y="14373"/>
                </a:cubicBezTo>
                <a:cubicBezTo>
                  <a:pt x="22232" y="15199"/>
                  <a:pt x="22572" y="16024"/>
                  <a:pt x="22895" y="16855"/>
                </a:cubicBezTo>
                <a:cubicBezTo>
                  <a:pt x="22971" y="17053"/>
                  <a:pt x="23047" y="17254"/>
                  <a:pt x="23120" y="17452"/>
                </a:cubicBezTo>
                <a:cubicBezTo>
                  <a:pt x="23929" y="19630"/>
                  <a:pt x="24549" y="21936"/>
                  <a:pt x="24371" y="24253"/>
                </a:cubicBezTo>
                <a:cubicBezTo>
                  <a:pt x="24132" y="27369"/>
                  <a:pt x="22479" y="30221"/>
                  <a:pt x="22048" y="33317"/>
                </a:cubicBezTo>
                <a:cubicBezTo>
                  <a:pt x="21237" y="30580"/>
                  <a:pt x="20878" y="27706"/>
                  <a:pt x="20993" y="24854"/>
                </a:cubicBezTo>
                <a:cubicBezTo>
                  <a:pt x="21088" y="22515"/>
                  <a:pt x="21497" y="20198"/>
                  <a:pt x="21621" y="17861"/>
                </a:cubicBezTo>
                <a:cubicBezTo>
                  <a:pt x="21677" y="16844"/>
                  <a:pt x="21695" y="15819"/>
                  <a:pt x="21571" y="14803"/>
                </a:cubicBezTo>
                <a:cubicBezTo>
                  <a:pt x="21507" y="14291"/>
                  <a:pt x="21409" y="13780"/>
                  <a:pt x="21256" y="13284"/>
                </a:cubicBezTo>
                <a:cubicBezTo>
                  <a:pt x="21111" y="12798"/>
                  <a:pt x="21024" y="12455"/>
                  <a:pt x="20911" y="11962"/>
                </a:cubicBezTo>
                <a:cubicBezTo>
                  <a:pt x="20875" y="11798"/>
                  <a:pt x="20698" y="11510"/>
                  <a:pt x="20782" y="11365"/>
                </a:cubicBezTo>
                <a:close/>
                <a:moveTo>
                  <a:pt x="20415" y="12011"/>
                </a:moveTo>
                <a:lnTo>
                  <a:pt x="20415" y="12011"/>
                </a:lnTo>
                <a:cubicBezTo>
                  <a:pt x="22081" y="16729"/>
                  <a:pt x="20270" y="21861"/>
                  <a:pt x="20438" y="26750"/>
                </a:cubicBezTo>
                <a:cubicBezTo>
                  <a:pt x="20532" y="29403"/>
                  <a:pt x="21062" y="31948"/>
                  <a:pt x="21808" y="34486"/>
                </a:cubicBezTo>
                <a:cubicBezTo>
                  <a:pt x="21841" y="34600"/>
                  <a:pt x="21875" y="34715"/>
                  <a:pt x="21909" y="34830"/>
                </a:cubicBezTo>
                <a:cubicBezTo>
                  <a:pt x="19548" y="31946"/>
                  <a:pt x="18463" y="27970"/>
                  <a:pt x="17843" y="24371"/>
                </a:cubicBezTo>
                <a:cubicBezTo>
                  <a:pt x="17406" y="21820"/>
                  <a:pt x="18452" y="19513"/>
                  <a:pt x="19144" y="17117"/>
                </a:cubicBezTo>
                <a:cubicBezTo>
                  <a:pt x="19633" y="15431"/>
                  <a:pt x="20050" y="13728"/>
                  <a:pt x="20415" y="12011"/>
                </a:cubicBezTo>
                <a:close/>
                <a:moveTo>
                  <a:pt x="3621" y="26754"/>
                </a:moveTo>
                <a:cubicBezTo>
                  <a:pt x="4423" y="27606"/>
                  <a:pt x="5241" y="28444"/>
                  <a:pt x="6065" y="29272"/>
                </a:cubicBezTo>
                <a:cubicBezTo>
                  <a:pt x="8134" y="31346"/>
                  <a:pt x="10179" y="33555"/>
                  <a:pt x="12389" y="35481"/>
                </a:cubicBezTo>
                <a:cubicBezTo>
                  <a:pt x="13488" y="36438"/>
                  <a:pt x="14657" y="36695"/>
                  <a:pt x="15892" y="37387"/>
                </a:cubicBezTo>
                <a:cubicBezTo>
                  <a:pt x="15950" y="37417"/>
                  <a:pt x="16000" y="37456"/>
                  <a:pt x="16056" y="37489"/>
                </a:cubicBezTo>
                <a:cubicBezTo>
                  <a:pt x="14914" y="37204"/>
                  <a:pt x="13742" y="37078"/>
                  <a:pt x="12552" y="36868"/>
                </a:cubicBezTo>
                <a:cubicBezTo>
                  <a:pt x="9849" y="36397"/>
                  <a:pt x="7996" y="35183"/>
                  <a:pt x="6607" y="32822"/>
                </a:cubicBezTo>
                <a:cubicBezTo>
                  <a:pt x="5611" y="31130"/>
                  <a:pt x="4959" y="29264"/>
                  <a:pt x="4048" y="27529"/>
                </a:cubicBezTo>
                <a:cubicBezTo>
                  <a:pt x="3912" y="27268"/>
                  <a:pt x="3768" y="27009"/>
                  <a:pt x="3621" y="26754"/>
                </a:cubicBezTo>
                <a:close/>
                <a:moveTo>
                  <a:pt x="1544" y="23679"/>
                </a:moveTo>
                <a:cubicBezTo>
                  <a:pt x="4634" y="25852"/>
                  <a:pt x="7704" y="28047"/>
                  <a:pt x="10656" y="30401"/>
                </a:cubicBezTo>
                <a:cubicBezTo>
                  <a:pt x="13439" y="32622"/>
                  <a:pt x="16166" y="34672"/>
                  <a:pt x="17489" y="37953"/>
                </a:cubicBezTo>
                <a:cubicBezTo>
                  <a:pt x="17450" y="37937"/>
                  <a:pt x="17414" y="37919"/>
                  <a:pt x="17375" y="37904"/>
                </a:cubicBezTo>
                <a:cubicBezTo>
                  <a:pt x="17339" y="37873"/>
                  <a:pt x="17303" y="37845"/>
                  <a:pt x="17268" y="37818"/>
                </a:cubicBezTo>
                <a:cubicBezTo>
                  <a:pt x="16247" y="37006"/>
                  <a:pt x="15064" y="36783"/>
                  <a:pt x="13961" y="36116"/>
                </a:cubicBezTo>
                <a:cubicBezTo>
                  <a:pt x="12945" y="35502"/>
                  <a:pt x="12135" y="34591"/>
                  <a:pt x="11296" y="33764"/>
                </a:cubicBezTo>
                <a:cubicBezTo>
                  <a:pt x="8055" y="30568"/>
                  <a:pt x="4702" y="27448"/>
                  <a:pt x="1763" y="23965"/>
                </a:cubicBezTo>
                <a:cubicBezTo>
                  <a:pt x="1691" y="23870"/>
                  <a:pt x="1618" y="23774"/>
                  <a:pt x="1544" y="23679"/>
                </a:cubicBezTo>
                <a:close/>
                <a:moveTo>
                  <a:pt x="6201" y="1"/>
                </a:moveTo>
                <a:cubicBezTo>
                  <a:pt x="6056" y="1"/>
                  <a:pt x="5880" y="91"/>
                  <a:pt x="5872" y="211"/>
                </a:cubicBezTo>
                <a:cubicBezTo>
                  <a:pt x="5589" y="5408"/>
                  <a:pt x="4676" y="11036"/>
                  <a:pt x="6403" y="16074"/>
                </a:cubicBezTo>
                <a:cubicBezTo>
                  <a:pt x="7689" y="19832"/>
                  <a:pt x="9937" y="23684"/>
                  <a:pt x="13235" y="26004"/>
                </a:cubicBezTo>
                <a:cubicBezTo>
                  <a:pt x="14509" y="29550"/>
                  <a:pt x="16586" y="32730"/>
                  <a:pt x="18722" y="35806"/>
                </a:cubicBezTo>
                <a:cubicBezTo>
                  <a:pt x="19798" y="37361"/>
                  <a:pt x="20903" y="38899"/>
                  <a:pt x="21955" y="40470"/>
                </a:cubicBezTo>
                <a:cubicBezTo>
                  <a:pt x="22088" y="40670"/>
                  <a:pt x="22659" y="41270"/>
                  <a:pt x="22407" y="41516"/>
                </a:cubicBezTo>
                <a:cubicBezTo>
                  <a:pt x="22366" y="41555"/>
                  <a:pt x="22306" y="41571"/>
                  <a:pt x="22235" y="41571"/>
                </a:cubicBezTo>
                <a:cubicBezTo>
                  <a:pt x="21945" y="41571"/>
                  <a:pt x="21463" y="41306"/>
                  <a:pt x="21291" y="41226"/>
                </a:cubicBezTo>
                <a:cubicBezTo>
                  <a:pt x="20500" y="40865"/>
                  <a:pt x="19789" y="40338"/>
                  <a:pt x="19214" y="39685"/>
                </a:cubicBezTo>
                <a:cubicBezTo>
                  <a:pt x="19168" y="39634"/>
                  <a:pt x="19124" y="39582"/>
                  <a:pt x="19078" y="39526"/>
                </a:cubicBezTo>
                <a:cubicBezTo>
                  <a:pt x="18187" y="38438"/>
                  <a:pt x="17696" y="37083"/>
                  <a:pt x="16962" y="35885"/>
                </a:cubicBezTo>
                <a:cubicBezTo>
                  <a:pt x="15779" y="33957"/>
                  <a:pt x="14002" y="32483"/>
                  <a:pt x="12235" y="31074"/>
                </a:cubicBezTo>
                <a:cubicBezTo>
                  <a:pt x="8523" y="28120"/>
                  <a:pt x="4706" y="25299"/>
                  <a:pt x="791" y="22622"/>
                </a:cubicBezTo>
                <a:cubicBezTo>
                  <a:pt x="642" y="22518"/>
                  <a:pt x="440" y="22424"/>
                  <a:pt x="268" y="22424"/>
                </a:cubicBezTo>
                <a:cubicBezTo>
                  <a:pt x="160" y="22424"/>
                  <a:pt x="64" y="22460"/>
                  <a:pt x="1" y="22555"/>
                </a:cubicBezTo>
                <a:cubicBezTo>
                  <a:pt x="1410" y="24266"/>
                  <a:pt x="2744" y="26058"/>
                  <a:pt x="3745" y="28038"/>
                </a:cubicBezTo>
                <a:cubicBezTo>
                  <a:pt x="4441" y="29415"/>
                  <a:pt x="4971" y="30869"/>
                  <a:pt x="5684" y="32236"/>
                </a:cubicBezTo>
                <a:cubicBezTo>
                  <a:pt x="6399" y="33602"/>
                  <a:pt x="7329" y="34903"/>
                  <a:pt x="8628" y="35733"/>
                </a:cubicBezTo>
                <a:cubicBezTo>
                  <a:pt x="10387" y="36859"/>
                  <a:pt x="12577" y="36985"/>
                  <a:pt x="14622" y="37404"/>
                </a:cubicBezTo>
                <a:cubicBezTo>
                  <a:pt x="15337" y="37548"/>
                  <a:pt x="16054" y="37736"/>
                  <a:pt x="16702" y="38075"/>
                </a:cubicBezTo>
                <a:cubicBezTo>
                  <a:pt x="17391" y="38435"/>
                  <a:pt x="17980" y="38952"/>
                  <a:pt x="18527" y="39498"/>
                </a:cubicBezTo>
                <a:cubicBezTo>
                  <a:pt x="19077" y="40050"/>
                  <a:pt x="19638" y="40534"/>
                  <a:pt x="20278" y="40989"/>
                </a:cubicBezTo>
                <a:cubicBezTo>
                  <a:pt x="20661" y="41261"/>
                  <a:pt x="21067" y="41511"/>
                  <a:pt x="21513" y="41666"/>
                </a:cubicBezTo>
                <a:cubicBezTo>
                  <a:pt x="21742" y="41745"/>
                  <a:pt x="21981" y="41791"/>
                  <a:pt x="22225" y="41802"/>
                </a:cubicBezTo>
                <a:cubicBezTo>
                  <a:pt x="22250" y="41804"/>
                  <a:pt x="22274" y="41804"/>
                  <a:pt x="22297" y="41804"/>
                </a:cubicBezTo>
                <a:cubicBezTo>
                  <a:pt x="22417" y="41804"/>
                  <a:pt x="22517" y="41788"/>
                  <a:pt x="22609" y="41788"/>
                </a:cubicBezTo>
                <a:cubicBezTo>
                  <a:pt x="22733" y="41788"/>
                  <a:pt x="22842" y="41819"/>
                  <a:pt x="22963" y="41964"/>
                </a:cubicBezTo>
                <a:cubicBezTo>
                  <a:pt x="23132" y="42166"/>
                  <a:pt x="23230" y="42432"/>
                  <a:pt x="23366" y="42657"/>
                </a:cubicBezTo>
                <a:cubicBezTo>
                  <a:pt x="23623" y="43075"/>
                  <a:pt x="23906" y="43503"/>
                  <a:pt x="24105" y="43951"/>
                </a:cubicBezTo>
                <a:cubicBezTo>
                  <a:pt x="24181" y="44098"/>
                  <a:pt x="24263" y="44255"/>
                  <a:pt x="24410" y="44334"/>
                </a:cubicBezTo>
                <a:cubicBezTo>
                  <a:pt x="24452" y="44355"/>
                  <a:pt x="24500" y="44366"/>
                  <a:pt x="24548" y="44366"/>
                </a:cubicBezTo>
                <a:cubicBezTo>
                  <a:pt x="24670" y="44366"/>
                  <a:pt x="24791" y="44300"/>
                  <a:pt x="24806" y="44183"/>
                </a:cubicBezTo>
                <a:cubicBezTo>
                  <a:pt x="24819" y="44098"/>
                  <a:pt x="24773" y="44018"/>
                  <a:pt x="24729" y="43944"/>
                </a:cubicBezTo>
                <a:cubicBezTo>
                  <a:pt x="24297" y="43210"/>
                  <a:pt x="23863" y="42478"/>
                  <a:pt x="23413" y="41753"/>
                </a:cubicBezTo>
                <a:cubicBezTo>
                  <a:pt x="23379" y="41699"/>
                  <a:pt x="23343" y="41644"/>
                  <a:pt x="23328" y="41580"/>
                </a:cubicBezTo>
                <a:cubicBezTo>
                  <a:pt x="23327" y="41581"/>
                  <a:pt x="23326" y="41582"/>
                  <a:pt x="23325" y="41582"/>
                </a:cubicBezTo>
                <a:cubicBezTo>
                  <a:pt x="23322" y="41582"/>
                  <a:pt x="23322" y="41578"/>
                  <a:pt x="23322" y="41573"/>
                </a:cubicBezTo>
                <a:cubicBezTo>
                  <a:pt x="23281" y="41396"/>
                  <a:pt x="23385" y="41123"/>
                  <a:pt x="23405" y="40948"/>
                </a:cubicBezTo>
                <a:cubicBezTo>
                  <a:pt x="23439" y="40662"/>
                  <a:pt x="23461" y="40375"/>
                  <a:pt x="23464" y="40087"/>
                </a:cubicBezTo>
                <a:cubicBezTo>
                  <a:pt x="23472" y="39531"/>
                  <a:pt x="23426" y="38975"/>
                  <a:pt x="23345" y="38423"/>
                </a:cubicBezTo>
                <a:cubicBezTo>
                  <a:pt x="23263" y="37868"/>
                  <a:pt x="23143" y="37319"/>
                  <a:pt x="23009" y="36775"/>
                </a:cubicBezTo>
                <a:cubicBezTo>
                  <a:pt x="22881" y="36268"/>
                  <a:pt x="22649" y="35733"/>
                  <a:pt x="22580" y="35217"/>
                </a:cubicBezTo>
                <a:cubicBezTo>
                  <a:pt x="22053" y="31182"/>
                  <a:pt x="24835" y="27672"/>
                  <a:pt x="24950" y="23672"/>
                </a:cubicBezTo>
                <a:cubicBezTo>
                  <a:pt x="25063" y="19745"/>
                  <a:pt x="23333" y="16006"/>
                  <a:pt x="21844" y="12466"/>
                </a:cubicBezTo>
                <a:cubicBezTo>
                  <a:pt x="21492" y="11627"/>
                  <a:pt x="21144" y="10789"/>
                  <a:pt x="20821" y="9938"/>
                </a:cubicBezTo>
                <a:cubicBezTo>
                  <a:pt x="20802" y="9886"/>
                  <a:pt x="20740" y="9865"/>
                  <a:pt x="20666" y="9865"/>
                </a:cubicBezTo>
                <a:cubicBezTo>
                  <a:pt x="20519" y="9865"/>
                  <a:pt x="20322" y="9949"/>
                  <a:pt x="20306" y="10044"/>
                </a:cubicBezTo>
                <a:cubicBezTo>
                  <a:pt x="19818" y="12663"/>
                  <a:pt x="19206" y="15274"/>
                  <a:pt x="18440" y="17825"/>
                </a:cubicBezTo>
                <a:cubicBezTo>
                  <a:pt x="17774" y="20053"/>
                  <a:pt x="16918" y="22142"/>
                  <a:pt x="17326" y="24504"/>
                </a:cubicBezTo>
                <a:cubicBezTo>
                  <a:pt x="18011" y="28487"/>
                  <a:pt x="19247" y="32894"/>
                  <a:pt x="22158" y="35838"/>
                </a:cubicBezTo>
                <a:cubicBezTo>
                  <a:pt x="22171" y="35854"/>
                  <a:pt x="22191" y="35864"/>
                  <a:pt x="22217" y="35870"/>
                </a:cubicBezTo>
                <a:cubicBezTo>
                  <a:pt x="22692" y="37530"/>
                  <a:pt x="23093" y="39256"/>
                  <a:pt x="22899" y="40956"/>
                </a:cubicBezTo>
                <a:cubicBezTo>
                  <a:pt x="19690" y="36049"/>
                  <a:pt x="15740" y="31368"/>
                  <a:pt x="13760" y="25888"/>
                </a:cubicBezTo>
                <a:cubicBezTo>
                  <a:pt x="13767" y="25865"/>
                  <a:pt x="13763" y="25844"/>
                  <a:pt x="13752" y="25821"/>
                </a:cubicBezTo>
                <a:cubicBezTo>
                  <a:pt x="13171" y="23807"/>
                  <a:pt x="12693" y="21763"/>
                  <a:pt x="12164" y="19734"/>
                </a:cubicBezTo>
                <a:cubicBezTo>
                  <a:pt x="11484" y="17122"/>
                  <a:pt x="10757" y="14865"/>
                  <a:pt x="11055" y="12116"/>
                </a:cubicBezTo>
                <a:cubicBezTo>
                  <a:pt x="11278" y="10030"/>
                  <a:pt x="11179" y="8375"/>
                  <a:pt x="10181" y="6480"/>
                </a:cubicBezTo>
                <a:cubicBezTo>
                  <a:pt x="9021" y="4281"/>
                  <a:pt x="7651" y="2207"/>
                  <a:pt x="6372" y="78"/>
                </a:cubicBezTo>
                <a:cubicBezTo>
                  <a:pt x="6340" y="24"/>
                  <a:pt x="6274" y="1"/>
                  <a:pt x="620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408256" y="1236270"/>
            <a:ext cx="8434200" cy="3720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08256" y="362778"/>
            <a:ext cx="8434200" cy="680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301550" y="271623"/>
            <a:ext cx="8434200" cy="680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301550" y="1147100"/>
            <a:ext cx="8434200" cy="3709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4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987500" cy="564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"/>
          <p:cNvSpPr txBox="1">
            <a:spLocks noGrp="1"/>
          </p:cNvSpPr>
          <p:nvPr>
            <p:ph type="body" idx="1"/>
          </p:nvPr>
        </p:nvSpPr>
        <p:spPr>
          <a:xfrm>
            <a:off x="720000" y="1391325"/>
            <a:ext cx="7704000" cy="321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5275" rtl="0">
              <a:spcBef>
                <a:spcPts val="0"/>
              </a:spcBef>
              <a:spcAft>
                <a:spcPts val="0"/>
              </a:spcAft>
              <a:buSzPts val="1050"/>
              <a:buChar char="●"/>
              <a:defRPr sz="1000"/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BLANK_1_1_1_1_1_1_1">
    <p:bg>
      <p:bgPr>
        <a:solidFill>
          <a:schemeClr val="accent5"/>
        </a:solidFill>
        <a:effectLst/>
      </p:bgPr>
    </p:bg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accent3"/>
        </a:solidFill>
        <a:effectLst/>
      </p:bgPr>
    </p:bg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athway Gothic One"/>
              <a:buNone/>
              <a:defRPr sz="31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391325"/>
            <a:ext cx="7704000" cy="32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73" r:id="rId4"/>
    <p:sldLayoutId id="2147483674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3"/>
          <p:cNvSpPr txBox="1">
            <a:spLocks noGrp="1"/>
          </p:cNvSpPr>
          <p:nvPr>
            <p:ph type="subTitle" idx="1"/>
          </p:nvPr>
        </p:nvSpPr>
        <p:spPr>
          <a:xfrm>
            <a:off x="2477236" y="3751499"/>
            <a:ext cx="4189528" cy="42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GOMEZ| LEE | MACASAET | SAN JUAN</a:t>
            </a:r>
            <a:endParaRPr sz="1600" dirty="0"/>
          </a:p>
        </p:txBody>
      </p:sp>
      <p:sp>
        <p:nvSpPr>
          <p:cNvPr id="415" name="Google Shape;415;p33"/>
          <p:cNvSpPr txBox="1">
            <a:spLocks noGrp="1"/>
          </p:cNvSpPr>
          <p:nvPr>
            <p:ph type="ctrTitle"/>
          </p:nvPr>
        </p:nvSpPr>
        <p:spPr>
          <a:xfrm>
            <a:off x="1025368" y="1289734"/>
            <a:ext cx="7163479" cy="228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sz="5400" dirty="0">
                <a:solidFill>
                  <a:schemeClr val="accent4"/>
                </a:solidFill>
              </a:rPr>
              <a:t> </a:t>
            </a:r>
            <a:br>
              <a:rPr lang="en" sz="5400" dirty="0"/>
            </a:br>
            <a:r>
              <a:rPr lang="en" sz="7200" dirty="0"/>
              <a:t>DESIGNING A</a:t>
            </a:r>
            <a:br>
              <a:rPr lang="en" sz="7200" dirty="0"/>
            </a:br>
            <a:r>
              <a:rPr lang="en" sz="7200" dirty="0">
                <a:solidFill>
                  <a:schemeClr val="accent4"/>
                </a:solidFill>
              </a:rPr>
              <a:t>NETWORK</a:t>
            </a:r>
            <a:endParaRPr sz="54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4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9875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TOPOLOGY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F62327-F754-4249-99A3-ED9F4DED4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250" y="1261703"/>
            <a:ext cx="7987500" cy="34941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4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9875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BACKGROUND/SCENARIO</a:t>
            </a:r>
            <a:endParaRPr dirty="0"/>
          </a:p>
        </p:txBody>
      </p:sp>
      <p:sp>
        <p:nvSpPr>
          <p:cNvPr id="423" name="Google Shape;423;p34"/>
          <p:cNvSpPr txBox="1">
            <a:spLocks noGrp="1"/>
          </p:cNvSpPr>
          <p:nvPr>
            <p:ph type="body" idx="1"/>
          </p:nvPr>
        </p:nvSpPr>
        <p:spPr>
          <a:xfrm>
            <a:off x="720000" y="1391325"/>
            <a:ext cx="7704000" cy="32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400" b="0" i="0" u="none" strike="noStrike" dirty="0" err="1">
                <a:solidFill>
                  <a:srgbClr val="000000"/>
                </a:solidFill>
                <a:effectLst/>
                <a:latin typeface="Nunito" panose="020B0604020202020204" charset="0"/>
              </a:rPr>
              <a:t>Etherchannel</a:t>
            </a:r>
            <a:endParaRPr lang="en-US" sz="2400" b="0" i="0" u="none" strike="noStrike" dirty="0">
              <a:solidFill>
                <a:srgbClr val="000000"/>
              </a:solidFill>
              <a:effectLst/>
              <a:latin typeface="Nunito" panose="020B0604020202020204" charset="0"/>
            </a:endParaRPr>
          </a:p>
          <a:p>
            <a:pPr marL="742950" lvl="1" indent="-28575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rgbClr val="000000"/>
                </a:solidFill>
                <a:latin typeface="Nunito" panose="020B0604020202020204" charset="0"/>
              </a:rPr>
              <a:t>FLOOR 4</a:t>
            </a:r>
          </a:p>
          <a:p>
            <a:pPr marL="457200" lvl="1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500" dirty="0">
                <a:solidFill>
                  <a:srgbClr val="000000"/>
                </a:solidFill>
                <a:latin typeface="Nunito" panose="020B0604020202020204" charset="0"/>
              </a:rPr>
              <a:t>	- Modes: Auto and Desirable </a:t>
            </a:r>
            <a:endParaRPr lang="en-PH" sz="1500" dirty="0">
              <a:solidFill>
                <a:srgbClr val="000000"/>
              </a:solidFill>
              <a:latin typeface="Nunito" panose="020B0604020202020204" charset="0"/>
            </a:endParaRPr>
          </a:p>
          <a:p>
            <a:pPr marL="285750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it-IT" sz="2400" dirty="0">
                <a:solidFill>
                  <a:srgbClr val="000000"/>
                </a:solidFill>
                <a:latin typeface="Nunito" panose="020B0604020202020204" charset="0"/>
              </a:rPr>
              <a:t>IPv6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it-IT" sz="1100" dirty="0">
                <a:solidFill>
                  <a:srgbClr val="000000"/>
                </a:solidFill>
                <a:latin typeface="Nunito" panose="020B0604020202020204" charset="0"/>
              </a:rPr>
              <a:t>	- Stateless DHCPv6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it-IT" sz="1100" dirty="0">
                <a:solidFill>
                  <a:srgbClr val="000000"/>
                </a:solidFill>
                <a:latin typeface="Nunito" panose="020B0604020202020204" charset="0"/>
              </a:rPr>
              <a:t>	- Auto config</a:t>
            </a:r>
          </a:p>
          <a:p>
            <a:pPr marL="285750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endParaRPr lang="en-US" sz="1100" dirty="0">
              <a:solidFill>
                <a:srgbClr val="000000"/>
              </a:solidFill>
              <a:latin typeface="Nunito" panose="020B060402020202020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43BE2BB-EEF0-494E-9F3A-BF61CBBF2087}"/>
              </a:ext>
            </a:extLst>
          </p:cNvPr>
          <p:cNvGrpSpPr/>
          <p:nvPr/>
        </p:nvGrpSpPr>
        <p:grpSpPr>
          <a:xfrm rot="1447952">
            <a:off x="7965541" y="873092"/>
            <a:ext cx="1158287" cy="765214"/>
            <a:chOff x="6518491" y="1599754"/>
            <a:chExt cx="1158287" cy="765214"/>
          </a:xfrm>
        </p:grpSpPr>
        <p:sp>
          <p:nvSpPr>
            <p:cNvPr id="4" name="Google Shape;417;p33">
              <a:extLst>
                <a:ext uri="{FF2B5EF4-FFF2-40B4-BE49-F238E27FC236}">
                  <a16:creationId xmlns:a16="http://schemas.microsoft.com/office/drawing/2014/main" id="{01DAF2A5-5940-4EEC-9C6C-C815D26A15C7}"/>
                </a:ext>
              </a:extLst>
            </p:cNvPr>
            <p:cNvSpPr/>
            <p:nvPr/>
          </p:nvSpPr>
          <p:spPr>
            <a:xfrm>
              <a:off x="6518491" y="1599754"/>
              <a:ext cx="728908" cy="614944"/>
            </a:xfrm>
            <a:custGeom>
              <a:avLst/>
              <a:gdLst/>
              <a:ahLst/>
              <a:cxnLst/>
              <a:rect l="l" t="t" r="r" b="b"/>
              <a:pathLst>
                <a:path w="13828" h="11666" extrusionOk="0">
                  <a:moveTo>
                    <a:pt x="11902" y="622"/>
                  </a:moveTo>
                  <a:cubicBezTo>
                    <a:pt x="11993" y="622"/>
                    <a:pt x="12084" y="623"/>
                    <a:pt x="12176" y="626"/>
                  </a:cubicBezTo>
                  <a:cubicBezTo>
                    <a:pt x="11748" y="854"/>
                    <a:pt x="11336" y="1117"/>
                    <a:pt x="10943" y="1400"/>
                  </a:cubicBezTo>
                  <a:cubicBezTo>
                    <a:pt x="10565" y="1156"/>
                    <a:pt x="10148" y="999"/>
                    <a:pt x="9708" y="944"/>
                  </a:cubicBezTo>
                  <a:cubicBezTo>
                    <a:pt x="10413" y="725"/>
                    <a:pt x="11153" y="622"/>
                    <a:pt x="11902" y="622"/>
                  </a:cubicBezTo>
                  <a:close/>
                  <a:moveTo>
                    <a:pt x="9181" y="1132"/>
                  </a:moveTo>
                  <a:cubicBezTo>
                    <a:pt x="9191" y="1137"/>
                    <a:pt x="9204" y="1138"/>
                    <a:pt x="9215" y="1138"/>
                  </a:cubicBezTo>
                  <a:cubicBezTo>
                    <a:pt x="9219" y="1138"/>
                    <a:pt x="9223" y="1138"/>
                    <a:pt x="9227" y="1138"/>
                  </a:cubicBezTo>
                  <a:cubicBezTo>
                    <a:pt x="9787" y="1138"/>
                    <a:pt x="10315" y="1253"/>
                    <a:pt x="10812" y="1497"/>
                  </a:cubicBezTo>
                  <a:cubicBezTo>
                    <a:pt x="10488" y="1739"/>
                    <a:pt x="10174" y="1996"/>
                    <a:pt x="9880" y="2259"/>
                  </a:cubicBezTo>
                  <a:cubicBezTo>
                    <a:pt x="9845" y="2290"/>
                    <a:pt x="9811" y="2323"/>
                    <a:pt x="9777" y="2356"/>
                  </a:cubicBezTo>
                  <a:cubicBezTo>
                    <a:pt x="9795" y="2326"/>
                    <a:pt x="9795" y="2287"/>
                    <a:pt x="9762" y="2266"/>
                  </a:cubicBezTo>
                  <a:cubicBezTo>
                    <a:pt x="9330" y="1986"/>
                    <a:pt x="8732" y="1780"/>
                    <a:pt x="8170" y="1780"/>
                  </a:cubicBezTo>
                  <a:cubicBezTo>
                    <a:pt x="8094" y="1780"/>
                    <a:pt x="8019" y="1784"/>
                    <a:pt x="7945" y="1791"/>
                  </a:cubicBezTo>
                  <a:cubicBezTo>
                    <a:pt x="8337" y="1525"/>
                    <a:pt x="8749" y="1305"/>
                    <a:pt x="9181" y="1132"/>
                  </a:cubicBezTo>
                  <a:close/>
                  <a:moveTo>
                    <a:pt x="8294" y="2015"/>
                  </a:moveTo>
                  <a:cubicBezTo>
                    <a:pt x="8380" y="2015"/>
                    <a:pt x="8467" y="2019"/>
                    <a:pt x="8554" y="2030"/>
                  </a:cubicBezTo>
                  <a:cubicBezTo>
                    <a:pt x="8963" y="2079"/>
                    <a:pt x="9335" y="2210"/>
                    <a:pt x="9706" y="2382"/>
                  </a:cubicBezTo>
                  <a:cubicBezTo>
                    <a:pt x="9714" y="2386"/>
                    <a:pt x="9721" y="2388"/>
                    <a:pt x="9728" y="2388"/>
                  </a:cubicBezTo>
                  <a:cubicBezTo>
                    <a:pt x="9736" y="2388"/>
                    <a:pt x="9744" y="2385"/>
                    <a:pt x="9752" y="2382"/>
                  </a:cubicBezTo>
                  <a:lnTo>
                    <a:pt x="9752" y="2382"/>
                  </a:lnTo>
                  <a:cubicBezTo>
                    <a:pt x="9557" y="2562"/>
                    <a:pt x="9371" y="2750"/>
                    <a:pt x="9196" y="2942"/>
                  </a:cubicBezTo>
                  <a:cubicBezTo>
                    <a:pt x="9191" y="2914"/>
                    <a:pt x="9176" y="2889"/>
                    <a:pt x="9148" y="2875"/>
                  </a:cubicBezTo>
                  <a:cubicBezTo>
                    <a:pt x="8661" y="2622"/>
                    <a:pt x="8130" y="2482"/>
                    <a:pt x="7595" y="2482"/>
                  </a:cubicBezTo>
                  <a:cubicBezTo>
                    <a:pt x="7411" y="2482"/>
                    <a:pt x="7227" y="2498"/>
                    <a:pt x="7044" y="2533"/>
                  </a:cubicBezTo>
                  <a:cubicBezTo>
                    <a:pt x="7212" y="2366"/>
                    <a:pt x="7397" y="2209"/>
                    <a:pt x="7589" y="2056"/>
                  </a:cubicBezTo>
                  <a:cubicBezTo>
                    <a:pt x="7826" y="2047"/>
                    <a:pt x="8058" y="2015"/>
                    <a:pt x="8294" y="2015"/>
                  </a:cubicBezTo>
                  <a:close/>
                  <a:moveTo>
                    <a:pt x="12367" y="868"/>
                  </a:moveTo>
                  <a:cubicBezTo>
                    <a:pt x="12076" y="1395"/>
                    <a:pt x="11953" y="1991"/>
                    <a:pt x="11856" y="2596"/>
                  </a:cubicBezTo>
                  <a:cubicBezTo>
                    <a:pt x="11835" y="2729"/>
                    <a:pt x="11812" y="2860"/>
                    <a:pt x="11793" y="2991"/>
                  </a:cubicBezTo>
                  <a:cubicBezTo>
                    <a:pt x="11636" y="2513"/>
                    <a:pt x="11334" y="2078"/>
                    <a:pt x="10968" y="1739"/>
                  </a:cubicBezTo>
                  <a:cubicBezTo>
                    <a:pt x="11415" y="1423"/>
                    <a:pt x="11883" y="1133"/>
                    <a:pt x="12367" y="868"/>
                  </a:cubicBezTo>
                  <a:close/>
                  <a:moveTo>
                    <a:pt x="7606" y="2726"/>
                  </a:moveTo>
                  <a:cubicBezTo>
                    <a:pt x="8095" y="2726"/>
                    <a:pt x="8574" y="2832"/>
                    <a:pt x="9045" y="3069"/>
                  </a:cubicBezTo>
                  <a:cubicBezTo>
                    <a:pt x="9053" y="3073"/>
                    <a:pt x="9061" y="3076"/>
                    <a:pt x="9070" y="3078"/>
                  </a:cubicBezTo>
                  <a:cubicBezTo>
                    <a:pt x="8873" y="3295"/>
                    <a:pt x="8688" y="3521"/>
                    <a:pt x="8510" y="3752"/>
                  </a:cubicBezTo>
                  <a:lnTo>
                    <a:pt x="8500" y="3742"/>
                  </a:lnTo>
                  <a:cubicBezTo>
                    <a:pt x="8081" y="3488"/>
                    <a:pt x="7623" y="3369"/>
                    <a:pt x="7162" y="3369"/>
                  </a:cubicBezTo>
                  <a:cubicBezTo>
                    <a:pt x="6817" y="3369"/>
                    <a:pt x="6471" y="3435"/>
                    <a:pt x="6137" y="3562"/>
                  </a:cubicBezTo>
                  <a:cubicBezTo>
                    <a:pt x="6329" y="3307"/>
                    <a:pt x="6536" y="3061"/>
                    <a:pt x="6754" y="2826"/>
                  </a:cubicBezTo>
                  <a:cubicBezTo>
                    <a:pt x="7042" y="2761"/>
                    <a:pt x="7326" y="2726"/>
                    <a:pt x="7606" y="2726"/>
                  </a:cubicBezTo>
                  <a:close/>
                  <a:moveTo>
                    <a:pt x="7086" y="3587"/>
                  </a:moveTo>
                  <a:cubicBezTo>
                    <a:pt x="7532" y="3587"/>
                    <a:pt x="7976" y="3699"/>
                    <a:pt x="8399" y="3899"/>
                  </a:cubicBezTo>
                  <a:cubicBezTo>
                    <a:pt x="8191" y="4177"/>
                    <a:pt x="7990" y="4464"/>
                    <a:pt x="7800" y="4758"/>
                  </a:cubicBezTo>
                  <a:cubicBezTo>
                    <a:pt x="7790" y="4748"/>
                    <a:pt x="7780" y="4740"/>
                    <a:pt x="7765" y="4734"/>
                  </a:cubicBezTo>
                  <a:cubicBezTo>
                    <a:pt x="7219" y="4528"/>
                    <a:pt x="6648" y="4435"/>
                    <a:pt x="6072" y="4435"/>
                  </a:cubicBezTo>
                  <a:cubicBezTo>
                    <a:pt x="5891" y="4435"/>
                    <a:pt x="5709" y="4444"/>
                    <a:pt x="5527" y="4462"/>
                  </a:cubicBezTo>
                  <a:cubicBezTo>
                    <a:pt x="5661" y="4241"/>
                    <a:pt x="5802" y="4027"/>
                    <a:pt x="5951" y="3817"/>
                  </a:cubicBezTo>
                  <a:cubicBezTo>
                    <a:pt x="5961" y="3820"/>
                    <a:pt x="5972" y="3823"/>
                    <a:pt x="5983" y="3823"/>
                  </a:cubicBezTo>
                  <a:cubicBezTo>
                    <a:pt x="5994" y="3823"/>
                    <a:pt x="6005" y="3820"/>
                    <a:pt x="6018" y="3816"/>
                  </a:cubicBezTo>
                  <a:cubicBezTo>
                    <a:pt x="6368" y="3659"/>
                    <a:pt x="6728" y="3587"/>
                    <a:pt x="7086" y="3587"/>
                  </a:cubicBezTo>
                  <a:close/>
                  <a:moveTo>
                    <a:pt x="10762" y="1893"/>
                  </a:moveTo>
                  <a:cubicBezTo>
                    <a:pt x="11246" y="2333"/>
                    <a:pt x="11523" y="2855"/>
                    <a:pt x="11712" y="3456"/>
                  </a:cubicBezTo>
                  <a:cubicBezTo>
                    <a:pt x="11622" y="3932"/>
                    <a:pt x="11511" y="4405"/>
                    <a:pt x="11349" y="4871"/>
                  </a:cubicBezTo>
                  <a:cubicBezTo>
                    <a:pt x="11334" y="4905"/>
                    <a:pt x="11320" y="4941"/>
                    <a:pt x="11308" y="4977"/>
                  </a:cubicBezTo>
                  <a:cubicBezTo>
                    <a:pt x="11112" y="4046"/>
                    <a:pt x="10711" y="3145"/>
                    <a:pt x="10148" y="2382"/>
                  </a:cubicBezTo>
                  <a:cubicBezTo>
                    <a:pt x="10346" y="2210"/>
                    <a:pt x="10551" y="2048"/>
                    <a:pt x="10762" y="1893"/>
                  </a:cubicBezTo>
                  <a:close/>
                  <a:moveTo>
                    <a:pt x="6023" y="4652"/>
                  </a:moveTo>
                  <a:cubicBezTo>
                    <a:pt x="6592" y="4652"/>
                    <a:pt x="7146" y="4734"/>
                    <a:pt x="7711" y="4884"/>
                  </a:cubicBezTo>
                  <a:lnTo>
                    <a:pt x="7716" y="4884"/>
                  </a:lnTo>
                  <a:cubicBezTo>
                    <a:pt x="7638" y="5007"/>
                    <a:pt x="7561" y="5130"/>
                    <a:pt x="7486" y="5254"/>
                  </a:cubicBezTo>
                  <a:cubicBezTo>
                    <a:pt x="7489" y="5220"/>
                    <a:pt x="7472" y="5184"/>
                    <a:pt x="7430" y="5167"/>
                  </a:cubicBezTo>
                  <a:cubicBezTo>
                    <a:pt x="7004" y="5014"/>
                    <a:pt x="6566" y="4941"/>
                    <a:pt x="6125" y="4941"/>
                  </a:cubicBezTo>
                  <a:cubicBezTo>
                    <a:pt x="5814" y="4941"/>
                    <a:pt x="5500" y="4978"/>
                    <a:pt x="5190" y="5048"/>
                  </a:cubicBezTo>
                  <a:cubicBezTo>
                    <a:pt x="5257" y="4927"/>
                    <a:pt x="5325" y="4806"/>
                    <a:pt x="5394" y="4684"/>
                  </a:cubicBezTo>
                  <a:lnTo>
                    <a:pt x="5399" y="4684"/>
                  </a:lnTo>
                  <a:cubicBezTo>
                    <a:pt x="5610" y="4662"/>
                    <a:pt x="5817" y="4652"/>
                    <a:pt x="6023" y="4652"/>
                  </a:cubicBezTo>
                  <a:close/>
                  <a:moveTo>
                    <a:pt x="6110" y="5154"/>
                  </a:moveTo>
                  <a:cubicBezTo>
                    <a:pt x="6531" y="5154"/>
                    <a:pt x="6950" y="5217"/>
                    <a:pt x="7374" y="5334"/>
                  </a:cubicBezTo>
                  <a:cubicBezTo>
                    <a:pt x="7383" y="5336"/>
                    <a:pt x="7391" y="5337"/>
                    <a:pt x="7398" y="5337"/>
                  </a:cubicBezTo>
                  <a:cubicBezTo>
                    <a:pt x="7415" y="5337"/>
                    <a:pt x="7431" y="5333"/>
                    <a:pt x="7443" y="5326"/>
                  </a:cubicBezTo>
                  <a:lnTo>
                    <a:pt x="7443" y="5326"/>
                  </a:lnTo>
                  <a:cubicBezTo>
                    <a:pt x="7271" y="5607"/>
                    <a:pt x="7106" y="5894"/>
                    <a:pt x="6942" y="6182"/>
                  </a:cubicBezTo>
                  <a:cubicBezTo>
                    <a:pt x="6916" y="6229"/>
                    <a:pt x="6887" y="6278"/>
                    <a:pt x="6860" y="6327"/>
                  </a:cubicBezTo>
                  <a:cubicBezTo>
                    <a:pt x="6457" y="6131"/>
                    <a:pt x="5990" y="6017"/>
                    <a:pt x="5529" y="6017"/>
                  </a:cubicBezTo>
                  <a:cubicBezTo>
                    <a:pt x="5222" y="6017"/>
                    <a:pt x="4917" y="6067"/>
                    <a:pt x="4635" y="6179"/>
                  </a:cubicBezTo>
                  <a:cubicBezTo>
                    <a:pt x="4664" y="6108"/>
                    <a:pt x="4695" y="6038"/>
                    <a:pt x="4728" y="5969"/>
                  </a:cubicBezTo>
                  <a:cubicBezTo>
                    <a:pt x="4836" y="5737"/>
                    <a:pt x="4951" y="5506"/>
                    <a:pt x="5072" y="5277"/>
                  </a:cubicBezTo>
                  <a:cubicBezTo>
                    <a:pt x="5076" y="5277"/>
                    <a:pt x="5080" y="5278"/>
                    <a:pt x="5085" y="5278"/>
                  </a:cubicBezTo>
                  <a:cubicBezTo>
                    <a:pt x="5093" y="5278"/>
                    <a:pt x="5101" y="5277"/>
                    <a:pt x="5109" y="5274"/>
                  </a:cubicBezTo>
                  <a:cubicBezTo>
                    <a:pt x="5446" y="5193"/>
                    <a:pt x="5779" y="5154"/>
                    <a:pt x="6110" y="5154"/>
                  </a:cubicBezTo>
                  <a:close/>
                  <a:moveTo>
                    <a:pt x="5512" y="6265"/>
                  </a:moveTo>
                  <a:cubicBezTo>
                    <a:pt x="5932" y="6265"/>
                    <a:pt x="6337" y="6325"/>
                    <a:pt x="6775" y="6476"/>
                  </a:cubicBezTo>
                  <a:cubicBezTo>
                    <a:pt x="6581" y="6820"/>
                    <a:pt x="6383" y="7172"/>
                    <a:pt x="6170" y="7520"/>
                  </a:cubicBezTo>
                  <a:cubicBezTo>
                    <a:pt x="5751" y="7293"/>
                    <a:pt x="5247" y="7143"/>
                    <a:pt x="4754" y="7143"/>
                  </a:cubicBezTo>
                  <a:cubicBezTo>
                    <a:pt x="4577" y="7143"/>
                    <a:pt x="4401" y="7162"/>
                    <a:pt x="4231" y="7205"/>
                  </a:cubicBezTo>
                  <a:cubicBezTo>
                    <a:pt x="4349" y="6894"/>
                    <a:pt x="4461" y="6589"/>
                    <a:pt x="4581" y="6303"/>
                  </a:cubicBezTo>
                  <a:cubicBezTo>
                    <a:pt x="4596" y="6322"/>
                    <a:pt x="4618" y="6335"/>
                    <a:pt x="4643" y="6335"/>
                  </a:cubicBezTo>
                  <a:cubicBezTo>
                    <a:pt x="4646" y="6335"/>
                    <a:pt x="4648" y="6334"/>
                    <a:pt x="4651" y="6334"/>
                  </a:cubicBezTo>
                  <a:cubicBezTo>
                    <a:pt x="4954" y="6291"/>
                    <a:pt x="5237" y="6265"/>
                    <a:pt x="5512" y="6265"/>
                  </a:cubicBezTo>
                  <a:close/>
                  <a:moveTo>
                    <a:pt x="9975" y="2533"/>
                  </a:moveTo>
                  <a:cubicBezTo>
                    <a:pt x="10501" y="3392"/>
                    <a:pt x="10911" y="4262"/>
                    <a:pt x="11218" y="5216"/>
                  </a:cubicBezTo>
                  <a:cubicBezTo>
                    <a:pt x="11104" y="5508"/>
                    <a:pt x="10976" y="5792"/>
                    <a:pt x="10837" y="6071"/>
                  </a:cubicBezTo>
                  <a:cubicBezTo>
                    <a:pt x="10696" y="4999"/>
                    <a:pt x="10156" y="4022"/>
                    <a:pt x="9317" y="3315"/>
                  </a:cubicBezTo>
                  <a:cubicBezTo>
                    <a:pt x="9298" y="3299"/>
                    <a:pt x="9280" y="3292"/>
                    <a:pt x="9262" y="3292"/>
                  </a:cubicBezTo>
                  <a:cubicBezTo>
                    <a:pt x="9188" y="3292"/>
                    <a:pt x="9133" y="3409"/>
                    <a:pt x="9207" y="3475"/>
                  </a:cubicBezTo>
                  <a:cubicBezTo>
                    <a:pt x="10058" y="4220"/>
                    <a:pt x="10572" y="5239"/>
                    <a:pt x="10695" y="6345"/>
                  </a:cubicBezTo>
                  <a:cubicBezTo>
                    <a:pt x="10475" y="6753"/>
                    <a:pt x="10230" y="7146"/>
                    <a:pt x="9958" y="7520"/>
                  </a:cubicBezTo>
                  <a:cubicBezTo>
                    <a:pt x="9994" y="6375"/>
                    <a:pt x="9269" y="5048"/>
                    <a:pt x="8458" y="4374"/>
                  </a:cubicBezTo>
                  <a:cubicBezTo>
                    <a:pt x="8445" y="4362"/>
                    <a:pt x="8430" y="4358"/>
                    <a:pt x="8416" y="4358"/>
                  </a:cubicBezTo>
                  <a:cubicBezTo>
                    <a:pt x="8405" y="4358"/>
                    <a:pt x="8394" y="4360"/>
                    <a:pt x="8384" y="4365"/>
                  </a:cubicBezTo>
                  <a:cubicBezTo>
                    <a:pt x="8636" y="3997"/>
                    <a:pt x="8906" y="3639"/>
                    <a:pt x="9209" y="3302"/>
                  </a:cubicBezTo>
                  <a:cubicBezTo>
                    <a:pt x="9454" y="3028"/>
                    <a:pt x="9709" y="2773"/>
                    <a:pt x="9975" y="2533"/>
                  </a:cubicBezTo>
                  <a:close/>
                  <a:moveTo>
                    <a:pt x="8330" y="4442"/>
                  </a:moveTo>
                  <a:lnTo>
                    <a:pt x="8330" y="4442"/>
                  </a:lnTo>
                  <a:cubicBezTo>
                    <a:pt x="8328" y="4460"/>
                    <a:pt x="8333" y="4478"/>
                    <a:pt x="8348" y="4495"/>
                  </a:cubicBezTo>
                  <a:cubicBezTo>
                    <a:pt x="8782" y="4992"/>
                    <a:pt x="9160" y="5499"/>
                    <a:pt x="9412" y="6115"/>
                  </a:cubicBezTo>
                  <a:cubicBezTo>
                    <a:pt x="9641" y="6671"/>
                    <a:pt x="9665" y="7216"/>
                    <a:pt x="9754" y="7786"/>
                  </a:cubicBezTo>
                  <a:cubicBezTo>
                    <a:pt x="9608" y="7980"/>
                    <a:pt x="9454" y="8165"/>
                    <a:pt x="9294" y="8342"/>
                  </a:cubicBezTo>
                  <a:cubicBezTo>
                    <a:pt x="9313" y="7154"/>
                    <a:pt x="8939" y="5745"/>
                    <a:pt x="8107" y="4946"/>
                  </a:cubicBezTo>
                  <a:cubicBezTo>
                    <a:pt x="8088" y="4929"/>
                    <a:pt x="8066" y="4923"/>
                    <a:pt x="8045" y="4923"/>
                  </a:cubicBezTo>
                  <a:cubicBezTo>
                    <a:pt x="8036" y="4923"/>
                    <a:pt x="8026" y="4924"/>
                    <a:pt x="8017" y="4927"/>
                  </a:cubicBezTo>
                  <a:cubicBezTo>
                    <a:pt x="8119" y="4763"/>
                    <a:pt x="8224" y="4601"/>
                    <a:pt x="8330" y="4442"/>
                  </a:cubicBezTo>
                  <a:close/>
                  <a:moveTo>
                    <a:pt x="4654" y="7393"/>
                  </a:moveTo>
                  <a:cubicBezTo>
                    <a:pt x="5138" y="7393"/>
                    <a:pt x="5588" y="7461"/>
                    <a:pt x="6067" y="7687"/>
                  </a:cubicBezTo>
                  <a:cubicBezTo>
                    <a:pt x="5887" y="7974"/>
                    <a:pt x="5697" y="8255"/>
                    <a:pt x="5494" y="8522"/>
                  </a:cubicBezTo>
                  <a:cubicBezTo>
                    <a:pt x="5486" y="8519"/>
                    <a:pt x="5478" y="8512"/>
                    <a:pt x="5469" y="8509"/>
                  </a:cubicBezTo>
                  <a:cubicBezTo>
                    <a:pt x="5110" y="8359"/>
                    <a:pt x="4734" y="8293"/>
                    <a:pt x="4355" y="8293"/>
                  </a:cubicBezTo>
                  <a:cubicBezTo>
                    <a:pt x="4148" y="8293"/>
                    <a:pt x="3940" y="8313"/>
                    <a:pt x="3733" y="8348"/>
                  </a:cubicBezTo>
                  <a:cubicBezTo>
                    <a:pt x="3889" y="8047"/>
                    <a:pt x="4025" y="7732"/>
                    <a:pt x="4151" y="7412"/>
                  </a:cubicBezTo>
                  <a:cubicBezTo>
                    <a:pt x="4324" y="7400"/>
                    <a:pt x="4491" y="7393"/>
                    <a:pt x="4654" y="7393"/>
                  </a:cubicBezTo>
                  <a:close/>
                  <a:moveTo>
                    <a:pt x="4223" y="8516"/>
                  </a:moveTo>
                  <a:cubicBezTo>
                    <a:pt x="4608" y="8516"/>
                    <a:pt x="4987" y="8579"/>
                    <a:pt x="5371" y="8682"/>
                  </a:cubicBezTo>
                  <a:cubicBezTo>
                    <a:pt x="5286" y="8790"/>
                    <a:pt x="5196" y="8895"/>
                    <a:pt x="5106" y="8996"/>
                  </a:cubicBezTo>
                  <a:cubicBezTo>
                    <a:pt x="4769" y="8865"/>
                    <a:pt x="4416" y="8805"/>
                    <a:pt x="4059" y="8805"/>
                  </a:cubicBezTo>
                  <a:cubicBezTo>
                    <a:pt x="3848" y="8805"/>
                    <a:pt x="3635" y="8826"/>
                    <a:pt x="3424" y="8866"/>
                  </a:cubicBezTo>
                  <a:cubicBezTo>
                    <a:pt x="3489" y="8772"/>
                    <a:pt x="3552" y="8672"/>
                    <a:pt x="3610" y="8571"/>
                  </a:cubicBezTo>
                  <a:cubicBezTo>
                    <a:pt x="3818" y="8533"/>
                    <a:pt x="4021" y="8516"/>
                    <a:pt x="4223" y="8516"/>
                  </a:cubicBezTo>
                  <a:close/>
                  <a:moveTo>
                    <a:pt x="7962" y="5015"/>
                  </a:moveTo>
                  <a:cubicBezTo>
                    <a:pt x="7963" y="5023"/>
                    <a:pt x="7963" y="5031"/>
                    <a:pt x="7968" y="5040"/>
                  </a:cubicBezTo>
                  <a:cubicBezTo>
                    <a:pt x="8271" y="5650"/>
                    <a:pt x="8643" y="6187"/>
                    <a:pt x="8844" y="6851"/>
                  </a:cubicBezTo>
                  <a:cubicBezTo>
                    <a:pt x="9011" y="7406"/>
                    <a:pt x="9083" y="7970"/>
                    <a:pt x="9106" y="8543"/>
                  </a:cubicBezTo>
                  <a:cubicBezTo>
                    <a:pt x="9048" y="8609"/>
                    <a:pt x="8988" y="8669"/>
                    <a:pt x="8927" y="8731"/>
                  </a:cubicBezTo>
                  <a:cubicBezTo>
                    <a:pt x="8726" y="8934"/>
                    <a:pt x="8513" y="9126"/>
                    <a:pt x="8296" y="9314"/>
                  </a:cubicBezTo>
                  <a:cubicBezTo>
                    <a:pt x="8355" y="8301"/>
                    <a:pt x="7978" y="7324"/>
                    <a:pt x="7266" y="6583"/>
                  </a:cubicBezTo>
                  <a:cubicBezTo>
                    <a:pt x="7244" y="6560"/>
                    <a:pt x="7218" y="6550"/>
                    <a:pt x="7192" y="6550"/>
                  </a:cubicBezTo>
                  <a:cubicBezTo>
                    <a:pt x="7113" y="6550"/>
                    <a:pt x="7041" y="6643"/>
                    <a:pt x="7109" y="6720"/>
                  </a:cubicBezTo>
                  <a:cubicBezTo>
                    <a:pt x="7782" y="7489"/>
                    <a:pt x="8119" y="8448"/>
                    <a:pt x="8119" y="9460"/>
                  </a:cubicBezTo>
                  <a:cubicBezTo>
                    <a:pt x="7703" y="9798"/>
                    <a:pt x="7258" y="10108"/>
                    <a:pt x="6792" y="10376"/>
                  </a:cubicBezTo>
                  <a:cubicBezTo>
                    <a:pt x="7171" y="9430"/>
                    <a:pt x="7078" y="8334"/>
                    <a:pt x="6554" y="7457"/>
                  </a:cubicBezTo>
                  <a:cubicBezTo>
                    <a:pt x="7036" y="6648"/>
                    <a:pt x="7471" y="5814"/>
                    <a:pt x="7962" y="5015"/>
                  </a:cubicBezTo>
                  <a:close/>
                  <a:moveTo>
                    <a:pt x="4077" y="8984"/>
                  </a:moveTo>
                  <a:cubicBezTo>
                    <a:pt x="4388" y="8984"/>
                    <a:pt x="4694" y="9029"/>
                    <a:pt x="5003" y="9108"/>
                  </a:cubicBezTo>
                  <a:cubicBezTo>
                    <a:pt x="4599" y="9540"/>
                    <a:pt x="4141" y="9910"/>
                    <a:pt x="3601" y="10171"/>
                  </a:cubicBezTo>
                  <a:cubicBezTo>
                    <a:pt x="3388" y="10273"/>
                    <a:pt x="3159" y="10358"/>
                    <a:pt x="2918" y="10415"/>
                  </a:cubicBezTo>
                  <a:cubicBezTo>
                    <a:pt x="2938" y="10399"/>
                    <a:pt x="2949" y="10376"/>
                    <a:pt x="2946" y="10345"/>
                  </a:cubicBezTo>
                  <a:cubicBezTo>
                    <a:pt x="2907" y="10075"/>
                    <a:pt x="2742" y="9854"/>
                    <a:pt x="2514" y="9731"/>
                  </a:cubicBezTo>
                  <a:cubicBezTo>
                    <a:pt x="2841" y="9545"/>
                    <a:pt x="3108" y="9289"/>
                    <a:pt x="3332" y="8993"/>
                  </a:cubicBezTo>
                  <a:cubicBezTo>
                    <a:pt x="3345" y="9027"/>
                    <a:pt x="3372" y="9052"/>
                    <a:pt x="3412" y="9052"/>
                  </a:cubicBezTo>
                  <a:cubicBezTo>
                    <a:pt x="3419" y="9052"/>
                    <a:pt x="3425" y="9052"/>
                    <a:pt x="3432" y="9050"/>
                  </a:cubicBezTo>
                  <a:cubicBezTo>
                    <a:pt x="3651" y="9005"/>
                    <a:pt x="3865" y="8984"/>
                    <a:pt x="4077" y="8984"/>
                  </a:cubicBezTo>
                  <a:close/>
                  <a:moveTo>
                    <a:pt x="328" y="9168"/>
                  </a:moveTo>
                  <a:lnTo>
                    <a:pt x="328" y="9168"/>
                  </a:lnTo>
                  <a:cubicBezTo>
                    <a:pt x="423" y="9419"/>
                    <a:pt x="611" y="9633"/>
                    <a:pt x="861" y="9787"/>
                  </a:cubicBezTo>
                  <a:cubicBezTo>
                    <a:pt x="958" y="9846"/>
                    <a:pt x="1059" y="9892"/>
                    <a:pt x="1164" y="9923"/>
                  </a:cubicBezTo>
                  <a:cubicBezTo>
                    <a:pt x="1231" y="9988"/>
                    <a:pt x="1310" y="10050"/>
                    <a:pt x="1369" y="10122"/>
                  </a:cubicBezTo>
                  <a:cubicBezTo>
                    <a:pt x="1449" y="10214"/>
                    <a:pt x="1509" y="10315"/>
                    <a:pt x="1557" y="10427"/>
                  </a:cubicBezTo>
                  <a:cubicBezTo>
                    <a:pt x="1334" y="10368"/>
                    <a:pt x="1120" y="10276"/>
                    <a:pt x="923" y="10142"/>
                  </a:cubicBezTo>
                  <a:cubicBezTo>
                    <a:pt x="593" y="9919"/>
                    <a:pt x="331" y="9564"/>
                    <a:pt x="328" y="9168"/>
                  </a:cubicBezTo>
                  <a:close/>
                  <a:moveTo>
                    <a:pt x="2306" y="9836"/>
                  </a:moveTo>
                  <a:cubicBezTo>
                    <a:pt x="2548" y="9913"/>
                    <a:pt x="2742" y="10124"/>
                    <a:pt x="2794" y="10376"/>
                  </a:cubicBezTo>
                  <a:cubicBezTo>
                    <a:pt x="2800" y="10409"/>
                    <a:pt x="2823" y="10425"/>
                    <a:pt x="2846" y="10430"/>
                  </a:cubicBezTo>
                  <a:cubicBezTo>
                    <a:pt x="2630" y="10478"/>
                    <a:pt x="2409" y="10505"/>
                    <a:pt x="2190" y="10505"/>
                  </a:cubicBezTo>
                  <a:cubicBezTo>
                    <a:pt x="2030" y="10505"/>
                    <a:pt x="1870" y="10491"/>
                    <a:pt x="1714" y="10461"/>
                  </a:cubicBezTo>
                  <a:lnTo>
                    <a:pt x="1714" y="10456"/>
                  </a:lnTo>
                  <a:cubicBezTo>
                    <a:pt x="1670" y="10309"/>
                    <a:pt x="1590" y="10129"/>
                    <a:pt x="1477" y="9983"/>
                  </a:cubicBezTo>
                  <a:lnTo>
                    <a:pt x="1477" y="9983"/>
                  </a:lnTo>
                  <a:cubicBezTo>
                    <a:pt x="1518" y="9987"/>
                    <a:pt x="1559" y="9988"/>
                    <a:pt x="1600" y="9988"/>
                  </a:cubicBezTo>
                  <a:cubicBezTo>
                    <a:pt x="1840" y="9988"/>
                    <a:pt x="2080" y="9932"/>
                    <a:pt x="2306" y="9836"/>
                  </a:cubicBezTo>
                  <a:close/>
                  <a:moveTo>
                    <a:pt x="6430" y="7666"/>
                  </a:moveTo>
                  <a:cubicBezTo>
                    <a:pt x="6833" y="8538"/>
                    <a:pt x="6906" y="9458"/>
                    <a:pt x="6661" y="10402"/>
                  </a:cubicBezTo>
                  <a:cubicBezTo>
                    <a:pt x="6656" y="10420"/>
                    <a:pt x="6659" y="10435"/>
                    <a:pt x="6664" y="10448"/>
                  </a:cubicBezTo>
                  <a:cubicBezTo>
                    <a:pt x="6489" y="10543"/>
                    <a:pt x="6311" y="10638"/>
                    <a:pt x="6129" y="10721"/>
                  </a:cubicBezTo>
                  <a:cubicBezTo>
                    <a:pt x="6365" y="9954"/>
                    <a:pt x="6317" y="9126"/>
                    <a:pt x="5952" y="8396"/>
                  </a:cubicBezTo>
                  <a:cubicBezTo>
                    <a:pt x="6100" y="8185"/>
                    <a:pt x="6242" y="7972"/>
                    <a:pt x="6373" y="7759"/>
                  </a:cubicBezTo>
                  <a:cubicBezTo>
                    <a:pt x="6391" y="7728"/>
                    <a:pt x="6409" y="7699"/>
                    <a:pt x="6430" y="7666"/>
                  </a:cubicBezTo>
                  <a:close/>
                  <a:moveTo>
                    <a:pt x="1040" y="10571"/>
                  </a:moveTo>
                  <a:lnTo>
                    <a:pt x="1040" y="10571"/>
                  </a:lnTo>
                  <a:cubicBezTo>
                    <a:pt x="1311" y="10685"/>
                    <a:pt x="1614" y="10754"/>
                    <a:pt x="1915" y="10783"/>
                  </a:cubicBezTo>
                  <a:cubicBezTo>
                    <a:pt x="1905" y="10792"/>
                    <a:pt x="1894" y="10801"/>
                    <a:pt x="1882" y="10810"/>
                  </a:cubicBezTo>
                  <a:cubicBezTo>
                    <a:pt x="1815" y="10867"/>
                    <a:pt x="1750" y="10927"/>
                    <a:pt x="1681" y="10988"/>
                  </a:cubicBezTo>
                  <a:cubicBezTo>
                    <a:pt x="1450" y="10870"/>
                    <a:pt x="1238" y="10731"/>
                    <a:pt x="1040" y="10571"/>
                  </a:cubicBezTo>
                  <a:close/>
                  <a:moveTo>
                    <a:pt x="5811" y="8600"/>
                  </a:moveTo>
                  <a:cubicBezTo>
                    <a:pt x="6064" y="9338"/>
                    <a:pt x="6100" y="10081"/>
                    <a:pt x="5883" y="10834"/>
                  </a:cubicBezTo>
                  <a:cubicBezTo>
                    <a:pt x="5532" y="10981"/>
                    <a:pt x="5173" y="11106"/>
                    <a:pt x="4807" y="11201"/>
                  </a:cubicBezTo>
                  <a:cubicBezTo>
                    <a:pt x="4731" y="11220"/>
                    <a:pt x="4655" y="11237"/>
                    <a:pt x="4578" y="11255"/>
                  </a:cubicBezTo>
                  <a:cubicBezTo>
                    <a:pt x="4774" y="10810"/>
                    <a:pt x="4869" y="10302"/>
                    <a:pt x="4758" y="9829"/>
                  </a:cubicBezTo>
                  <a:cubicBezTo>
                    <a:pt x="4754" y="9811"/>
                    <a:pt x="4745" y="9798"/>
                    <a:pt x="4731" y="9790"/>
                  </a:cubicBezTo>
                  <a:cubicBezTo>
                    <a:pt x="5134" y="9443"/>
                    <a:pt x="5492" y="9032"/>
                    <a:pt x="5811" y="8600"/>
                  </a:cubicBezTo>
                  <a:close/>
                  <a:moveTo>
                    <a:pt x="3519" y="10551"/>
                  </a:moveTo>
                  <a:cubicBezTo>
                    <a:pt x="3489" y="10693"/>
                    <a:pt x="3468" y="10836"/>
                    <a:pt x="3406" y="10973"/>
                  </a:cubicBezTo>
                  <a:cubicBezTo>
                    <a:pt x="3337" y="11124"/>
                    <a:pt x="3236" y="11258"/>
                    <a:pt x="3118" y="11373"/>
                  </a:cubicBezTo>
                  <a:cubicBezTo>
                    <a:pt x="2797" y="11348"/>
                    <a:pt x="2478" y="11291"/>
                    <a:pt x="2169" y="11189"/>
                  </a:cubicBezTo>
                  <a:cubicBezTo>
                    <a:pt x="2061" y="11155"/>
                    <a:pt x="1956" y="11114"/>
                    <a:pt x="1853" y="11070"/>
                  </a:cubicBezTo>
                  <a:cubicBezTo>
                    <a:pt x="1899" y="11031"/>
                    <a:pt x="1940" y="10990"/>
                    <a:pt x="1979" y="10959"/>
                  </a:cubicBezTo>
                  <a:cubicBezTo>
                    <a:pt x="2041" y="10908"/>
                    <a:pt x="2112" y="10857"/>
                    <a:pt x="2177" y="10801"/>
                  </a:cubicBezTo>
                  <a:cubicBezTo>
                    <a:pt x="2208" y="10802"/>
                    <a:pt x="2240" y="10803"/>
                    <a:pt x="2271" y="10803"/>
                  </a:cubicBezTo>
                  <a:cubicBezTo>
                    <a:pt x="2549" y="10803"/>
                    <a:pt x="2817" y="10770"/>
                    <a:pt x="3048" y="10711"/>
                  </a:cubicBezTo>
                  <a:cubicBezTo>
                    <a:pt x="3211" y="10669"/>
                    <a:pt x="3367" y="10615"/>
                    <a:pt x="3519" y="10551"/>
                  </a:cubicBezTo>
                  <a:close/>
                  <a:moveTo>
                    <a:pt x="4633" y="9872"/>
                  </a:moveTo>
                  <a:lnTo>
                    <a:pt x="4633" y="9872"/>
                  </a:lnTo>
                  <a:cubicBezTo>
                    <a:pt x="4571" y="10366"/>
                    <a:pt x="4519" y="10829"/>
                    <a:pt x="4371" y="11299"/>
                  </a:cubicBezTo>
                  <a:cubicBezTo>
                    <a:pt x="4067" y="11352"/>
                    <a:pt x="3756" y="11384"/>
                    <a:pt x="3447" y="11384"/>
                  </a:cubicBezTo>
                  <a:cubicBezTo>
                    <a:pt x="3412" y="11384"/>
                    <a:pt x="3377" y="11383"/>
                    <a:pt x="3342" y="11382"/>
                  </a:cubicBezTo>
                  <a:cubicBezTo>
                    <a:pt x="3584" y="11140"/>
                    <a:pt x="3758" y="10793"/>
                    <a:pt x="3694" y="10474"/>
                  </a:cubicBezTo>
                  <a:cubicBezTo>
                    <a:pt x="4033" y="10317"/>
                    <a:pt x="4345" y="10109"/>
                    <a:pt x="4633" y="9872"/>
                  </a:cubicBezTo>
                  <a:close/>
                  <a:moveTo>
                    <a:pt x="13712" y="1"/>
                  </a:moveTo>
                  <a:cubicBezTo>
                    <a:pt x="13705" y="1"/>
                    <a:pt x="13697" y="2"/>
                    <a:pt x="13689" y="4"/>
                  </a:cubicBezTo>
                  <a:cubicBezTo>
                    <a:pt x="13346" y="103"/>
                    <a:pt x="13009" y="230"/>
                    <a:pt x="12678" y="379"/>
                  </a:cubicBezTo>
                  <a:cubicBezTo>
                    <a:pt x="12658" y="364"/>
                    <a:pt x="12635" y="355"/>
                    <a:pt x="12608" y="351"/>
                  </a:cubicBezTo>
                  <a:cubicBezTo>
                    <a:pt x="12316" y="313"/>
                    <a:pt x="12028" y="294"/>
                    <a:pt x="11742" y="294"/>
                  </a:cubicBezTo>
                  <a:cubicBezTo>
                    <a:pt x="9264" y="294"/>
                    <a:pt x="7031" y="1701"/>
                    <a:pt x="5630" y="3742"/>
                  </a:cubicBezTo>
                  <a:cubicBezTo>
                    <a:pt x="4844" y="4886"/>
                    <a:pt x="4286" y="6161"/>
                    <a:pt x="3771" y="7442"/>
                  </a:cubicBezTo>
                  <a:cubicBezTo>
                    <a:pt x="3462" y="8209"/>
                    <a:pt x="3113" y="9067"/>
                    <a:pt x="2347" y="9482"/>
                  </a:cubicBezTo>
                  <a:cubicBezTo>
                    <a:pt x="2126" y="9602"/>
                    <a:pt x="1879" y="9660"/>
                    <a:pt x="1638" y="9660"/>
                  </a:cubicBezTo>
                  <a:cubicBezTo>
                    <a:pt x="1069" y="9660"/>
                    <a:pt x="534" y="9335"/>
                    <a:pt x="454" y="8718"/>
                  </a:cubicBezTo>
                  <a:cubicBezTo>
                    <a:pt x="586" y="8512"/>
                    <a:pt x="813" y="8398"/>
                    <a:pt x="1034" y="8398"/>
                  </a:cubicBezTo>
                  <a:cubicBezTo>
                    <a:pt x="1263" y="8398"/>
                    <a:pt x="1485" y="8521"/>
                    <a:pt x="1588" y="8792"/>
                  </a:cubicBezTo>
                  <a:cubicBezTo>
                    <a:pt x="1605" y="8837"/>
                    <a:pt x="1644" y="8856"/>
                    <a:pt x="1685" y="8856"/>
                  </a:cubicBezTo>
                  <a:cubicBezTo>
                    <a:pt x="1756" y="8856"/>
                    <a:pt x="1832" y="8799"/>
                    <a:pt x="1809" y="8717"/>
                  </a:cubicBezTo>
                  <a:cubicBezTo>
                    <a:pt x="1699" y="8336"/>
                    <a:pt x="1354" y="8082"/>
                    <a:pt x="967" y="8082"/>
                  </a:cubicBezTo>
                  <a:cubicBezTo>
                    <a:pt x="903" y="8082"/>
                    <a:pt x="838" y="8089"/>
                    <a:pt x="773" y="8103"/>
                  </a:cubicBezTo>
                  <a:cubicBezTo>
                    <a:pt x="264" y="8216"/>
                    <a:pt x="1" y="8749"/>
                    <a:pt x="23" y="9237"/>
                  </a:cubicBezTo>
                  <a:cubicBezTo>
                    <a:pt x="30" y="9404"/>
                    <a:pt x="64" y="9556"/>
                    <a:pt x="117" y="9695"/>
                  </a:cubicBezTo>
                  <a:cubicBezTo>
                    <a:pt x="91" y="9716"/>
                    <a:pt x="74" y="9756"/>
                    <a:pt x="91" y="9795"/>
                  </a:cubicBezTo>
                  <a:cubicBezTo>
                    <a:pt x="519" y="10860"/>
                    <a:pt x="1737" y="11467"/>
                    <a:pt x="2822" y="11621"/>
                  </a:cubicBezTo>
                  <a:cubicBezTo>
                    <a:pt x="3035" y="11652"/>
                    <a:pt x="3250" y="11666"/>
                    <a:pt x="3464" y="11666"/>
                  </a:cubicBezTo>
                  <a:cubicBezTo>
                    <a:pt x="3746" y="11666"/>
                    <a:pt x="4027" y="11641"/>
                    <a:pt x="4306" y="11597"/>
                  </a:cubicBezTo>
                  <a:cubicBezTo>
                    <a:pt x="4320" y="11613"/>
                    <a:pt x="4340" y="11623"/>
                    <a:pt x="4361" y="11623"/>
                  </a:cubicBezTo>
                  <a:cubicBezTo>
                    <a:pt x="4380" y="11623"/>
                    <a:pt x="4399" y="11614"/>
                    <a:pt x="4411" y="11593"/>
                  </a:cubicBezTo>
                  <a:cubicBezTo>
                    <a:pt x="4412" y="11589"/>
                    <a:pt x="4417" y="11582"/>
                    <a:pt x="4419" y="11579"/>
                  </a:cubicBezTo>
                  <a:cubicBezTo>
                    <a:pt x="5280" y="11425"/>
                    <a:pt x="6119" y="11083"/>
                    <a:pt x="6872" y="10666"/>
                  </a:cubicBezTo>
                  <a:cubicBezTo>
                    <a:pt x="7716" y="10199"/>
                    <a:pt x="8487" y="9607"/>
                    <a:pt x="9168" y="8923"/>
                  </a:cubicBezTo>
                  <a:cubicBezTo>
                    <a:pt x="9177" y="8926"/>
                    <a:pt x="9186" y="8928"/>
                    <a:pt x="9196" y="8928"/>
                  </a:cubicBezTo>
                  <a:cubicBezTo>
                    <a:pt x="9228" y="8928"/>
                    <a:pt x="9259" y="8908"/>
                    <a:pt x="9264" y="8864"/>
                  </a:cubicBezTo>
                  <a:cubicBezTo>
                    <a:pt x="9266" y="8849"/>
                    <a:pt x="9266" y="8833"/>
                    <a:pt x="9269" y="8820"/>
                  </a:cubicBezTo>
                  <a:cubicBezTo>
                    <a:pt x="9858" y="8208"/>
                    <a:pt x="10375" y="7527"/>
                    <a:pt x="10803" y="6792"/>
                  </a:cubicBezTo>
                  <a:cubicBezTo>
                    <a:pt x="10805" y="6792"/>
                    <a:pt x="10808" y="6793"/>
                    <a:pt x="10810" y="6793"/>
                  </a:cubicBezTo>
                  <a:cubicBezTo>
                    <a:pt x="10846" y="6793"/>
                    <a:pt x="10878" y="6771"/>
                    <a:pt x="10881" y="6722"/>
                  </a:cubicBezTo>
                  <a:lnTo>
                    <a:pt x="10881" y="6656"/>
                  </a:lnTo>
                  <a:cubicBezTo>
                    <a:pt x="11148" y="6180"/>
                    <a:pt x="11380" y="5683"/>
                    <a:pt x="11570" y="5172"/>
                  </a:cubicBezTo>
                  <a:cubicBezTo>
                    <a:pt x="11811" y="4521"/>
                    <a:pt x="11974" y="3850"/>
                    <a:pt x="12084" y="3166"/>
                  </a:cubicBezTo>
                  <a:cubicBezTo>
                    <a:pt x="12223" y="2284"/>
                    <a:pt x="12313" y="1387"/>
                    <a:pt x="12850" y="643"/>
                  </a:cubicBezTo>
                  <a:cubicBezTo>
                    <a:pt x="12861" y="629"/>
                    <a:pt x="12866" y="615"/>
                    <a:pt x="12871" y="602"/>
                  </a:cubicBezTo>
                  <a:cubicBezTo>
                    <a:pt x="13159" y="454"/>
                    <a:pt x="13452" y="312"/>
                    <a:pt x="13750" y="171"/>
                  </a:cubicBezTo>
                  <a:cubicBezTo>
                    <a:pt x="13828" y="134"/>
                    <a:pt x="13794" y="1"/>
                    <a:pt x="13712" y="1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417;p33">
              <a:extLst>
                <a:ext uri="{FF2B5EF4-FFF2-40B4-BE49-F238E27FC236}">
                  <a16:creationId xmlns:a16="http://schemas.microsoft.com/office/drawing/2014/main" id="{59944E90-27D8-41F3-B218-A438FE6469EF}"/>
                </a:ext>
              </a:extLst>
            </p:cNvPr>
            <p:cNvSpPr/>
            <p:nvPr/>
          </p:nvSpPr>
          <p:spPr>
            <a:xfrm rot="19571255">
              <a:off x="6749858" y="1698797"/>
              <a:ext cx="728908" cy="614944"/>
            </a:xfrm>
            <a:custGeom>
              <a:avLst/>
              <a:gdLst/>
              <a:ahLst/>
              <a:cxnLst/>
              <a:rect l="l" t="t" r="r" b="b"/>
              <a:pathLst>
                <a:path w="13828" h="11666" extrusionOk="0">
                  <a:moveTo>
                    <a:pt x="11902" y="622"/>
                  </a:moveTo>
                  <a:cubicBezTo>
                    <a:pt x="11993" y="622"/>
                    <a:pt x="12084" y="623"/>
                    <a:pt x="12176" y="626"/>
                  </a:cubicBezTo>
                  <a:cubicBezTo>
                    <a:pt x="11748" y="854"/>
                    <a:pt x="11336" y="1117"/>
                    <a:pt x="10943" y="1400"/>
                  </a:cubicBezTo>
                  <a:cubicBezTo>
                    <a:pt x="10565" y="1156"/>
                    <a:pt x="10148" y="999"/>
                    <a:pt x="9708" y="944"/>
                  </a:cubicBezTo>
                  <a:cubicBezTo>
                    <a:pt x="10413" y="725"/>
                    <a:pt x="11153" y="622"/>
                    <a:pt x="11902" y="622"/>
                  </a:cubicBezTo>
                  <a:close/>
                  <a:moveTo>
                    <a:pt x="9181" y="1132"/>
                  </a:moveTo>
                  <a:cubicBezTo>
                    <a:pt x="9191" y="1137"/>
                    <a:pt x="9204" y="1138"/>
                    <a:pt x="9215" y="1138"/>
                  </a:cubicBezTo>
                  <a:cubicBezTo>
                    <a:pt x="9219" y="1138"/>
                    <a:pt x="9223" y="1138"/>
                    <a:pt x="9227" y="1138"/>
                  </a:cubicBezTo>
                  <a:cubicBezTo>
                    <a:pt x="9787" y="1138"/>
                    <a:pt x="10315" y="1253"/>
                    <a:pt x="10812" y="1497"/>
                  </a:cubicBezTo>
                  <a:cubicBezTo>
                    <a:pt x="10488" y="1739"/>
                    <a:pt x="10174" y="1996"/>
                    <a:pt x="9880" y="2259"/>
                  </a:cubicBezTo>
                  <a:cubicBezTo>
                    <a:pt x="9845" y="2290"/>
                    <a:pt x="9811" y="2323"/>
                    <a:pt x="9777" y="2356"/>
                  </a:cubicBezTo>
                  <a:cubicBezTo>
                    <a:pt x="9795" y="2326"/>
                    <a:pt x="9795" y="2287"/>
                    <a:pt x="9762" y="2266"/>
                  </a:cubicBezTo>
                  <a:cubicBezTo>
                    <a:pt x="9330" y="1986"/>
                    <a:pt x="8732" y="1780"/>
                    <a:pt x="8170" y="1780"/>
                  </a:cubicBezTo>
                  <a:cubicBezTo>
                    <a:pt x="8094" y="1780"/>
                    <a:pt x="8019" y="1784"/>
                    <a:pt x="7945" y="1791"/>
                  </a:cubicBezTo>
                  <a:cubicBezTo>
                    <a:pt x="8337" y="1525"/>
                    <a:pt x="8749" y="1305"/>
                    <a:pt x="9181" y="1132"/>
                  </a:cubicBezTo>
                  <a:close/>
                  <a:moveTo>
                    <a:pt x="8294" y="2015"/>
                  </a:moveTo>
                  <a:cubicBezTo>
                    <a:pt x="8380" y="2015"/>
                    <a:pt x="8467" y="2019"/>
                    <a:pt x="8554" y="2030"/>
                  </a:cubicBezTo>
                  <a:cubicBezTo>
                    <a:pt x="8963" y="2079"/>
                    <a:pt x="9335" y="2210"/>
                    <a:pt x="9706" y="2382"/>
                  </a:cubicBezTo>
                  <a:cubicBezTo>
                    <a:pt x="9714" y="2386"/>
                    <a:pt x="9721" y="2388"/>
                    <a:pt x="9728" y="2388"/>
                  </a:cubicBezTo>
                  <a:cubicBezTo>
                    <a:pt x="9736" y="2388"/>
                    <a:pt x="9744" y="2385"/>
                    <a:pt x="9752" y="2382"/>
                  </a:cubicBezTo>
                  <a:lnTo>
                    <a:pt x="9752" y="2382"/>
                  </a:lnTo>
                  <a:cubicBezTo>
                    <a:pt x="9557" y="2562"/>
                    <a:pt x="9371" y="2750"/>
                    <a:pt x="9196" y="2942"/>
                  </a:cubicBezTo>
                  <a:cubicBezTo>
                    <a:pt x="9191" y="2914"/>
                    <a:pt x="9176" y="2889"/>
                    <a:pt x="9148" y="2875"/>
                  </a:cubicBezTo>
                  <a:cubicBezTo>
                    <a:pt x="8661" y="2622"/>
                    <a:pt x="8130" y="2482"/>
                    <a:pt x="7595" y="2482"/>
                  </a:cubicBezTo>
                  <a:cubicBezTo>
                    <a:pt x="7411" y="2482"/>
                    <a:pt x="7227" y="2498"/>
                    <a:pt x="7044" y="2533"/>
                  </a:cubicBezTo>
                  <a:cubicBezTo>
                    <a:pt x="7212" y="2366"/>
                    <a:pt x="7397" y="2209"/>
                    <a:pt x="7589" y="2056"/>
                  </a:cubicBezTo>
                  <a:cubicBezTo>
                    <a:pt x="7826" y="2047"/>
                    <a:pt x="8058" y="2015"/>
                    <a:pt x="8294" y="2015"/>
                  </a:cubicBezTo>
                  <a:close/>
                  <a:moveTo>
                    <a:pt x="12367" y="868"/>
                  </a:moveTo>
                  <a:cubicBezTo>
                    <a:pt x="12076" y="1395"/>
                    <a:pt x="11953" y="1991"/>
                    <a:pt x="11856" y="2596"/>
                  </a:cubicBezTo>
                  <a:cubicBezTo>
                    <a:pt x="11835" y="2729"/>
                    <a:pt x="11812" y="2860"/>
                    <a:pt x="11793" y="2991"/>
                  </a:cubicBezTo>
                  <a:cubicBezTo>
                    <a:pt x="11636" y="2513"/>
                    <a:pt x="11334" y="2078"/>
                    <a:pt x="10968" y="1739"/>
                  </a:cubicBezTo>
                  <a:cubicBezTo>
                    <a:pt x="11415" y="1423"/>
                    <a:pt x="11883" y="1133"/>
                    <a:pt x="12367" y="868"/>
                  </a:cubicBezTo>
                  <a:close/>
                  <a:moveTo>
                    <a:pt x="7606" y="2726"/>
                  </a:moveTo>
                  <a:cubicBezTo>
                    <a:pt x="8095" y="2726"/>
                    <a:pt x="8574" y="2832"/>
                    <a:pt x="9045" y="3069"/>
                  </a:cubicBezTo>
                  <a:cubicBezTo>
                    <a:pt x="9053" y="3073"/>
                    <a:pt x="9061" y="3076"/>
                    <a:pt x="9070" y="3078"/>
                  </a:cubicBezTo>
                  <a:cubicBezTo>
                    <a:pt x="8873" y="3295"/>
                    <a:pt x="8688" y="3521"/>
                    <a:pt x="8510" y="3752"/>
                  </a:cubicBezTo>
                  <a:lnTo>
                    <a:pt x="8500" y="3742"/>
                  </a:lnTo>
                  <a:cubicBezTo>
                    <a:pt x="8081" y="3488"/>
                    <a:pt x="7623" y="3369"/>
                    <a:pt x="7162" y="3369"/>
                  </a:cubicBezTo>
                  <a:cubicBezTo>
                    <a:pt x="6817" y="3369"/>
                    <a:pt x="6471" y="3435"/>
                    <a:pt x="6137" y="3562"/>
                  </a:cubicBezTo>
                  <a:cubicBezTo>
                    <a:pt x="6329" y="3307"/>
                    <a:pt x="6536" y="3061"/>
                    <a:pt x="6754" y="2826"/>
                  </a:cubicBezTo>
                  <a:cubicBezTo>
                    <a:pt x="7042" y="2761"/>
                    <a:pt x="7326" y="2726"/>
                    <a:pt x="7606" y="2726"/>
                  </a:cubicBezTo>
                  <a:close/>
                  <a:moveTo>
                    <a:pt x="7086" y="3587"/>
                  </a:moveTo>
                  <a:cubicBezTo>
                    <a:pt x="7532" y="3587"/>
                    <a:pt x="7976" y="3699"/>
                    <a:pt x="8399" y="3899"/>
                  </a:cubicBezTo>
                  <a:cubicBezTo>
                    <a:pt x="8191" y="4177"/>
                    <a:pt x="7990" y="4464"/>
                    <a:pt x="7800" y="4758"/>
                  </a:cubicBezTo>
                  <a:cubicBezTo>
                    <a:pt x="7790" y="4748"/>
                    <a:pt x="7780" y="4740"/>
                    <a:pt x="7765" y="4734"/>
                  </a:cubicBezTo>
                  <a:cubicBezTo>
                    <a:pt x="7219" y="4528"/>
                    <a:pt x="6648" y="4435"/>
                    <a:pt x="6072" y="4435"/>
                  </a:cubicBezTo>
                  <a:cubicBezTo>
                    <a:pt x="5891" y="4435"/>
                    <a:pt x="5709" y="4444"/>
                    <a:pt x="5527" y="4462"/>
                  </a:cubicBezTo>
                  <a:cubicBezTo>
                    <a:pt x="5661" y="4241"/>
                    <a:pt x="5802" y="4027"/>
                    <a:pt x="5951" y="3817"/>
                  </a:cubicBezTo>
                  <a:cubicBezTo>
                    <a:pt x="5961" y="3820"/>
                    <a:pt x="5972" y="3823"/>
                    <a:pt x="5983" y="3823"/>
                  </a:cubicBezTo>
                  <a:cubicBezTo>
                    <a:pt x="5994" y="3823"/>
                    <a:pt x="6005" y="3820"/>
                    <a:pt x="6018" y="3816"/>
                  </a:cubicBezTo>
                  <a:cubicBezTo>
                    <a:pt x="6368" y="3659"/>
                    <a:pt x="6728" y="3587"/>
                    <a:pt x="7086" y="3587"/>
                  </a:cubicBezTo>
                  <a:close/>
                  <a:moveTo>
                    <a:pt x="10762" y="1893"/>
                  </a:moveTo>
                  <a:cubicBezTo>
                    <a:pt x="11246" y="2333"/>
                    <a:pt x="11523" y="2855"/>
                    <a:pt x="11712" y="3456"/>
                  </a:cubicBezTo>
                  <a:cubicBezTo>
                    <a:pt x="11622" y="3932"/>
                    <a:pt x="11511" y="4405"/>
                    <a:pt x="11349" y="4871"/>
                  </a:cubicBezTo>
                  <a:cubicBezTo>
                    <a:pt x="11334" y="4905"/>
                    <a:pt x="11320" y="4941"/>
                    <a:pt x="11308" y="4977"/>
                  </a:cubicBezTo>
                  <a:cubicBezTo>
                    <a:pt x="11112" y="4046"/>
                    <a:pt x="10711" y="3145"/>
                    <a:pt x="10148" y="2382"/>
                  </a:cubicBezTo>
                  <a:cubicBezTo>
                    <a:pt x="10346" y="2210"/>
                    <a:pt x="10551" y="2048"/>
                    <a:pt x="10762" y="1893"/>
                  </a:cubicBezTo>
                  <a:close/>
                  <a:moveTo>
                    <a:pt x="6023" y="4652"/>
                  </a:moveTo>
                  <a:cubicBezTo>
                    <a:pt x="6592" y="4652"/>
                    <a:pt x="7146" y="4734"/>
                    <a:pt x="7711" y="4884"/>
                  </a:cubicBezTo>
                  <a:lnTo>
                    <a:pt x="7716" y="4884"/>
                  </a:lnTo>
                  <a:cubicBezTo>
                    <a:pt x="7638" y="5007"/>
                    <a:pt x="7561" y="5130"/>
                    <a:pt x="7486" y="5254"/>
                  </a:cubicBezTo>
                  <a:cubicBezTo>
                    <a:pt x="7489" y="5220"/>
                    <a:pt x="7472" y="5184"/>
                    <a:pt x="7430" y="5167"/>
                  </a:cubicBezTo>
                  <a:cubicBezTo>
                    <a:pt x="7004" y="5014"/>
                    <a:pt x="6566" y="4941"/>
                    <a:pt x="6125" y="4941"/>
                  </a:cubicBezTo>
                  <a:cubicBezTo>
                    <a:pt x="5814" y="4941"/>
                    <a:pt x="5500" y="4978"/>
                    <a:pt x="5190" y="5048"/>
                  </a:cubicBezTo>
                  <a:cubicBezTo>
                    <a:pt x="5257" y="4927"/>
                    <a:pt x="5325" y="4806"/>
                    <a:pt x="5394" y="4684"/>
                  </a:cubicBezTo>
                  <a:lnTo>
                    <a:pt x="5399" y="4684"/>
                  </a:lnTo>
                  <a:cubicBezTo>
                    <a:pt x="5610" y="4662"/>
                    <a:pt x="5817" y="4652"/>
                    <a:pt x="6023" y="4652"/>
                  </a:cubicBezTo>
                  <a:close/>
                  <a:moveTo>
                    <a:pt x="6110" y="5154"/>
                  </a:moveTo>
                  <a:cubicBezTo>
                    <a:pt x="6531" y="5154"/>
                    <a:pt x="6950" y="5217"/>
                    <a:pt x="7374" y="5334"/>
                  </a:cubicBezTo>
                  <a:cubicBezTo>
                    <a:pt x="7383" y="5336"/>
                    <a:pt x="7391" y="5337"/>
                    <a:pt x="7398" y="5337"/>
                  </a:cubicBezTo>
                  <a:cubicBezTo>
                    <a:pt x="7415" y="5337"/>
                    <a:pt x="7431" y="5333"/>
                    <a:pt x="7443" y="5326"/>
                  </a:cubicBezTo>
                  <a:lnTo>
                    <a:pt x="7443" y="5326"/>
                  </a:lnTo>
                  <a:cubicBezTo>
                    <a:pt x="7271" y="5607"/>
                    <a:pt x="7106" y="5894"/>
                    <a:pt x="6942" y="6182"/>
                  </a:cubicBezTo>
                  <a:cubicBezTo>
                    <a:pt x="6916" y="6229"/>
                    <a:pt x="6887" y="6278"/>
                    <a:pt x="6860" y="6327"/>
                  </a:cubicBezTo>
                  <a:cubicBezTo>
                    <a:pt x="6457" y="6131"/>
                    <a:pt x="5990" y="6017"/>
                    <a:pt x="5529" y="6017"/>
                  </a:cubicBezTo>
                  <a:cubicBezTo>
                    <a:pt x="5222" y="6017"/>
                    <a:pt x="4917" y="6067"/>
                    <a:pt x="4635" y="6179"/>
                  </a:cubicBezTo>
                  <a:cubicBezTo>
                    <a:pt x="4664" y="6108"/>
                    <a:pt x="4695" y="6038"/>
                    <a:pt x="4728" y="5969"/>
                  </a:cubicBezTo>
                  <a:cubicBezTo>
                    <a:pt x="4836" y="5737"/>
                    <a:pt x="4951" y="5506"/>
                    <a:pt x="5072" y="5277"/>
                  </a:cubicBezTo>
                  <a:cubicBezTo>
                    <a:pt x="5076" y="5277"/>
                    <a:pt x="5080" y="5278"/>
                    <a:pt x="5085" y="5278"/>
                  </a:cubicBezTo>
                  <a:cubicBezTo>
                    <a:pt x="5093" y="5278"/>
                    <a:pt x="5101" y="5277"/>
                    <a:pt x="5109" y="5274"/>
                  </a:cubicBezTo>
                  <a:cubicBezTo>
                    <a:pt x="5446" y="5193"/>
                    <a:pt x="5779" y="5154"/>
                    <a:pt x="6110" y="5154"/>
                  </a:cubicBezTo>
                  <a:close/>
                  <a:moveTo>
                    <a:pt x="5512" y="6265"/>
                  </a:moveTo>
                  <a:cubicBezTo>
                    <a:pt x="5932" y="6265"/>
                    <a:pt x="6337" y="6325"/>
                    <a:pt x="6775" y="6476"/>
                  </a:cubicBezTo>
                  <a:cubicBezTo>
                    <a:pt x="6581" y="6820"/>
                    <a:pt x="6383" y="7172"/>
                    <a:pt x="6170" y="7520"/>
                  </a:cubicBezTo>
                  <a:cubicBezTo>
                    <a:pt x="5751" y="7293"/>
                    <a:pt x="5247" y="7143"/>
                    <a:pt x="4754" y="7143"/>
                  </a:cubicBezTo>
                  <a:cubicBezTo>
                    <a:pt x="4577" y="7143"/>
                    <a:pt x="4401" y="7162"/>
                    <a:pt x="4231" y="7205"/>
                  </a:cubicBezTo>
                  <a:cubicBezTo>
                    <a:pt x="4349" y="6894"/>
                    <a:pt x="4461" y="6589"/>
                    <a:pt x="4581" y="6303"/>
                  </a:cubicBezTo>
                  <a:cubicBezTo>
                    <a:pt x="4596" y="6322"/>
                    <a:pt x="4618" y="6335"/>
                    <a:pt x="4643" y="6335"/>
                  </a:cubicBezTo>
                  <a:cubicBezTo>
                    <a:pt x="4646" y="6335"/>
                    <a:pt x="4648" y="6334"/>
                    <a:pt x="4651" y="6334"/>
                  </a:cubicBezTo>
                  <a:cubicBezTo>
                    <a:pt x="4954" y="6291"/>
                    <a:pt x="5237" y="6265"/>
                    <a:pt x="5512" y="6265"/>
                  </a:cubicBezTo>
                  <a:close/>
                  <a:moveTo>
                    <a:pt x="9975" y="2533"/>
                  </a:moveTo>
                  <a:cubicBezTo>
                    <a:pt x="10501" y="3392"/>
                    <a:pt x="10911" y="4262"/>
                    <a:pt x="11218" y="5216"/>
                  </a:cubicBezTo>
                  <a:cubicBezTo>
                    <a:pt x="11104" y="5508"/>
                    <a:pt x="10976" y="5792"/>
                    <a:pt x="10837" y="6071"/>
                  </a:cubicBezTo>
                  <a:cubicBezTo>
                    <a:pt x="10696" y="4999"/>
                    <a:pt x="10156" y="4022"/>
                    <a:pt x="9317" y="3315"/>
                  </a:cubicBezTo>
                  <a:cubicBezTo>
                    <a:pt x="9298" y="3299"/>
                    <a:pt x="9280" y="3292"/>
                    <a:pt x="9262" y="3292"/>
                  </a:cubicBezTo>
                  <a:cubicBezTo>
                    <a:pt x="9188" y="3292"/>
                    <a:pt x="9133" y="3409"/>
                    <a:pt x="9207" y="3475"/>
                  </a:cubicBezTo>
                  <a:cubicBezTo>
                    <a:pt x="10058" y="4220"/>
                    <a:pt x="10572" y="5239"/>
                    <a:pt x="10695" y="6345"/>
                  </a:cubicBezTo>
                  <a:cubicBezTo>
                    <a:pt x="10475" y="6753"/>
                    <a:pt x="10230" y="7146"/>
                    <a:pt x="9958" y="7520"/>
                  </a:cubicBezTo>
                  <a:cubicBezTo>
                    <a:pt x="9994" y="6375"/>
                    <a:pt x="9269" y="5048"/>
                    <a:pt x="8458" y="4374"/>
                  </a:cubicBezTo>
                  <a:cubicBezTo>
                    <a:pt x="8445" y="4362"/>
                    <a:pt x="8430" y="4358"/>
                    <a:pt x="8416" y="4358"/>
                  </a:cubicBezTo>
                  <a:cubicBezTo>
                    <a:pt x="8405" y="4358"/>
                    <a:pt x="8394" y="4360"/>
                    <a:pt x="8384" y="4365"/>
                  </a:cubicBezTo>
                  <a:cubicBezTo>
                    <a:pt x="8636" y="3997"/>
                    <a:pt x="8906" y="3639"/>
                    <a:pt x="9209" y="3302"/>
                  </a:cubicBezTo>
                  <a:cubicBezTo>
                    <a:pt x="9454" y="3028"/>
                    <a:pt x="9709" y="2773"/>
                    <a:pt x="9975" y="2533"/>
                  </a:cubicBezTo>
                  <a:close/>
                  <a:moveTo>
                    <a:pt x="8330" y="4442"/>
                  </a:moveTo>
                  <a:lnTo>
                    <a:pt x="8330" y="4442"/>
                  </a:lnTo>
                  <a:cubicBezTo>
                    <a:pt x="8328" y="4460"/>
                    <a:pt x="8333" y="4478"/>
                    <a:pt x="8348" y="4495"/>
                  </a:cubicBezTo>
                  <a:cubicBezTo>
                    <a:pt x="8782" y="4992"/>
                    <a:pt x="9160" y="5499"/>
                    <a:pt x="9412" y="6115"/>
                  </a:cubicBezTo>
                  <a:cubicBezTo>
                    <a:pt x="9641" y="6671"/>
                    <a:pt x="9665" y="7216"/>
                    <a:pt x="9754" y="7786"/>
                  </a:cubicBezTo>
                  <a:cubicBezTo>
                    <a:pt x="9608" y="7980"/>
                    <a:pt x="9454" y="8165"/>
                    <a:pt x="9294" y="8342"/>
                  </a:cubicBezTo>
                  <a:cubicBezTo>
                    <a:pt x="9313" y="7154"/>
                    <a:pt x="8939" y="5745"/>
                    <a:pt x="8107" y="4946"/>
                  </a:cubicBezTo>
                  <a:cubicBezTo>
                    <a:pt x="8088" y="4929"/>
                    <a:pt x="8066" y="4923"/>
                    <a:pt x="8045" y="4923"/>
                  </a:cubicBezTo>
                  <a:cubicBezTo>
                    <a:pt x="8036" y="4923"/>
                    <a:pt x="8026" y="4924"/>
                    <a:pt x="8017" y="4927"/>
                  </a:cubicBezTo>
                  <a:cubicBezTo>
                    <a:pt x="8119" y="4763"/>
                    <a:pt x="8224" y="4601"/>
                    <a:pt x="8330" y="4442"/>
                  </a:cubicBezTo>
                  <a:close/>
                  <a:moveTo>
                    <a:pt x="4654" y="7393"/>
                  </a:moveTo>
                  <a:cubicBezTo>
                    <a:pt x="5138" y="7393"/>
                    <a:pt x="5588" y="7461"/>
                    <a:pt x="6067" y="7687"/>
                  </a:cubicBezTo>
                  <a:cubicBezTo>
                    <a:pt x="5887" y="7974"/>
                    <a:pt x="5697" y="8255"/>
                    <a:pt x="5494" y="8522"/>
                  </a:cubicBezTo>
                  <a:cubicBezTo>
                    <a:pt x="5486" y="8519"/>
                    <a:pt x="5478" y="8512"/>
                    <a:pt x="5469" y="8509"/>
                  </a:cubicBezTo>
                  <a:cubicBezTo>
                    <a:pt x="5110" y="8359"/>
                    <a:pt x="4734" y="8293"/>
                    <a:pt x="4355" y="8293"/>
                  </a:cubicBezTo>
                  <a:cubicBezTo>
                    <a:pt x="4148" y="8293"/>
                    <a:pt x="3940" y="8313"/>
                    <a:pt x="3733" y="8348"/>
                  </a:cubicBezTo>
                  <a:cubicBezTo>
                    <a:pt x="3889" y="8047"/>
                    <a:pt x="4025" y="7732"/>
                    <a:pt x="4151" y="7412"/>
                  </a:cubicBezTo>
                  <a:cubicBezTo>
                    <a:pt x="4324" y="7400"/>
                    <a:pt x="4491" y="7393"/>
                    <a:pt x="4654" y="7393"/>
                  </a:cubicBezTo>
                  <a:close/>
                  <a:moveTo>
                    <a:pt x="4223" y="8516"/>
                  </a:moveTo>
                  <a:cubicBezTo>
                    <a:pt x="4608" y="8516"/>
                    <a:pt x="4987" y="8579"/>
                    <a:pt x="5371" y="8682"/>
                  </a:cubicBezTo>
                  <a:cubicBezTo>
                    <a:pt x="5286" y="8790"/>
                    <a:pt x="5196" y="8895"/>
                    <a:pt x="5106" y="8996"/>
                  </a:cubicBezTo>
                  <a:cubicBezTo>
                    <a:pt x="4769" y="8865"/>
                    <a:pt x="4416" y="8805"/>
                    <a:pt x="4059" y="8805"/>
                  </a:cubicBezTo>
                  <a:cubicBezTo>
                    <a:pt x="3848" y="8805"/>
                    <a:pt x="3635" y="8826"/>
                    <a:pt x="3424" y="8866"/>
                  </a:cubicBezTo>
                  <a:cubicBezTo>
                    <a:pt x="3489" y="8772"/>
                    <a:pt x="3552" y="8672"/>
                    <a:pt x="3610" y="8571"/>
                  </a:cubicBezTo>
                  <a:cubicBezTo>
                    <a:pt x="3818" y="8533"/>
                    <a:pt x="4021" y="8516"/>
                    <a:pt x="4223" y="8516"/>
                  </a:cubicBezTo>
                  <a:close/>
                  <a:moveTo>
                    <a:pt x="7962" y="5015"/>
                  </a:moveTo>
                  <a:cubicBezTo>
                    <a:pt x="7963" y="5023"/>
                    <a:pt x="7963" y="5031"/>
                    <a:pt x="7968" y="5040"/>
                  </a:cubicBezTo>
                  <a:cubicBezTo>
                    <a:pt x="8271" y="5650"/>
                    <a:pt x="8643" y="6187"/>
                    <a:pt x="8844" y="6851"/>
                  </a:cubicBezTo>
                  <a:cubicBezTo>
                    <a:pt x="9011" y="7406"/>
                    <a:pt x="9083" y="7970"/>
                    <a:pt x="9106" y="8543"/>
                  </a:cubicBezTo>
                  <a:cubicBezTo>
                    <a:pt x="9048" y="8609"/>
                    <a:pt x="8988" y="8669"/>
                    <a:pt x="8927" y="8731"/>
                  </a:cubicBezTo>
                  <a:cubicBezTo>
                    <a:pt x="8726" y="8934"/>
                    <a:pt x="8513" y="9126"/>
                    <a:pt x="8296" y="9314"/>
                  </a:cubicBezTo>
                  <a:cubicBezTo>
                    <a:pt x="8355" y="8301"/>
                    <a:pt x="7978" y="7324"/>
                    <a:pt x="7266" y="6583"/>
                  </a:cubicBezTo>
                  <a:cubicBezTo>
                    <a:pt x="7244" y="6560"/>
                    <a:pt x="7218" y="6550"/>
                    <a:pt x="7192" y="6550"/>
                  </a:cubicBezTo>
                  <a:cubicBezTo>
                    <a:pt x="7113" y="6550"/>
                    <a:pt x="7041" y="6643"/>
                    <a:pt x="7109" y="6720"/>
                  </a:cubicBezTo>
                  <a:cubicBezTo>
                    <a:pt x="7782" y="7489"/>
                    <a:pt x="8119" y="8448"/>
                    <a:pt x="8119" y="9460"/>
                  </a:cubicBezTo>
                  <a:cubicBezTo>
                    <a:pt x="7703" y="9798"/>
                    <a:pt x="7258" y="10108"/>
                    <a:pt x="6792" y="10376"/>
                  </a:cubicBezTo>
                  <a:cubicBezTo>
                    <a:pt x="7171" y="9430"/>
                    <a:pt x="7078" y="8334"/>
                    <a:pt x="6554" y="7457"/>
                  </a:cubicBezTo>
                  <a:cubicBezTo>
                    <a:pt x="7036" y="6648"/>
                    <a:pt x="7471" y="5814"/>
                    <a:pt x="7962" y="5015"/>
                  </a:cubicBezTo>
                  <a:close/>
                  <a:moveTo>
                    <a:pt x="4077" y="8984"/>
                  </a:moveTo>
                  <a:cubicBezTo>
                    <a:pt x="4388" y="8984"/>
                    <a:pt x="4694" y="9029"/>
                    <a:pt x="5003" y="9108"/>
                  </a:cubicBezTo>
                  <a:cubicBezTo>
                    <a:pt x="4599" y="9540"/>
                    <a:pt x="4141" y="9910"/>
                    <a:pt x="3601" y="10171"/>
                  </a:cubicBezTo>
                  <a:cubicBezTo>
                    <a:pt x="3388" y="10273"/>
                    <a:pt x="3159" y="10358"/>
                    <a:pt x="2918" y="10415"/>
                  </a:cubicBezTo>
                  <a:cubicBezTo>
                    <a:pt x="2938" y="10399"/>
                    <a:pt x="2949" y="10376"/>
                    <a:pt x="2946" y="10345"/>
                  </a:cubicBezTo>
                  <a:cubicBezTo>
                    <a:pt x="2907" y="10075"/>
                    <a:pt x="2742" y="9854"/>
                    <a:pt x="2514" y="9731"/>
                  </a:cubicBezTo>
                  <a:cubicBezTo>
                    <a:pt x="2841" y="9545"/>
                    <a:pt x="3108" y="9289"/>
                    <a:pt x="3332" y="8993"/>
                  </a:cubicBezTo>
                  <a:cubicBezTo>
                    <a:pt x="3345" y="9027"/>
                    <a:pt x="3372" y="9052"/>
                    <a:pt x="3412" y="9052"/>
                  </a:cubicBezTo>
                  <a:cubicBezTo>
                    <a:pt x="3419" y="9052"/>
                    <a:pt x="3425" y="9052"/>
                    <a:pt x="3432" y="9050"/>
                  </a:cubicBezTo>
                  <a:cubicBezTo>
                    <a:pt x="3651" y="9005"/>
                    <a:pt x="3865" y="8984"/>
                    <a:pt x="4077" y="8984"/>
                  </a:cubicBezTo>
                  <a:close/>
                  <a:moveTo>
                    <a:pt x="328" y="9168"/>
                  </a:moveTo>
                  <a:lnTo>
                    <a:pt x="328" y="9168"/>
                  </a:lnTo>
                  <a:cubicBezTo>
                    <a:pt x="423" y="9419"/>
                    <a:pt x="611" y="9633"/>
                    <a:pt x="861" y="9787"/>
                  </a:cubicBezTo>
                  <a:cubicBezTo>
                    <a:pt x="958" y="9846"/>
                    <a:pt x="1059" y="9892"/>
                    <a:pt x="1164" y="9923"/>
                  </a:cubicBezTo>
                  <a:cubicBezTo>
                    <a:pt x="1231" y="9988"/>
                    <a:pt x="1310" y="10050"/>
                    <a:pt x="1369" y="10122"/>
                  </a:cubicBezTo>
                  <a:cubicBezTo>
                    <a:pt x="1449" y="10214"/>
                    <a:pt x="1509" y="10315"/>
                    <a:pt x="1557" y="10427"/>
                  </a:cubicBezTo>
                  <a:cubicBezTo>
                    <a:pt x="1334" y="10368"/>
                    <a:pt x="1120" y="10276"/>
                    <a:pt x="923" y="10142"/>
                  </a:cubicBezTo>
                  <a:cubicBezTo>
                    <a:pt x="593" y="9919"/>
                    <a:pt x="331" y="9564"/>
                    <a:pt x="328" y="9168"/>
                  </a:cubicBezTo>
                  <a:close/>
                  <a:moveTo>
                    <a:pt x="2306" y="9836"/>
                  </a:moveTo>
                  <a:cubicBezTo>
                    <a:pt x="2548" y="9913"/>
                    <a:pt x="2742" y="10124"/>
                    <a:pt x="2794" y="10376"/>
                  </a:cubicBezTo>
                  <a:cubicBezTo>
                    <a:pt x="2800" y="10409"/>
                    <a:pt x="2823" y="10425"/>
                    <a:pt x="2846" y="10430"/>
                  </a:cubicBezTo>
                  <a:cubicBezTo>
                    <a:pt x="2630" y="10478"/>
                    <a:pt x="2409" y="10505"/>
                    <a:pt x="2190" y="10505"/>
                  </a:cubicBezTo>
                  <a:cubicBezTo>
                    <a:pt x="2030" y="10505"/>
                    <a:pt x="1870" y="10491"/>
                    <a:pt x="1714" y="10461"/>
                  </a:cubicBezTo>
                  <a:lnTo>
                    <a:pt x="1714" y="10456"/>
                  </a:lnTo>
                  <a:cubicBezTo>
                    <a:pt x="1670" y="10309"/>
                    <a:pt x="1590" y="10129"/>
                    <a:pt x="1477" y="9983"/>
                  </a:cubicBezTo>
                  <a:lnTo>
                    <a:pt x="1477" y="9983"/>
                  </a:lnTo>
                  <a:cubicBezTo>
                    <a:pt x="1518" y="9987"/>
                    <a:pt x="1559" y="9988"/>
                    <a:pt x="1600" y="9988"/>
                  </a:cubicBezTo>
                  <a:cubicBezTo>
                    <a:pt x="1840" y="9988"/>
                    <a:pt x="2080" y="9932"/>
                    <a:pt x="2306" y="9836"/>
                  </a:cubicBezTo>
                  <a:close/>
                  <a:moveTo>
                    <a:pt x="6430" y="7666"/>
                  </a:moveTo>
                  <a:cubicBezTo>
                    <a:pt x="6833" y="8538"/>
                    <a:pt x="6906" y="9458"/>
                    <a:pt x="6661" y="10402"/>
                  </a:cubicBezTo>
                  <a:cubicBezTo>
                    <a:pt x="6656" y="10420"/>
                    <a:pt x="6659" y="10435"/>
                    <a:pt x="6664" y="10448"/>
                  </a:cubicBezTo>
                  <a:cubicBezTo>
                    <a:pt x="6489" y="10543"/>
                    <a:pt x="6311" y="10638"/>
                    <a:pt x="6129" y="10721"/>
                  </a:cubicBezTo>
                  <a:cubicBezTo>
                    <a:pt x="6365" y="9954"/>
                    <a:pt x="6317" y="9126"/>
                    <a:pt x="5952" y="8396"/>
                  </a:cubicBezTo>
                  <a:cubicBezTo>
                    <a:pt x="6100" y="8185"/>
                    <a:pt x="6242" y="7972"/>
                    <a:pt x="6373" y="7759"/>
                  </a:cubicBezTo>
                  <a:cubicBezTo>
                    <a:pt x="6391" y="7728"/>
                    <a:pt x="6409" y="7699"/>
                    <a:pt x="6430" y="7666"/>
                  </a:cubicBezTo>
                  <a:close/>
                  <a:moveTo>
                    <a:pt x="1040" y="10571"/>
                  </a:moveTo>
                  <a:lnTo>
                    <a:pt x="1040" y="10571"/>
                  </a:lnTo>
                  <a:cubicBezTo>
                    <a:pt x="1311" y="10685"/>
                    <a:pt x="1614" y="10754"/>
                    <a:pt x="1915" y="10783"/>
                  </a:cubicBezTo>
                  <a:cubicBezTo>
                    <a:pt x="1905" y="10792"/>
                    <a:pt x="1894" y="10801"/>
                    <a:pt x="1882" y="10810"/>
                  </a:cubicBezTo>
                  <a:cubicBezTo>
                    <a:pt x="1815" y="10867"/>
                    <a:pt x="1750" y="10927"/>
                    <a:pt x="1681" y="10988"/>
                  </a:cubicBezTo>
                  <a:cubicBezTo>
                    <a:pt x="1450" y="10870"/>
                    <a:pt x="1238" y="10731"/>
                    <a:pt x="1040" y="10571"/>
                  </a:cubicBezTo>
                  <a:close/>
                  <a:moveTo>
                    <a:pt x="5811" y="8600"/>
                  </a:moveTo>
                  <a:cubicBezTo>
                    <a:pt x="6064" y="9338"/>
                    <a:pt x="6100" y="10081"/>
                    <a:pt x="5883" y="10834"/>
                  </a:cubicBezTo>
                  <a:cubicBezTo>
                    <a:pt x="5532" y="10981"/>
                    <a:pt x="5173" y="11106"/>
                    <a:pt x="4807" y="11201"/>
                  </a:cubicBezTo>
                  <a:cubicBezTo>
                    <a:pt x="4731" y="11220"/>
                    <a:pt x="4655" y="11237"/>
                    <a:pt x="4578" y="11255"/>
                  </a:cubicBezTo>
                  <a:cubicBezTo>
                    <a:pt x="4774" y="10810"/>
                    <a:pt x="4869" y="10302"/>
                    <a:pt x="4758" y="9829"/>
                  </a:cubicBezTo>
                  <a:cubicBezTo>
                    <a:pt x="4754" y="9811"/>
                    <a:pt x="4745" y="9798"/>
                    <a:pt x="4731" y="9790"/>
                  </a:cubicBezTo>
                  <a:cubicBezTo>
                    <a:pt x="5134" y="9443"/>
                    <a:pt x="5492" y="9032"/>
                    <a:pt x="5811" y="8600"/>
                  </a:cubicBezTo>
                  <a:close/>
                  <a:moveTo>
                    <a:pt x="3519" y="10551"/>
                  </a:moveTo>
                  <a:cubicBezTo>
                    <a:pt x="3489" y="10693"/>
                    <a:pt x="3468" y="10836"/>
                    <a:pt x="3406" y="10973"/>
                  </a:cubicBezTo>
                  <a:cubicBezTo>
                    <a:pt x="3337" y="11124"/>
                    <a:pt x="3236" y="11258"/>
                    <a:pt x="3118" y="11373"/>
                  </a:cubicBezTo>
                  <a:cubicBezTo>
                    <a:pt x="2797" y="11348"/>
                    <a:pt x="2478" y="11291"/>
                    <a:pt x="2169" y="11189"/>
                  </a:cubicBezTo>
                  <a:cubicBezTo>
                    <a:pt x="2061" y="11155"/>
                    <a:pt x="1956" y="11114"/>
                    <a:pt x="1853" y="11070"/>
                  </a:cubicBezTo>
                  <a:cubicBezTo>
                    <a:pt x="1899" y="11031"/>
                    <a:pt x="1940" y="10990"/>
                    <a:pt x="1979" y="10959"/>
                  </a:cubicBezTo>
                  <a:cubicBezTo>
                    <a:pt x="2041" y="10908"/>
                    <a:pt x="2112" y="10857"/>
                    <a:pt x="2177" y="10801"/>
                  </a:cubicBezTo>
                  <a:cubicBezTo>
                    <a:pt x="2208" y="10802"/>
                    <a:pt x="2240" y="10803"/>
                    <a:pt x="2271" y="10803"/>
                  </a:cubicBezTo>
                  <a:cubicBezTo>
                    <a:pt x="2549" y="10803"/>
                    <a:pt x="2817" y="10770"/>
                    <a:pt x="3048" y="10711"/>
                  </a:cubicBezTo>
                  <a:cubicBezTo>
                    <a:pt x="3211" y="10669"/>
                    <a:pt x="3367" y="10615"/>
                    <a:pt x="3519" y="10551"/>
                  </a:cubicBezTo>
                  <a:close/>
                  <a:moveTo>
                    <a:pt x="4633" y="9872"/>
                  </a:moveTo>
                  <a:lnTo>
                    <a:pt x="4633" y="9872"/>
                  </a:lnTo>
                  <a:cubicBezTo>
                    <a:pt x="4571" y="10366"/>
                    <a:pt x="4519" y="10829"/>
                    <a:pt x="4371" y="11299"/>
                  </a:cubicBezTo>
                  <a:cubicBezTo>
                    <a:pt x="4067" y="11352"/>
                    <a:pt x="3756" y="11384"/>
                    <a:pt x="3447" y="11384"/>
                  </a:cubicBezTo>
                  <a:cubicBezTo>
                    <a:pt x="3412" y="11384"/>
                    <a:pt x="3377" y="11383"/>
                    <a:pt x="3342" y="11382"/>
                  </a:cubicBezTo>
                  <a:cubicBezTo>
                    <a:pt x="3584" y="11140"/>
                    <a:pt x="3758" y="10793"/>
                    <a:pt x="3694" y="10474"/>
                  </a:cubicBezTo>
                  <a:cubicBezTo>
                    <a:pt x="4033" y="10317"/>
                    <a:pt x="4345" y="10109"/>
                    <a:pt x="4633" y="9872"/>
                  </a:cubicBezTo>
                  <a:close/>
                  <a:moveTo>
                    <a:pt x="13712" y="1"/>
                  </a:moveTo>
                  <a:cubicBezTo>
                    <a:pt x="13705" y="1"/>
                    <a:pt x="13697" y="2"/>
                    <a:pt x="13689" y="4"/>
                  </a:cubicBezTo>
                  <a:cubicBezTo>
                    <a:pt x="13346" y="103"/>
                    <a:pt x="13009" y="230"/>
                    <a:pt x="12678" y="379"/>
                  </a:cubicBezTo>
                  <a:cubicBezTo>
                    <a:pt x="12658" y="364"/>
                    <a:pt x="12635" y="355"/>
                    <a:pt x="12608" y="351"/>
                  </a:cubicBezTo>
                  <a:cubicBezTo>
                    <a:pt x="12316" y="313"/>
                    <a:pt x="12028" y="294"/>
                    <a:pt x="11742" y="294"/>
                  </a:cubicBezTo>
                  <a:cubicBezTo>
                    <a:pt x="9264" y="294"/>
                    <a:pt x="7031" y="1701"/>
                    <a:pt x="5630" y="3742"/>
                  </a:cubicBezTo>
                  <a:cubicBezTo>
                    <a:pt x="4844" y="4886"/>
                    <a:pt x="4286" y="6161"/>
                    <a:pt x="3771" y="7442"/>
                  </a:cubicBezTo>
                  <a:cubicBezTo>
                    <a:pt x="3462" y="8209"/>
                    <a:pt x="3113" y="9067"/>
                    <a:pt x="2347" y="9482"/>
                  </a:cubicBezTo>
                  <a:cubicBezTo>
                    <a:pt x="2126" y="9602"/>
                    <a:pt x="1879" y="9660"/>
                    <a:pt x="1638" y="9660"/>
                  </a:cubicBezTo>
                  <a:cubicBezTo>
                    <a:pt x="1069" y="9660"/>
                    <a:pt x="534" y="9335"/>
                    <a:pt x="454" y="8718"/>
                  </a:cubicBezTo>
                  <a:cubicBezTo>
                    <a:pt x="586" y="8512"/>
                    <a:pt x="813" y="8398"/>
                    <a:pt x="1034" y="8398"/>
                  </a:cubicBezTo>
                  <a:cubicBezTo>
                    <a:pt x="1263" y="8398"/>
                    <a:pt x="1485" y="8521"/>
                    <a:pt x="1588" y="8792"/>
                  </a:cubicBezTo>
                  <a:cubicBezTo>
                    <a:pt x="1605" y="8837"/>
                    <a:pt x="1644" y="8856"/>
                    <a:pt x="1685" y="8856"/>
                  </a:cubicBezTo>
                  <a:cubicBezTo>
                    <a:pt x="1756" y="8856"/>
                    <a:pt x="1832" y="8799"/>
                    <a:pt x="1809" y="8717"/>
                  </a:cubicBezTo>
                  <a:cubicBezTo>
                    <a:pt x="1699" y="8336"/>
                    <a:pt x="1354" y="8082"/>
                    <a:pt x="967" y="8082"/>
                  </a:cubicBezTo>
                  <a:cubicBezTo>
                    <a:pt x="903" y="8082"/>
                    <a:pt x="838" y="8089"/>
                    <a:pt x="773" y="8103"/>
                  </a:cubicBezTo>
                  <a:cubicBezTo>
                    <a:pt x="264" y="8216"/>
                    <a:pt x="1" y="8749"/>
                    <a:pt x="23" y="9237"/>
                  </a:cubicBezTo>
                  <a:cubicBezTo>
                    <a:pt x="30" y="9404"/>
                    <a:pt x="64" y="9556"/>
                    <a:pt x="117" y="9695"/>
                  </a:cubicBezTo>
                  <a:cubicBezTo>
                    <a:pt x="91" y="9716"/>
                    <a:pt x="74" y="9756"/>
                    <a:pt x="91" y="9795"/>
                  </a:cubicBezTo>
                  <a:cubicBezTo>
                    <a:pt x="519" y="10860"/>
                    <a:pt x="1737" y="11467"/>
                    <a:pt x="2822" y="11621"/>
                  </a:cubicBezTo>
                  <a:cubicBezTo>
                    <a:pt x="3035" y="11652"/>
                    <a:pt x="3250" y="11666"/>
                    <a:pt x="3464" y="11666"/>
                  </a:cubicBezTo>
                  <a:cubicBezTo>
                    <a:pt x="3746" y="11666"/>
                    <a:pt x="4027" y="11641"/>
                    <a:pt x="4306" y="11597"/>
                  </a:cubicBezTo>
                  <a:cubicBezTo>
                    <a:pt x="4320" y="11613"/>
                    <a:pt x="4340" y="11623"/>
                    <a:pt x="4361" y="11623"/>
                  </a:cubicBezTo>
                  <a:cubicBezTo>
                    <a:pt x="4380" y="11623"/>
                    <a:pt x="4399" y="11614"/>
                    <a:pt x="4411" y="11593"/>
                  </a:cubicBezTo>
                  <a:cubicBezTo>
                    <a:pt x="4412" y="11589"/>
                    <a:pt x="4417" y="11582"/>
                    <a:pt x="4419" y="11579"/>
                  </a:cubicBezTo>
                  <a:cubicBezTo>
                    <a:pt x="5280" y="11425"/>
                    <a:pt x="6119" y="11083"/>
                    <a:pt x="6872" y="10666"/>
                  </a:cubicBezTo>
                  <a:cubicBezTo>
                    <a:pt x="7716" y="10199"/>
                    <a:pt x="8487" y="9607"/>
                    <a:pt x="9168" y="8923"/>
                  </a:cubicBezTo>
                  <a:cubicBezTo>
                    <a:pt x="9177" y="8926"/>
                    <a:pt x="9186" y="8928"/>
                    <a:pt x="9196" y="8928"/>
                  </a:cubicBezTo>
                  <a:cubicBezTo>
                    <a:pt x="9228" y="8928"/>
                    <a:pt x="9259" y="8908"/>
                    <a:pt x="9264" y="8864"/>
                  </a:cubicBezTo>
                  <a:cubicBezTo>
                    <a:pt x="9266" y="8849"/>
                    <a:pt x="9266" y="8833"/>
                    <a:pt x="9269" y="8820"/>
                  </a:cubicBezTo>
                  <a:cubicBezTo>
                    <a:pt x="9858" y="8208"/>
                    <a:pt x="10375" y="7527"/>
                    <a:pt x="10803" y="6792"/>
                  </a:cubicBezTo>
                  <a:cubicBezTo>
                    <a:pt x="10805" y="6792"/>
                    <a:pt x="10808" y="6793"/>
                    <a:pt x="10810" y="6793"/>
                  </a:cubicBezTo>
                  <a:cubicBezTo>
                    <a:pt x="10846" y="6793"/>
                    <a:pt x="10878" y="6771"/>
                    <a:pt x="10881" y="6722"/>
                  </a:cubicBezTo>
                  <a:lnTo>
                    <a:pt x="10881" y="6656"/>
                  </a:lnTo>
                  <a:cubicBezTo>
                    <a:pt x="11148" y="6180"/>
                    <a:pt x="11380" y="5683"/>
                    <a:pt x="11570" y="5172"/>
                  </a:cubicBezTo>
                  <a:cubicBezTo>
                    <a:pt x="11811" y="4521"/>
                    <a:pt x="11974" y="3850"/>
                    <a:pt x="12084" y="3166"/>
                  </a:cubicBezTo>
                  <a:cubicBezTo>
                    <a:pt x="12223" y="2284"/>
                    <a:pt x="12313" y="1387"/>
                    <a:pt x="12850" y="643"/>
                  </a:cubicBezTo>
                  <a:cubicBezTo>
                    <a:pt x="12861" y="629"/>
                    <a:pt x="12866" y="615"/>
                    <a:pt x="12871" y="602"/>
                  </a:cubicBezTo>
                  <a:cubicBezTo>
                    <a:pt x="13159" y="454"/>
                    <a:pt x="13452" y="312"/>
                    <a:pt x="13750" y="171"/>
                  </a:cubicBezTo>
                  <a:cubicBezTo>
                    <a:pt x="13828" y="134"/>
                    <a:pt x="13794" y="1"/>
                    <a:pt x="13712" y="1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417;p33">
              <a:extLst>
                <a:ext uri="{FF2B5EF4-FFF2-40B4-BE49-F238E27FC236}">
                  <a16:creationId xmlns:a16="http://schemas.microsoft.com/office/drawing/2014/main" id="{F8FD6188-92F9-42D8-A714-78228AAFE9FB}"/>
                </a:ext>
              </a:extLst>
            </p:cNvPr>
            <p:cNvSpPr/>
            <p:nvPr/>
          </p:nvSpPr>
          <p:spPr>
            <a:xfrm rot="17506809">
              <a:off x="7004852" y="1693042"/>
              <a:ext cx="728908" cy="614944"/>
            </a:xfrm>
            <a:custGeom>
              <a:avLst/>
              <a:gdLst/>
              <a:ahLst/>
              <a:cxnLst/>
              <a:rect l="l" t="t" r="r" b="b"/>
              <a:pathLst>
                <a:path w="13828" h="11666" extrusionOk="0">
                  <a:moveTo>
                    <a:pt x="11902" y="622"/>
                  </a:moveTo>
                  <a:cubicBezTo>
                    <a:pt x="11993" y="622"/>
                    <a:pt x="12084" y="623"/>
                    <a:pt x="12176" y="626"/>
                  </a:cubicBezTo>
                  <a:cubicBezTo>
                    <a:pt x="11748" y="854"/>
                    <a:pt x="11336" y="1117"/>
                    <a:pt x="10943" y="1400"/>
                  </a:cubicBezTo>
                  <a:cubicBezTo>
                    <a:pt x="10565" y="1156"/>
                    <a:pt x="10148" y="999"/>
                    <a:pt x="9708" y="944"/>
                  </a:cubicBezTo>
                  <a:cubicBezTo>
                    <a:pt x="10413" y="725"/>
                    <a:pt x="11153" y="622"/>
                    <a:pt x="11902" y="622"/>
                  </a:cubicBezTo>
                  <a:close/>
                  <a:moveTo>
                    <a:pt x="9181" y="1132"/>
                  </a:moveTo>
                  <a:cubicBezTo>
                    <a:pt x="9191" y="1137"/>
                    <a:pt x="9204" y="1138"/>
                    <a:pt x="9215" y="1138"/>
                  </a:cubicBezTo>
                  <a:cubicBezTo>
                    <a:pt x="9219" y="1138"/>
                    <a:pt x="9223" y="1138"/>
                    <a:pt x="9227" y="1138"/>
                  </a:cubicBezTo>
                  <a:cubicBezTo>
                    <a:pt x="9787" y="1138"/>
                    <a:pt x="10315" y="1253"/>
                    <a:pt x="10812" y="1497"/>
                  </a:cubicBezTo>
                  <a:cubicBezTo>
                    <a:pt x="10488" y="1739"/>
                    <a:pt x="10174" y="1996"/>
                    <a:pt x="9880" y="2259"/>
                  </a:cubicBezTo>
                  <a:cubicBezTo>
                    <a:pt x="9845" y="2290"/>
                    <a:pt x="9811" y="2323"/>
                    <a:pt x="9777" y="2356"/>
                  </a:cubicBezTo>
                  <a:cubicBezTo>
                    <a:pt x="9795" y="2326"/>
                    <a:pt x="9795" y="2287"/>
                    <a:pt x="9762" y="2266"/>
                  </a:cubicBezTo>
                  <a:cubicBezTo>
                    <a:pt x="9330" y="1986"/>
                    <a:pt x="8732" y="1780"/>
                    <a:pt x="8170" y="1780"/>
                  </a:cubicBezTo>
                  <a:cubicBezTo>
                    <a:pt x="8094" y="1780"/>
                    <a:pt x="8019" y="1784"/>
                    <a:pt x="7945" y="1791"/>
                  </a:cubicBezTo>
                  <a:cubicBezTo>
                    <a:pt x="8337" y="1525"/>
                    <a:pt x="8749" y="1305"/>
                    <a:pt x="9181" y="1132"/>
                  </a:cubicBezTo>
                  <a:close/>
                  <a:moveTo>
                    <a:pt x="8294" y="2015"/>
                  </a:moveTo>
                  <a:cubicBezTo>
                    <a:pt x="8380" y="2015"/>
                    <a:pt x="8467" y="2019"/>
                    <a:pt x="8554" y="2030"/>
                  </a:cubicBezTo>
                  <a:cubicBezTo>
                    <a:pt x="8963" y="2079"/>
                    <a:pt x="9335" y="2210"/>
                    <a:pt x="9706" y="2382"/>
                  </a:cubicBezTo>
                  <a:cubicBezTo>
                    <a:pt x="9714" y="2386"/>
                    <a:pt x="9721" y="2388"/>
                    <a:pt x="9728" y="2388"/>
                  </a:cubicBezTo>
                  <a:cubicBezTo>
                    <a:pt x="9736" y="2388"/>
                    <a:pt x="9744" y="2385"/>
                    <a:pt x="9752" y="2382"/>
                  </a:cubicBezTo>
                  <a:lnTo>
                    <a:pt x="9752" y="2382"/>
                  </a:lnTo>
                  <a:cubicBezTo>
                    <a:pt x="9557" y="2562"/>
                    <a:pt x="9371" y="2750"/>
                    <a:pt x="9196" y="2942"/>
                  </a:cubicBezTo>
                  <a:cubicBezTo>
                    <a:pt x="9191" y="2914"/>
                    <a:pt x="9176" y="2889"/>
                    <a:pt x="9148" y="2875"/>
                  </a:cubicBezTo>
                  <a:cubicBezTo>
                    <a:pt x="8661" y="2622"/>
                    <a:pt x="8130" y="2482"/>
                    <a:pt x="7595" y="2482"/>
                  </a:cubicBezTo>
                  <a:cubicBezTo>
                    <a:pt x="7411" y="2482"/>
                    <a:pt x="7227" y="2498"/>
                    <a:pt x="7044" y="2533"/>
                  </a:cubicBezTo>
                  <a:cubicBezTo>
                    <a:pt x="7212" y="2366"/>
                    <a:pt x="7397" y="2209"/>
                    <a:pt x="7589" y="2056"/>
                  </a:cubicBezTo>
                  <a:cubicBezTo>
                    <a:pt x="7826" y="2047"/>
                    <a:pt x="8058" y="2015"/>
                    <a:pt x="8294" y="2015"/>
                  </a:cubicBezTo>
                  <a:close/>
                  <a:moveTo>
                    <a:pt x="12367" y="868"/>
                  </a:moveTo>
                  <a:cubicBezTo>
                    <a:pt x="12076" y="1395"/>
                    <a:pt x="11953" y="1991"/>
                    <a:pt x="11856" y="2596"/>
                  </a:cubicBezTo>
                  <a:cubicBezTo>
                    <a:pt x="11835" y="2729"/>
                    <a:pt x="11812" y="2860"/>
                    <a:pt x="11793" y="2991"/>
                  </a:cubicBezTo>
                  <a:cubicBezTo>
                    <a:pt x="11636" y="2513"/>
                    <a:pt x="11334" y="2078"/>
                    <a:pt x="10968" y="1739"/>
                  </a:cubicBezTo>
                  <a:cubicBezTo>
                    <a:pt x="11415" y="1423"/>
                    <a:pt x="11883" y="1133"/>
                    <a:pt x="12367" y="868"/>
                  </a:cubicBezTo>
                  <a:close/>
                  <a:moveTo>
                    <a:pt x="7606" y="2726"/>
                  </a:moveTo>
                  <a:cubicBezTo>
                    <a:pt x="8095" y="2726"/>
                    <a:pt x="8574" y="2832"/>
                    <a:pt x="9045" y="3069"/>
                  </a:cubicBezTo>
                  <a:cubicBezTo>
                    <a:pt x="9053" y="3073"/>
                    <a:pt x="9061" y="3076"/>
                    <a:pt x="9070" y="3078"/>
                  </a:cubicBezTo>
                  <a:cubicBezTo>
                    <a:pt x="8873" y="3295"/>
                    <a:pt x="8688" y="3521"/>
                    <a:pt x="8510" y="3752"/>
                  </a:cubicBezTo>
                  <a:lnTo>
                    <a:pt x="8500" y="3742"/>
                  </a:lnTo>
                  <a:cubicBezTo>
                    <a:pt x="8081" y="3488"/>
                    <a:pt x="7623" y="3369"/>
                    <a:pt x="7162" y="3369"/>
                  </a:cubicBezTo>
                  <a:cubicBezTo>
                    <a:pt x="6817" y="3369"/>
                    <a:pt x="6471" y="3435"/>
                    <a:pt x="6137" y="3562"/>
                  </a:cubicBezTo>
                  <a:cubicBezTo>
                    <a:pt x="6329" y="3307"/>
                    <a:pt x="6536" y="3061"/>
                    <a:pt x="6754" y="2826"/>
                  </a:cubicBezTo>
                  <a:cubicBezTo>
                    <a:pt x="7042" y="2761"/>
                    <a:pt x="7326" y="2726"/>
                    <a:pt x="7606" y="2726"/>
                  </a:cubicBezTo>
                  <a:close/>
                  <a:moveTo>
                    <a:pt x="7086" y="3587"/>
                  </a:moveTo>
                  <a:cubicBezTo>
                    <a:pt x="7532" y="3587"/>
                    <a:pt x="7976" y="3699"/>
                    <a:pt x="8399" y="3899"/>
                  </a:cubicBezTo>
                  <a:cubicBezTo>
                    <a:pt x="8191" y="4177"/>
                    <a:pt x="7990" y="4464"/>
                    <a:pt x="7800" y="4758"/>
                  </a:cubicBezTo>
                  <a:cubicBezTo>
                    <a:pt x="7790" y="4748"/>
                    <a:pt x="7780" y="4740"/>
                    <a:pt x="7765" y="4734"/>
                  </a:cubicBezTo>
                  <a:cubicBezTo>
                    <a:pt x="7219" y="4528"/>
                    <a:pt x="6648" y="4435"/>
                    <a:pt x="6072" y="4435"/>
                  </a:cubicBezTo>
                  <a:cubicBezTo>
                    <a:pt x="5891" y="4435"/>
                    <a:pt x="5709" y="4444"/>
                    <a:pt x="5527" y="4462"/>
                  </a:cubicBezTo>
                  <a:cubicBezTo>
                    <a:pt x="5661" y="4241"/>
                    <a:pt x="5802" y="4027"/>
                    <a:pt x="5951" y="3817"/>
                  </a:cubicBezTo>
                  <a:cubicBezTo>
                    <a:pt x="5961" y="3820"/>
                    <a:pt x="5972" y="3823"/>
                    <a:pt x="5983" y="3823"/>
                  </a:cubicBezTo>
                  <a:cubicBezTo>
                    <a:pt x="5994" y="3823"/>
                    <a:pt x="6005" y="3820"/>
                    <a:pt x="6018" y="3816"/>
                  </a:cubicBezTo>
                  <a:cubicBezTo>
                    <a:pt x="6368" y="3659"/>
                    <a:pt x="6728" y="3587"/>
                    <a:pt x="7086" y="3587"/>
                  </a:cubicBezTo>
                  <a:close/>
                  <a:moveTo>
                    <a:pt x="10762" y="1893"/>
                  </a:moveTo>
                  <a:cubicBezTo>
                    <a:pt x="11246" y="2333"/>
                    <a:pt x="11523" y="2855"/>
                    <a:pt x="11712" y="3456"/>
                  </a:cubicBezTo>
                  <a:cubicBezTo>
                    <a:pt x="11622" y="3932"/>
                    <a:pt x="11511" y="4405"/>
                    <a:pt x="11349" y="4871"/>
                  </a:cubicBezTo>
                  <a:cubicBezTo>
                    <a:pt x="11334" y="4905"/>
                    <a:pt x="11320" y="4941"/>
                    <a:pt x="11308" y="4977"/>
                  </a:cubicBezTo>
                  <a:cubicBezTo>
                    <a:pt x="11112" y="4046"/>
                    <a:pt x="10711" y="3145"/>
                    <a:pt x="10148" y="2382"/>
                  </a:cubicBezTo>
                  <a:cubicBezTo>
                    <a:pt x="10346" y="2210"/>
                    <a:pt x="10551" y="2048"/>
                    <a:pt x="10762" y="1893"/>
                  </a:cubicBezTo>
                  <a:close/>
                  <a:moveTo>
                    <a:pt x="6023" y="4652"/>
                  </a:moveTo>
                  <a:cubicBezTo>
                    <a:pt x="6592" y="4652"/>
                    <a:pt x="7146" y="4734"/>
                    <a:pt x="7711" y="4884"/>
                  </a:cubicBezTo>
                  <a:lnTo>
                    <a:pt x="7716" y="4884"/>
                  </a:lnTo>
                  <a:cubicBezTo>
                    <a:pt x="7638" y="5007"/>
                    <a:pt x="7561" y="5130"/>
                    <a:pt x="7486" y="5254"/>
                  </a:cubicBezTo>
                  <a:cubicBezTo>
                    <a:pt x="7489" y="5220"/>
                    <a:pt x="7472" y="5184"/>
                    <a:pt x="7430" y="5167"/>
                  </a:cubicBezTo>
                  <a:cubicBezTo>
                    <a:pt x="7004" y="5014"/>
                    <a:pt x="6566" y="4941"/>
                    <a:pt x="6125" y="4941"/>
                  </a:cubicBezTo>
                  <a:cubicBezTo>
                    <a:pt x="5814" y="4941"/>
                    <a:pt x="5500" y="4978"/>
                    <a:pt x="5190" y="5048"/>
                  </a:cubicBezTo>
                  <a:cubicBezTo>
                    <a:pt x="5257" y="4927"/>
                    <a:pt x="5325" y="4806"/>
                    <a:pt x="5394" y="4684"/>
                  </a:cubicBezTo>
                  <a:lnTo>
                    <a:pt x="5399" y="4684"/>
                  </a:lnTo>
                  <a:cubicBezTo>
                    <a:pt x="5610" y="4662"/>
                    <a:pt x="5817" y="4652"/>
                    <a:pt x="6023" y="4652"/>
                  </a:cubicBezTo>
                  <a:close/>
                  <a:moveTo>
                    <a:pt x="6110" y="5154"/>
                  </a:moveTo>
                  <a:cubicBezTo>
                    <a:pt x="6531" y="5154"/>
                    <a:pt x="6950" y="5217"/>
                    <a:pt x="7374" y="5334"/>
                  </a:cubicBezTo>
                  <a:cubicBezTo>
                    <a:pt x="7383" y="5336"/>
                    <a:pt x="7391" y="5337"/>
                    <a:pt x="7398" y="5337"/>
                  </a:cubicBezTo>
                  <a:cubicBezTo>
                    <a:pt x="7415" y="5337"/>
                    <a:pt x="7431" y="5333"/>
                    <a:pt x="7443" y="5326"/>
                  </a:cubicBezTo>
                  <a:lnTo>
                    <a:pt x="7443" y="5326"/>
                  </a:lnTo>
                  <a:cubicBezTo>
                    <a:pt x="7271" y="5607"/>
                    <a:pt x="7106" y="5894"/>
                    <a:pt x="6942" y="6182"/>
                  </a:cubicBezTo>
                  <a:cubicBezTo>
                    <a:pt x="6916" y="6229"/>
                    <a:pt x="6887" y="6278"/>
                    <a:pt x="6860" y="6327"/>
                  </a:cubicBezTo>
                  <a:cubicBezTo>
                    <a:pt x="6457" y="6131"/>
                    <a:pt x="5990" y="6017"/>
                    <a:pt x="5529" y="6017"/>
                  </a:cubicBezTo>
                  <a:cubicBezTo>
                    <a:pt x="5222" y="6017"/>
                    <a:pt x="4917" y="6067"/>
                    <a:pt x="4635" y="6179"/>
                  </a:cubicBezTo>
                  <a:cubicBezTo>
                    <a:pt x="4664" y="6108"/>
                    <a:pt x="4695" y="6038"/>
                    <a:pt x="4728" y="5969"/>
                  </a:cubicBezTo>
                  <a:cubicBezTo>
                    <a:pt x="4836" y="5737"/>
                    <a:pt x="4951" y="5506"/>
                    <a:pt x="5072" y="5277"/>
                  </a:cubicBezTo>
                  <a:cubicBezTo>
                    <a:pt x="5076" y="5277"/>
                    <a:pt x="5080" y="5278"/>
                    <a:pt x="5085" y="5278"/>
                  </a:cubicBezTo>
                  <a:cubicBezTo>
                    <a:pt x="5093" y="5278"/>
                    <a:pt x="5101" y="5277"/>
                    <a:pt x="5109" y="5274"/>
                  </a:cubicBezTo>
                  <a:cubicBezTo>
                    <a:pt x="5446" y="5193"/>
                    <a:pt x="5779" y="5154"/>
                    <a:pt x="6110" y="5154"/>
                  </a:cubicBezTo>
                  <a:close/>
                  <a:moveTo>
                    <a:pt x="5512" y="6265"/>
                  </a:moveTo>
                  <a:cubicBezTo>
                    <a:pt x="5932" y="6265"/>
                    <a:pt x="6337" y="6325"/>
                    <a:pt x="6775" y="6476"/>
                  </a:cubicBezTo>
                  <a:cubicBezTo>
                    <a:pt x="6581" y="6820"/>
                    <a:pt x="6383" y="7172"/>
                    <a:pt x="6170" y="7520"/>
                  </a:cubicBezTo>
                  <a:cubicBezTo>
                    <a:pt x="5751" y="7293"/>
                    <a:pt x="5247" y="7143"/>
                    <a:pt x="4754" y="7143"/>
                  </a:cubicBezTo>
                  <a:cubicBezTo>
                    <a:pt x="4577" y="7143"/>
                    <a:pt x="4401" y="7162"/>
                    <a:pt x="4231" y="7205"/>
                  </a:cubicBezTo>
                  <a:cubicBezTo>
                    <a:pt x="4349" y="6894"/>
                    <a:pt x="4461" y="6589"/>
                    <a:pt x="4581" y="6303"/>
                  </a:cubicBezTo>
                  <a:cubicBezTo>
                    <a:pt x="4596" y="6322"/>
                    <a:pt x="4618" y="6335"/>
                    <a:pt x="4643" y="6335"/>
                  </a:cubicBezTo>
                  <a:cubicBezTo>
                    <a:pt x="4646" y="6335"/>
                    <a:pt x="4648" y="6334"/>
                    <a:pt x="4651" y="6334"/>
                  </a:cubicBezTo>
                  <a:cubicBezTo>
                    <a:pt x="4954" y="6291"/>
                    <a:pt x="5237" y="6265"/>
                    <a:pt x="5512" y="6265"/>
                  </a:cubicBezTo>
                  <a:close/>
                  <a:moveTo>
                    <a:pt x="9975" y="2533"/>
                  </a:moveTo>
                  <a:cubicBezTo>
                    <a:pt x="10501" y="3392"/>
                    <a:pt x="10911" y="4262"/>
                    <a:pt x="11218" y="5216"/>
                  </a:cubicBezTo>
                  <a:cubicBezTo>
                    <a:pt x="11104" y="5508"/>
                    <a:pt x="10976" y="5792"/>
                    <a:pt x="10837" y="6071"/>
                  </a:cubicBezTo>
                  <a:cubicBezTo>
                    <a:pt x="10696" y="4999"/>
                    <a:pt x="10156" y="4022"/>
                    <a:pt x="9317" y="3315"/>
                  </a:cubicBezTo>
                  <a:cubicBezTo>
                    <a:pt x="9298" y="3299"/>
                    <a:pt x="9280" y="3292"/>
                    <a:pt x="9262" y="3292"/>
                  </a:cubicBezTo>
                  <a:cubicBezTo>
                    <a:pt x="9188" y="3292"/>
                    <a:pt x="9133" y="3409"/>
                    <a:pt x="9207" y="3475"/>
                  </a:cubicBezTo>
                  <a:cubicBezTo>
                    <a:pt x="10058" y="4220"/>
                    <a:pt x="10572" y="5239"/>
                    <a:pt x="10695" y="6345"/>
                  </a:cubicBezTo>
                  <a:cubicBezTo>
                    <a:pt x="10475" y="6753"/>
                    <a:pt x="10230" y="7146"/>
                    <a:pt x="9958" y="7520"/>
                  </a:cubicBezTo>
                  <a:cubicBezTo>
                    <a:pt x="9994" y="6375"/>
                    <a:pt x="9269" y="5048"/>
                    <a:pt x="8458" y="4374"/>
                  </a:cubicBezTo>
                  <a:cubicBezTo>
                    <a:pt x="8445" y="4362"/>
                    <a:pt x="8430" y="4358"/>
                    <a:pt x="8416" y="4358"/>
                  </a:cubicBezTo>
                  <a:cubicBezTo>
                    <a:pt x="8405" y="4358"/>
                    <a:pt x="8394" y="4360"/>
                    <a:pt x="8384" y="4365"/>
                  </a:cubicBezTo>
                  <a:cubicBezTo>
                    <a:pt x="8636" y="3997"/>
                    <a:pt x="8906" y="3639"/>
                    <a:pt x="9209" y="3302"/>
                  </a:cubicBezTo>
                  <a:cubicBezTo>
                    <a:pt x="9454" y="3028"/>
                    <a:pt x="9709" y="2773"/>
                    <a:pt x="9975" y="2533"/>
                  </a:cubicBezTo>
                  <a:close/>
                  <a:moveTo>
                    <a:pt x="8330" y="4442"/>
                  </a:moveTo>
                  <a:lnTo>
                    <a:pt x="8330" y="4442"/>
                  </a:lnTo>
                  <a:cubicBezTo>
                    <a:pt x="8328" y="4460"/>
                    <a:pt x="8333" y="4478"/>
                    <a:pt x="8348" y="4495"/>
                  </a:cubicBezTo>
                  <a:cubicBezTo>
                    <a:pt x="8782" y="4992"/>
                    <a:pt x="9160" y="5499"/>
                    <a:pt x="9412" y="6115"/>
                  </a:cubicBezTo>
                  <a:cubicBezTo>
                    <a:pt x="9641" y="6671"/>
                    <a:pt x="9665" y="7216"/>
                    <a:pt x="9754" y="7786"/>
                  </a:cubicBezTo>
                  <a:cubicBezTo>
                    <a:pt x="9608" y="7980"/>
                    <a:pt x="9454" y="8165"/>
                    <a:pt x="9294" y="8342"/>
                  </a:cubicBezTo>
                  <a:cubicBezTo>
                    <a:pt x="9313" y="7154"/>
                    <a:pt x="8939" y="5745"/>
                    <a:pt x="8107" y="4946"/>
                  </a:cubicBezTo>
                  <a:cubicBezTo>
                    <a:pt x="8088" y="4929"/>
                    <a:pt x="8066" y="4923"/>
                    <a:pt x="8045" y="4923"/>
                  </a:cubicBezTo>
                  <a:cubicBezTo>
                    <a:pt x="8036" y="4923"/>
                    <a:pt x="8026" y="4924"/>
                    <a:pt x="8017" y="4927"/>
                  </a:cubicBezTo>
                  <a:cubicBezTo>
                    <a:pt x="8119" y="4763"/>
                    <a:pt x="8224" y="4601"/>
                    <a:pt x="8330" y="4442"/>
                  </a:cubicBezTo>
                  <a:close/>
                  <a:moveTo>
                    <a:pt x="4654" y="7393"/>
                  </a:moveTo>
                  <a:cubicBezTo>
                    <a:pt x="5138" y="7393"/>
                    <a:pt x="5588" y="7461"/>
                    <a:pt x="6067" y="7687"/>
                  </a:cubicBezTo>
                  <a:cubicBezTo>
                    <a:pt x="5887" y="7974"/>
                    <a:pt x="5697" y="8255"/>
                    <a:pt x="5494" y="8522"/>
                  </a:cubicBezTo>
                  <a:cubicBezTo>
                    <a:pt x="5486" y="8519"/>
                    <a:pt x="5478" y="8512"/>
                    <a:pt x="5469" y="8509"/>
                  </a:cubicBezTo>
                  <a:cubicBezTo>
                    <a:pt x="5110" y="8359"/>
                    <a:pt x="4734" y="8293"/>
                    <a:pt x="4355" y="8293"/>
                  </a:cubicBezTo>
                  <a:cubicBezTo>
                    <a:pt x="4148" y="8293"/>
                    <a:pt x="3940" y="8313"/>
                    <a:pt x="3733" y="8348"/>
                  </a:cubicBezTo>
                  <a:cubicBezTo>
                    <a:pt x="3889" y="8047"/>
                    <a:pt x="4025" y="7732"/>
                    <a:pt x="4151" y="7412"/>
                  </a:cubicBezTo>
                  <a:cubicBezTo>
                    <a:pt x="4324" y="7400"/>
                    <a:pt x="4491" y="7393"/>
                    <a:pt x="4654" y="7393"/>
                  </a:cubicBezTo>
                  <a:close/>
                  <a:moveTo>
                    <a:pt x="4223" y="8516"/>
                  </a:moveTo>
                  <a:cubicBezTo>
                    <a:pt x="4608" y="8516"/>
                    <a:pt x="4987" y="8579"/>
                    <a:pt x="5371" y="8682"/>
                  </a:cubicBezTo>
                  <a:cubicBezTo>
                    <a:pt x="5286" y="8790"/>
                    <a:pt x="5196" y="8895"/>
                    <a:pt x="5106" y="8996"/>
                  </a:cubicBezTo>
                  <a:cubicBezTo>
                    <a:pt x="4769" y="8865"/>
                    <a:pt x="4416" y="8805"/>
                    <a:pt x="4059" y="8805"/>
                  </a:cubicBezTo>
                  <a:cubicBezTo>
                    <a:pt x="3848" y="8805"/>
                    <a:pt x="3635" y="8826"/>
                    <a:pt x="3424" y="8866"/>
                  </a:cubicBezTo>
                  <a:cubicBezTo>
                    <a:pt x="3489" y="8772"/>
                    <a:pt x="3552" y="8672"/>
                    <a:pt x="3610" y="8571"/>
                  </a:cubicBezTo>
                  <a:cubicBezTo>
                    <a:pt x="3818" y="8533"/>
                    <a:pt x="4021" y="8516"/>
                    <a:pt x="4223" y="8516"/>
                  </a:cubicBezTo>
                  <a:close/>
                  <a:moveTo>
                    <a:pt x="7962" y="5015"/>
                  </a:moveTo>
                  <a:cubicBezTo>
                    <a:pt x="7963" y="5023"/>
                    <a:pt x="7963" y="5031"/>
                    <a:pt x="7968" y="5040"/>
                  </a:cubicBezTo>
                  <a:cubicBezTo>
                    <a:pt x="8271" y="5650"/>
                    <a:pt x="8643" y="6187"/>
                    <a:pt x="8844" y="6851"/>
                  </a:cubicBezTo>
                  <a:cubicBezTo>
                    <a:pt x="9011" y="7406"/>
                    <a:pt x="9083" y="7970"/>
                    <a:pt x="9106" y="8543"/>
                  </a:cubicBezTo>
                  <a:cubicBezTo>
                    <a:pt x="9048" y="8609"/>
                    <a:pt x="8988" y="8669"/>
                    <a:pt x="8927" y="8731"/>
                  </a:cubicBezTo>
                  <a:cubicBezTo>
                    <a:pt x="8726" y="8934"/>
                    <a:pt x="8513" y="9126"/>
                    <a:pt x="8296" y="9314"/>
                  </a:cubicBezTo>
                  <a:cubicBezTo>
                    <a:pt x="8355" y="8301"/>
                    <a:pt x="7978" y="7324"/>
                    <a:pt x="7266" y="6583"/>
                  </a:cubicBezTo>
                  <a:cubicBezTo>
                    <a:pt x="7244" y="6560"/>
                    <a:pt x="7218" y="6550"/>
                    <a:pt x="7192" y="6550"/>
                  </a:cubicBezTo>
                  <a:cubicBezTo>
                    <a:pt x="7113" y="6550"/>
                    <a:pt x="7041" y="6643"/>
                    <a:pt x="7109" y="6720"/>
                  </a:cubicBezTo>
                  <a:cubicBezTo>
                    <a:pt x="7782" y="7489"/>
                    <a:pt x="8119" y="8448"/>
                    <a:pt x="8119" y="9460"/>
                  </a:cubicBezTo>
                  <a:cubicBezTo>
                    <a:pt x="7703" y="9798"/>
                    <a:pt x="7258" y="10108"/>
                    <a:pt x="6792" y="10376"/>
                  </a:cubicBezTo>
                  <a:cubicBezTo>
                    <a:pt x="7171" y="9430"/>
                    <a:pt x="7078" y="8334"/>
                    <a:pt x="6554" y="7457"/>
                  </a:cubicBezTo>
                  <a:cubicBezTo>
                    <a:pt x="7036" y="6648"/>
                    <a:pt x="7471" y="5814"/>
                    <a:pt x="7962" y="5015"/>
                  </a:cubicBezTo>
                  <a:close/>
                  <a:moveTo>
                    <a:pt x="4077" y="8984"/>
                  </a:moveTo>
                  <a:cubicBezTo>
                    <a:pt x="4388" y="8984"/>
                    <a:pt x="4694" y="9029"/>
                    <a:pt x="5003" y="9108"/>
                  </a:cubicBezTo>
                  <a:cubicBezTo>
                    <a:pt x="4599" y="9540"/>
                    <a:pt x="4141" y="9910"/>
                    <a:pt x="3601" y="10171"/>
                  </a:cubicBezTo>
                  <a:cubicBezTo>
                    <a:pt x="3388" y="10273"/>
                    <a:pt x="3159" y="10358"/>
                    <a:pt x="2918" y="10415"/>
                  </a:cubicBezTo>
                  <a:cubicBezTo>
                    <a:pt x="2938" y="10399"/>
                    <a:pt x="2949" y="10376"/>
                    <a:pt x="2946" y="10345"/>
                  </a:cubicBezTo>
                  <a:cubicBezTo>
                    <a:pt x="2907" y="10075"/>
                    <a:pt x="2742" y="9854"/>
                    <a:pt x="2514" y="9731"/>
                  </a:cubicBezTo>
                  <a:cubicBezTo>
                    <a:pt x="2841" y="9545"/>
                    <a:pt x="3108" y="9289"/>
                    <a:pt x="3332" y="8993"/>
                  </a:cubicBezTo>
                  <a:cubicBezTo>
                    <a:pt x="3345" y="9027"/>
                    <a:pt x="3372" y="9052"/>
                    <a:pt x="3412" y="9052"/>
                  </a:cubicBezTo>
                  <a:cubicBezTo>
                    <a:pt x="3419" y="9052"/>
                    <a:pt x="3425" y="9052"/>
                    <a:pt x="3432" y="9050"/>
                  </a:cubicBezTo>
                  <a:cubicBezTo>
                    <a:pt x="3651" y="9005"/>
                    <a:pt x="3865" y="8984"/>
                    <a:pt x="4077" y="8984"/>
                  </a:cubicBezTo>
                  <a:close/>
                  <a:moveTo>
                    <a:pt x="328" y="9168"/>
                  </a:moveTo>
                  <a:lnTo>
                    <a:pt x="328" y="9168"/>
                  </a:lnTo>
                  <a:cubicBezTo>
                    <a:pt x="423" y="9419"/>
                    <a:pt x="611" y="9633"/>
                    <a:pt x="861" y="9787"/>
                  </a:cubicBezTo>
                  <a:cubicBezTo>
                    <a:pt x="958" y="9846"/>
                    <a:pt x="1059" y="9892"/>
                    <a:pt x="1164" y="9923"/>
                  </a:cubicBezTo>
                  <a:cubicBezTo>
                    <a:pt x="1231" y="9988"/>
                    <a:pt x="1310" y="10050"/>
                    <a:pt x="1369" y="10122"/>
                  </a:cubicBezTo>
                  <a:cubicBezTo>
                    <a:pt x="1449" y="10214"/>
                    <a:pt x="1509" y="10315"/>
                    <a:pt x="1557" y="10427"/>
                  </a:cubicBezTo>
                  <a:cubicBezTo>
                    <a:pt x="1334" y="10368"/>
                    <a:pt x="1120" y="10276"/>
                    <a:pt x="923" y="10142"/>
                  </a:cubicBezTo>
                  <a:cubicBezTo>
                    <a:pt x="593" y="9919"/>
                    <a:pt x="331" y="9564"/>
                    <a:pt x="328" y="9168"/>
                  </a:cubicBezTo>
                  <a:close/>
                  <a:moveTo>
                    <a:pt x="2306" y="9836"/>
                  </a:moveTo>
                  <a:cubicBezTo>
                    <a:pt x="2548" y="9913"/>
                    <a:pt x="2742" y="10124"/>
                    <a:pt x="2794" y="10376"/>
                  </a:cubicBezTo>
                  <a:cubicBezTo>
                    <a:pt x="2800" y="10409"/>
                    <a:pt x="2823" y="10425"/>
                    <a:pt x="2846" y="10430"/>
                  </a:cubicBezTo>
                  <a:cubicBezTo>
                    <a:pt x="2630" y="10478"/>
                    <a:pt x="2409" y="10505"/>
                    <a:pt x="2190" y="10505"/>
                  </a:cubicBezTo>
                  <a:cubicBezTo>
                    <a:pt x="2030" y="10505"/>
                    <a:pt x="1870" y="10491"/>
                    <a:pt x="1714" y="10461"/>
                  </a:cubicBezTo>
                  <a:lnTo>
                    <a:pt x="1714" y="10456"/>
                  </a:lnTo>
                  <a:cubicBezTo>
                    <a:pt x="1670" y="10309"/>
                    <a:pt x="1590" y="10129"/>
                    <a:pt x="1477" y="9983"/>
                  </a:cubicBezTo>
                  <a:lnTo>
                    <a:pt x="1477" y="9983"/>
                  </a:lnTo>
                  <a:cubicBezTo>
                    <a:pt x="1518" y="9987"/>
                    <a:pt x="1559" y="9988"/>
                    <a:pt x="1600" y="9988"/>
                  </a:cubicBezTo>
                  <a:cubicBezTo>
                    <a:pt x="1840" y="9988"/>
                    <a:pt x="2080" y="9932"/>
                    <a:pt x="2306" y="9836"/>
                  </a:cubicBezTo>
                  <a:close/>
                  <a:moveTo>
                    <a:pt x="6430" y="7666"/>
                  </a:moveTo>
                  <a:cubicBezTo>
                    <a:pt x="6833" y="8538"/>
                    <a:pt x="6906" y="9458"/>
                    <a:pt x="6661" y="10402"/>
                  </a:cubicBezTo>
                  <a:cubicBezTo>
                    <a:pt x="6656" y="10420"/>
                    <a:pt x="6659" y="10435"/>
                    <a:pt x="6664" y="10448"/>
                  </a:cubicBezTo>
                  <a:cubicBezTo>
                    <a:pt x="6489" y="10543"/>
                    <a:pt x="6311" y="10638"/>
                    <a:pt x="6129" y="10721"/>
                  </a:cubicBezTo>
                  <a:cubicBezTo>
                    <a:pt x="6365" y="9954"/>
                    <a:pt x="6317" y="9126"/>
                    <a:pt x="5952" y="8396"/>
                  </a:cubicBezTo>
                  <a:cubicBezTo>
                    <a:pt x="6100" y="8185"/>
                    <a:pt x="6242" y="7972"/>
                    <a:pt x="6373" y="7759"/>
                  </a:cubicBezTo>
                  <a:cubicBezTo>
                    <a:pt x="6391" y="7728"/>
                    <a:pt x="6409" y="7699"/>
                    <a:pt x="6430" y="7666"/>
                  </a:cubicBezTo>
                  <a:close/>
                  <a:moveTo>
                    <a:pt x="1040" y="10571"/>
                  </a:moveTo>
                  <a:lnTo>
                    <a:pt x="1040" y="10571"/>
                  </a:lnTo>
                  <a:cubicBezTo>
                    <a:pt x="1311" y="10685"/>
                    <a:pt x="1614" y="10754"/>
                    <a:pt x="1915" y="10783"/>
                  </a:cubicBezTo>
                  <a:cubicBezTo>
                    <a:pt x="1905" y="10792"/>
                    <a:pt x="1894" y="10801"/>
                    <a:pt x="1882" y="10810"/>
                  </a:cubicBezTo>
                  <a:cubicBezTo>
                    <a:pt x="1815" y="10867"/>
                    <a:pt x="1750" y="10927"/>
                    <a:pt x="1681" y="10988"/>
                  </a:cubicBezTo>
                  <a:cubicBezTo>
                    <a:pt x="1450" y="10870"/>
                    <a:pt x="1238" y="10731"/>
                    <a:pt x="1040" y="10571"/>
                  </a:cubicBezTo>
                  <a:close/>
                  <a:moveTo>
                    <a:pt x="5811" y="8600"/>
                  </a:moveTo>
                  <a:cubicBezTo>
                    <a:pt x="6064" y="9338"/>
                    <a:pt x="6100" y="10081"/>
                    <a:pt x="5883" y="10834"/>
                  </a:cubicBezTo>
                  <a:cubicBezTo>
                    <a:pt x="5532" y="10981"/>
                    <a:pt x="5173" y="11106"/>
                    <a:pt x="4807" y="11201"/>
                  </a:cubicBezTo>
                  <a:cubicBezTo>
                    <a:pt x="4731" y="11220"/>
                    <a:pt x="4655" y="11237"/>
                    <a:pt x="4578" y="11255"/>
                  </a:cubicBezTo>
                  <a:cubicBezTo>
                    <a:pt x="4774" y="10810"/>
                    <a:pt x="4869" y="10302"/>
                    <a:pt x="4758" y="9829"/>
                  </a:cubicBezTo>
                  <a:cubicBezTo>
                    <a:pt x="4754" y="9811"/>
                    <a:pt x="4745" y="9798"/>
                    <a:pt x="4731" y="9790"/>
                  </a:cubicBezTo>
                  <a:cubicBezTo>
                    <a:pt x="5134" y="9443"/>
                    <a:pt x="5492" y="9032"/>
                    <a:pt x="5811" y="8600"/>
                  </a:cubicBezTo>
                  <a:close/>
                  <a:moveTo>
                    <a:pt x="3519" y="10551"/>
                  </a:moveTo>
                  <a:cubicBezTo>
                    <a:pt x="3489" y="10693"/>
                    <a:pt x="3468" y="10836"/>
                    <a:pt x="3406" y="10973"/>
                  </a:cubicBezTo>
                  <a:cubicBezTo>
                    <a:pt x="3337" y="11124"/>
                    <a:pt x="3236" y="11258"/>
                    <a:pt x="3118" y="11373"/>
                  </a:cubicBezTo>
                  <a:cubicBezTo>
                    <a:pt x="2797" y="11348"/>
                    <a:pt x="2478" y="11291"/>
                    <a:pt x="2169" y="11189"/>
                  </a:cubicBezTo>
                  <a:cubicBezTo>
                    <a:pt x="2061" y="11155"/>
                    <a:pt x="1956" y="11114"/>
                    <a:pt x="1853" y="11070"/>
                  </a:cubicBezTo>
                  <a:cubicBezTo>
                    <a:pt x="1899" y="11031"/>
                    <a:pt x="1940" y="10990"/>
                    <a:pt x="1979" y="10959"/>
                  </a:cubicBezTo>
                  <a:cubicBezTo>
                    <a:pt x="2041" y="10908"/>
                    <a:pt x="2112" y="10857"/>
                    <a:pt x="2177" y="10801"/>
                  </a:cubicBezTo>
                  <a:cubicBezTo>
                    <a:pt x="2208" y="10802"/>
                    <a:pt x="2240" y="10803"/>
                    <a:pt x="2271" y="10803"/>
                  </a:cubicBezTo>
                  <a:cubicBezTo>
                    <a:pt x="2549" y="10803"/>
                    <a:pt x="2817" y="10770"/>
                    <a:pt x="3048" y="10711"/>
                  </a:cubicBezTo>
                  <a:cubicBezTo>
                    <a:pt x="3211" y="10669"/>
                    <a:pt x="3367" y="10615"/>
                    <a:pt x="3519" y="10551"/>
                  </a:cubicBezTo>
                  <a:close/>
                  <a:moveTo>
                    <a:pt x="4633" y="9872"/>
                  </a:moveTo>
                  <a:lnTo>
                    <a:pt x="4633" y="9872"/>
                  </a:lnTo>
                  <a:cubicBezTo>
                    <a:pt x="4571" y="10366"/>
                    <a:pt x="4519" y="10829"/>
                    <a:pt x="4371" y="11299"/>
                  </a:cubicBezTo>
                  <a:cubicBezTo>
                    <a:pt x="4067" y="11352"/>
                    <a:pt x="3756" y="11384"/>
                    <a:pt x="3447" y="11384"/>
                  </a:cubicBezTo>
                  <a:cubicBezTo>
                    <a:pt x="3412" y="11384"/>
                    <a:pt x="3377" y="11383"/>
                    <a:pt x="3342" y="11382"/>
                  </a:cubicBezTo>
                  <a:cubicBezTo>
                    <a:pt x="3584" y="11140"/>
                    <a:pt x="3758" y="10793"/>
                    <a:pt x="3694" y="10474"/>
                  </a:cubicBezTo>
                  <a:cubicBezTo>
                    <a:pt x="4033" y="10317"/>
                    <a:pt x="4345" y="10109"/>
                    <a:pt x="4633" y="9872"/>
                  </a:cubicBezTo>
                  <a:close/>
                  <a:moveTo>
                    <a:pt x="13712" y="1"/>
                  </a:moveTo>
                  <a:cubicBezTo>
                    <a:pt x="13705" y="1"/>
                    <a:pt x="13697" y="2"/>
                    <a:pt x="13689" y="4"/>
                  </a:cubicBezTo>
                  <a:cubicBezTo>
                    <a:pt x="13346" y="103"/>
                    <a:pt x="13009" y="230"/>
                    <a:pt x="12678" y="379"/>
                  </a:cubicBezTo>
                  <a:cubicBezTo>
                    <a:pt x="12658" y="364"/>
                    <a:pt x="12635" y="355"/>
                    <a:pt x="12608" y="351"/>
                  </a:cubicBezTo>
                  <a:cubicBezTo>
                    <a:pt x="12316" y="313"/>
                    <a:pt x="12028" y="294"/>
                    <a:pt x="11742" y="294"/>
                  </a:cubicBezTo>
                  <a:cubicBezTo>
                    <a:pt x="9264" y="294"/>
                    <a:pt x="7031" y="1701"/>
                    <a:pt x="5630" y="3742"/>
                  </a:cubicBezTo>
                  <a:cubicBezTo>
                    <a:pt x="4844" y="4886"/>
                    <a:pt x="4286" y="6161"/>
                    <a:pt x="3771" y="7442"/>
                  </a:cubicBezTo>
                  <a:cubicBezTo>
                    <a:pt x="3462" y="8209"/>
                    <a:pt x="3113" y="9067"/>
                    <a:pt x="2347" y="9482"/>
                  </a:cubicBezTo>
                  <a:cubicBezTo>
                    <a:pt x="2126" y="9602"/>
                    <a:pt x="1879" y="9660"/>
                    <a:pt x="1638" y="9660"/>
                  </a:cubicBezTo>
                  <a:cubicBezTo>
                    <a:pt x="1069" y="9660"/>
                    <a:pt x="534" y="9335"/>
                    <a:pt x="454" y="8718"/>
                  </a:cubicBezTo>
                  <a:cubicBezTo>
                    <a:pt x="586" y="8512"/>
                    <a:pt x="813" y="8398"/>
                    <a:pt x="1034" y="8398"/>
                  </a:cubicBezTo>
                  <a:cubicBezTo>
                    <a:pt x="1263" y="8398"/>
                    <a:pt x="1485" y="8521"/>
                    <a:pt x="1588" y="8792"/>
                  </a:cubicBezTo>
                  <a:cubicBezTo>
                    <a:pt x="1605" y="8837"/>
                    <a:pt x="1644" y="8856"/>
                    <a:pt x="1685" y="8856"/>
                  </a:cubicBezTo>
                  <a:cubicBezTo>
                    <a:pt x="1756" y="8856"/>
                    <a:pt x="1832" y="8799"/>
                    <a:pt x="1809" y="8717"/>
                  </a:cubicBezTo>
                  <a:cubicBezTo>
                    <a:pt x="1699" y="8336"/>
                    <a:pt x="1354" y="8082"/>
                    <a:pt x="967" y="8082"/>
                  </a:cubicBezTo>
                  <a:cubicBezTo>
                    <a:pt x="903" y="8082"/>
                    <a:pt x="838" y="8089"/>
                    <a:pt x="773" y="8103"/>
                  </a:cubicBezTo>
                  <a:cubicBezTo>
                    <a:pt x="264" y="8216"/>
                    <a:pt x="1" y="8749"/>
                    <a:pt x="23" y="9237"/>
                  </a:cubicBezTo>
                  <a:cubicBezTo>
                    <a:pt x="30" y="9404"/>
                    <a:pt x="64" y="9556"/>
                    <a:pt x="117" y="9695"/>
                  </a:cubicBezTo>
                  <a:cubicBezTo>
                    <a:pt x="91" y="9716"/>
                    <a:pt x="74" y="9756"/>
                    <a:pt x="91" y="9795"/>
                  </a:cubicBezTo>
                  <a:cubicBezTo>
                    <a:pt x="519" y="10860"/>
                    <a:pt x="1737" y="11467"/>
                    <a:pt x="2822" y="11621"/>
                  </a:cubicBezTo>
                  <a:cubicBezTo>
                    <a:pt x="3035" y="11652"/>
                    <a:pt x="3250" y="11666"/>
                    <a:pt x="3464" y="11666"/>
                  </a:cubicBezTo>
                  <a:cubicBezTo>
                    <a:pt x="3746" y="11666"/>
                    <a:pt x="4027" y="11641"/>
                    <a:pt x="4306" y="11597"/>
                  </a:cubicBezTo>
                  <a:cubicBezTo>
                    <a:pt x="4320" y="11613"/>
                    <a:pt x="4340" y="11623"/>
                    <a:pt x="4361" y="11623"/>
                  </a:cubicBezTo>
                  <a:cubicBezTo>
                    <a:pt x="4380" y="11623"/>
                    <a:pt x="4399" y="11614"/>
                    <a:pt x="4411" y="11593"/>
                  </a:cubicBezTo>
                  <a:cubicBezTo>
                    <a:pt x="4412" y="11589"/>
                    <a:pt x="4417" y="11582"/>
                    <a:pt x="4419" y="11579"/>
                  </a:cubicBezTo>
                  <a:cubicBezTo>
                    <a:pt x="5280" y="11425"/>
                    <a:pt x="6119" y="11083"/>
                    <a:pt x="6872" y="10666"/>
                  </a:cubicBezTo>
                  <a:cubicBezTo>
                    <a:pt x="7716" y="10199"/>
                    <a:pt x="8487" y="9607"/>
                    <a:pt x="9168" y="8923"/>
                  </a:cubicBezTo>
                  <a:cubicBezTo>
                    <a:pt x="9177" y="8926"/>
                    <a:pt x="9186" y="8928"/>
                    <a:pt x="9196" y="8928"/>
                  </a:cubicBezTo>
                  <a:cubicBezTo>
                    <a:pt x="9228" y="8928"/>
                    <a:pt x="9259" y="8908"/>
                    <a:pt x="9264" y="8864"/>
                  </a:cubicBezTo>
                  <a:cubicBezTo>
                    <a:pt x="9266" y="8849"/>
                    <a:pt x="9266" y="8833"/>
                    <a:pt x="9269" y="8820"/>
                  </a:cubicBezTo>
                  <a:cubicBezTo>
                    <a:pt x="9858" y="8208"/>
                    <a:pt x="10375" y="7527"/>
                    <a:pt x="10803" y="6792"/>
                  </a:cubicBezTo>
                  <a:cubicBezTo>
                    <a:pt x="10805" y="6792"/>
                    <a:pt x="10808" y="6793"/>
                    <a:pt x="10810" y="6793"/>
                  </a:cubicBezTo>
                  <a:cubicBezTo>
                    <a:pt x="10846" y="6793"/>
                    <a:pt x="10878" y="6771"/>
                    <a:pt x="10881" y="6722"/>
                  </a:cubicBezTo>
                  <a:lnTo>
                    <a:pt x="10881" y="6656"/>
                  </a:lnTo>
                  <a:cubicBezTo>
                    <a:pt x="11148" y="6180"/>
                    <a:pt x="11380" y="5683"/>
                    <a:pt x="11570" y="5172"/>
                  </a:cubicBezTo>
                  <a:cubicBezTo>
                    <a:pt x="11811" y="4521"/>
                    <a:pt x="11974" y="3850"/>
                    <a:pt x="12084" y="3166"/>
                  </a:cubicBezTo>
                  <a:cubicBezTo>
                    <a:pt x="12223" y="2284"/>
                    <a:pt x="12313" y="1387"/>
                    <a:pt x="12850" y="643"/>
                  </a:cubicBezTo>
                  <a:cubicBezTo>
                    <a:pt x="12861" y="629"/>
                    <a:pt x="12866" y="615"/>
                    <a:pt x="12871" y="602"/>
                  </a:cubicBezTo>
                  <a:cubicBezTo>
                    <a:pt x="13159" y="454"/>
                    <a:pt x="13452" y="312"/>
                    <a:pt x="13750" y="171"/>
                  </a:cubicBezTo>
                  <a:cubicBezTo>
                    <a:pt x="13828" y="134"/>
                    <a:pt x="13794" y="1"/>
                    <a:pt x="13712" y="1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F5761437-7D69-43BF-9483-3F4C518E0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7647" y="1681564"/>
            <a:ext cx="1684943" cy="266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279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4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9875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BACKGROUND/SCENARIO</a:t>
            </a:r>
            <a:endParaRPr dirty="0"/>
          </a:p>
        </p:txBody>
      </p:sp>
      <p:sp>
        <p:nvSpPr>
          <p:cNvPr id="423" name="Google Shape;423;p34"/>
          <p:cNvSpPr txBox="1">
            <a:spLocks noGrp="1"/>
          </p:cNvSpPr>
          <p:nvPr>
            <p:ph type="body" idx="1"/>
          </p:nvPr>
        </p:nvSpPr>
        <p:spPr>
          <a:xfrm>
            <a:off x="720000" y="1391325"/>
            <a:ext cx="7704000" cy="32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Nunito" panose="020B0604020202020204" charset="0"/>
              </a:rPr>
              <a:t>Basic Enhanced Security</a:t>
            </a:r>
          </a:p>
          <a:p>
            <a:pPr marL="742950" lvl="1" indent="-28575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rgbClr val="000000"/>
                </a:solidFill>
                <a:latin typeface="Nunito" panose="020B0604020202020204" charset="0"/>
              </a:rPr>
              <a:t>User Exec Password</a:t>
            </a:r>
          </a:p>
          <a:p>
            <a:pPr marL="742950" lvl="1" indent="-28575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rgbClr val="000000"/>
                </a:solidFill>
                <a:latin typeface="Nunito" panose="020B0604020202020204" charset="0"/>
              </a:rPr>
              <a:t>Privileged Mode Password</a:t>
            </a:r>
          </a:p>
          <a:p>
            <a:pPr marL="742950" lvl="1" indent="-28575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rgbClr val="000000"/>
                </a:solidFill>
                <a:latin typeface="Nunito" panose="020B0604020202020204" charset="0"/>
              </a:rPr>
              <a:t>MD5 Security</a:t>
            </a:r>
          </a:p>
          <a:p>
            <a:pPr marL="742950" lvl="1" indent="-28575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rgbClr val="000000"/>
                </a:solidFill>
                <a:latin typeface="Nunito" panose="020B0604020202020204" charset="0"/>
              </a:rPr>
              <a:t>SSH</a:t>
            </a:r>
            <a:endParaRPr lang="en-PH" sz="1500" dirty="0">
              <a:latin typeface="Nunito" panose="020B060402020202020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43BE2BB-EEF0-494E-9F3A-BF61CBBF2087}"/>
              </a:ext>
            </a:extLst>
          </p:cNvPr>
          <p:cNvGrpSpPr/>
          <p:nvPr/>
        </p:nvGrpSpPr>
        <p:grpSpPr>
          <a:xfrm rot="1447952">
            <a:off x="7965541" y="873092"/>
            <a:ext cx="1158287" cy="765214"/>
            <a:chOff x="6518491" y="1599754"/>
            <a:chExt cx="1158287" cy="765214"/>
          </a:xfrm>
        </p:grpSpPr>
        <p:sp>
          <p:nvSpPr>
            <p:cNvPr id="4" name="Google Shape;417;p33">
              <a:extLst>
                <a:ext uri="{FF2B5EF4-FFF2-40B4-BE49-F238E27FC236}">
                  <a16:creationId xmlns:a16="http://schemas.microsoft.com/office/drawing/2014/main" id="{01DAF2A5-5940-4EEC-9C6C-C815D26A15C7}"/>
                </a:ext>
              </a:extLst>
            </p:cNvPr>
            <p:cNvSpPr/>
            <p:nvPr/>
          </p:nvSpPr>
          <p:spPr>
            <a:xfrm>
              <a:off x="6518491" y="1599754"/>
              <a:ext cx="728908" cy="614944"/>
            </a:xfrm>
            <a:custGeom>
              <a:avLst/>
              <a:gdLst/>
              <a:ahLst/>
              <a:cxnLst/>
              <a:rect l="l" t="t" r="r" b="b"/>
              <a:pathLst>
                <a:path w="13828" h="11666" extrusionOk="0">
                  <a:moveTo>
                    <a:pt x="11902" y="622"/>
                  </a:moveTo>
                  <a:cubicBezTo>
                    <a:pt x="11993" y="622"/>
                    <a:pt x="12084" y="623"/>
                    <a:pt x="12176" y="626"/>
                  </a:cubicBezTo>
                  <a:cubicBezTo>
                    <a:pt x="11748" y="854"/>
                    <a:pt x="11336" y="1117"/>
                    <a:pt x="10943" y="1400"/>
                  </a:cubicBezTo>
                  <a:cubicBezTo>
                    <a:pt x="10565" y="1156"/>
                    <a:pt x="10148" y="999"/>
                    <a:pt x="9708" y="944"/>
                  </a:cubicBezTo>
                  <a:cubicBezTo>
                    <a:pt x="10413" y="725"/>
                    <a:pt x="11153" y="622"/>
                    <a:pt x="11902" y="622"/>
                  </a:cubicBezTo>
                  <a:close/>
                  <a:moveTo>
                    <a:pt x="9181" y="1132"/>
                  </a:moveTo>
                  <a:cubicBezTo>
                    <a:pt x="9191" y="1137"/>
                    <a:pt x="9204" y="1138"/>
                    <a:pt x="9215" y="1138"/>
                  </a:cubicBezTo>
                  <a:cubicBezTo>
                    <a:pt x="9219" y="1138"/>
                    <a:pt x="9223" y="1138"/>
                    <a:pt x="9227" y="1138"/>
                  </a:cubicBezTo>
                  <a:cubicBezTo>
                    <a:pt x="9787" y="1138"/>
                    <a:pt x="10315" y="1253"/>
                    <a:pt x="10812" y="1497"/>
                  </a:cubicBezTo>
                  <a:cubicBezTo>
                    <a:pt x="10488" y="1739"/>
                    <a:pt x="10174" y="1996"/>
                    <a:pt x="9880" y="2259"/>
                  </a:cubicBezTo>
                  <a:cubicBezTo>
                    <a:pt x="9845" y="2290"/>
                    <a:pt x="9811" y="2323"/>
                    <a:pt x="9777" y="2356"/>
                  </a:cubicBezTo>
                  <a:cubicBezTo>
                    <a:pt x="9795" y="2326"/>
                    <a:pt x="9795" y="2287"/>
                    <a:pt x="9762" y="2266"/>
                  </a:cubicBezTo>
                  <a:cubicBezTo>
                    <a:pt x="9330" y="1986"/>
                    <a:pt x="8732" y="1780"/>
                    <a:pt x="8170" y="1780"/>
                  </a:cubicBezTo>
                  <a:cubicBezTo>
                    <a:pt x="8094" y="1780"/>
                    <a:pt x="8019" y="1784"/>
                    <a:pt x="7945" y="1791"/>
                  </a:cubicBezTo>
                  <a:cubicBezTo>
                    <a:pt x="8337" y="1525"/>
                    <a:pt x="8749" y="1305"/>
                    <a:pt x="9181" y="1132"/>
                  </a:cubicBezTo>
                  <a:close/>
                  <a:moveTo>
                    <a:pt x="8294" y="2015"/>
                  </a:moveTo>
                  <a:cubicBezTo>
                    <a:pt x="8380" y="2015"/>
                    <a:pt x="8467" y="2019"/>
                    <a:pt x="8554" y="2030"/>
                  </a:cubicBezTo>
                  <a:cubicBezTo>
                    <a:pt x="8963" y="2079"/>
                    <a:pt x="9335" y="2210"/>
                    <a:pt x="9706" y="2382"/>
                  </a:cubicBezTo>
                  <a:cubicBezTo>
                    <a:pt x="9714" y="2386"/>
                    <a:pt x="9721" y="2388"/>
                    <a:pt x="9728" y="2388"/>
                  </a:cubicBezTo>
                  <a:cubicBezTo>
                    <a:pt x="9736" y="2388"/>
                    <a:pt x="9744" y="2385"/>
                    <a:pt x="9752" y="2382"/>
                  </a:cubicBezTo>
                  <a:lnTo>
                    <a:pt x="9752" y="2382"/>
                  </a:lnTo>
                  <a:cubicBezTo>
                    <a:pt x="9557" y="2562"/>
                    <a:pt x="9371" y="2750"/>
                    <a:pt x="9196" y="2942"/>
                  </a:cubicBezTo>
                  <a:cubicBezTo>
                    <a:pt x="9191" y="2914"/>
                    <a:pt x="9176" y="2889"/>
                    <a:pt x="9148" y="2875"/>
                  </a:cubicBezTo>
                  <a:cubicBezTo>
                    <a:pt x="8661" y="2622"/>
                    <a:pt x="8130" y="2482"/>
                    <a:pt x="7595" y="2482"/>
                  </a:cubicBezTo>
                  <a:cubicBezTo>
                    <a:pt x="7411" y="2482"/>
                    <a:pt x="7227" y="2498"/>
                    <a:pt x="7044" y="2533"/>
                  </a:cubicBezTo>
                  <a:cubicBezTo>
                    <a:pt x="7212" y="2366"/>
                    <a:pt x="7397" y="2209"/>
                    <a:pt x="7589" y="2056"/>
                  </a:cubicBezTo>
                  <a:cubicBezTo>
                    <a:pt x="7826" y="2047"/>
                    <a:pt x="8058" y="2015"/>
                    <a:pt x="8294" y="2015"/>
                  </a:cubicBezTo>
                  <a:close/>
                  <a:moveTo>
                    <a:pt x="12367" y="868"/>
                  </a:moveTo>
                  <a:cubicBezTo>
                    <a:pt x="12076" y="1395"/>
                    <a:pt x="11953" y="1991"/>
                    <a:pt x="11856" y="2596"/>
                  </a:cubicBezTo>
                  <a:cubicBezTo>
                    <a:pt x="11835" y="2729"/>
                    <a:pt x="11812" y="2860"/>
                    <a:pt x="11793" y="2991"/>
                  </a:cubicBezTo>
                  <a:cubicBezTo>
                    <a:pt x="11636" y="2513"/>
                    <a:pt x="11334" y="2078"/>
                    <a:pt x="10968" y="1739"/>
                  </a:cubicBezTo>
                  <a:cubicBezTo>
                    <a:pt x="11415" y="1423"/>
                    <a:pt x="11883" y="1133"/>
                    <a:pt x="12367" y="868"/>
                  </a:cubicBezTo>
                  <a:close/>
                  <a:moveTo>
                    <a:pt x="7606" y="2726"/>
                  </a:moveTo>
                  <a:cubicBezTo>
                    <a:pt x="8095" y="2726"/>
                    <a:pt x="8574" y="2832"/>
                    <a:pt x="9045" y="3069"/>
                  </a:cubicBezTo>
                  <a:cubicBezTo>
                    <a:pt x="9053" y="3073"/>
                    <a:pt x="9061" y="3076"/>
                    <a:pt x="9070" y="3078"/>
                  </a:cubicBezTo>
                  <a:cubicBezTo>
                    <a:pt x="8873" y="3295"/>
                    <a:pt x="8688" y="3521"/>
                    <a:pt x="8510" y="3752"/>
                  </a:cubicBezTo>
                  <a:lnTo>
                    <a:pt x="8500" y="3742"/>
                  </a:lnTo>
                  <a:cubicBezTo>
                    <a:pt x="8081" y="3488"/>
                    <a:pt x="7623" y="3369"/>
                    <a:pt x="7162" y="3369"/>
                  </a:cubicBezTo>
                  <a:cubicBezTo>
                    <a:pt x="6817" y="3369"/>
                    <a:pt x="6471" y="3435"/>
                    <a:pt x="6137" y="3562"/>
                  </a:cubicBezTo>
                  <a:cubicBezTo>
                    <a:pt x="6329" y="3307"/>
                    <a:pt x="6536" y="3061"/>
                    <a:pt x="6754" y="2826"/>
                  </a:cubicBezTo>
                  <a:cubicBezTo>
                    <a:pt x="7042" y="2761"/>
                    <a:pt x="7326" y="2726"/>
                    <a:pt x="7606" y="2726"/>
                  </a:cubicBezTo>
                  <a:close/>
                  <a:moveTo>
                    <a:pt x="7086" y="3587"/>
                  </a:moveTo>
                  <a:cubicBezTo>
                    <a:pt x="7532" y="3587"/>
                    <a:pt x="7976" y="3699"/>
                    <a:pt x="8399" y="3899"/>
                  </a:cubicBezTo>
                  <a:cubicBezTo>
                    <a:pt x="8191" y="4177"/>
                    <a:pt x="7990" y="4464"/>
                    <a:pt x="7800" y="4758"/>
                  </a:cubicBezTo>
                  <a:cubicBezTo>
                    <a:pt x="7790" y="4748"/>
                    <a:pt x="7780" y="4740"/>
                    <a:pt x="7765" y="4734"/>
                  </a:cubicBezTo>
                  <a:cubicBezTo>
                    <a:pt x="7219" y="4528"/>
                    <a:pt x="6648" y="4435"/>
                    <a:pt x="6072" y="4435"/>
                  </a:cubicBezTo>
                  <a:cubicBezTo>
                    <a:pt x="5891" y="4435"/>
                    <a:pt x="5709" y="4444"/>
                    <a:pt x="5527" y="4462"/>
                  </a:cubicBezTo>
                  <a:cubicBezTo>
                    <a:pt x="5661" y="4241"/>
                    <a:pt x="5802" y="4027"/>
                    <a:pt x="5951" y="3817"/>
                  </a:cubicBezTo>
                  <a:cubicBezTo>
                    <a:pt x="5961" y="3820"/>
                    <a:pt x="5972" y="3823"/>
                    <a:pt x="5983" y="3823"/>
                  </a:cubicBezTo>
                  <a:cubicBezTo>
                    <a:pt x="5994" y="3823"/>
                    <a:pt x="6005" y="3820"/>
                    <a:pt x="6018" y="3816"/>
                  </a:cubicBezTo>
                  <a:cubicBezTo>
                    <a:pt x="6368" y="3659"/>
                    <a:pt x="6728" y="3587"/>
                    <a:pt x="7086" y="3587"/>
                  </a:cubicBezTo>
                  <a:close/>
                  <a:moveTo>
                    <a:pt x="10762" y="1893"/>
                  </a:moveTo>
                  <a:cubicBezTo>
                    <a:pt x="11246" y="2333"/>
                    <a:pt x="11523" y="2855"/>
                    <a:pt x="11712" y="3456"/>
                  </a:cubicBezTo>
                  <a:cubicBezTo>
                    <a:pt x="11622" y="3932"/>
                    <a:pt x="11511" y="4405"/>
                    <a:pt x="11349" y="4871"/>
                  </a:cubicBezTo>
                  <a:cubicBezTo>
                    <a:pt x="11334" y="4905"/>
                    <a:pt x="11320" y="4941"/>
                    <a:pt x="11308" y="4977"/>
                  </a:cubicBezTo>
                  <a:cubicBezTo>
                    <a:pt x="11112" y="4046"/>
                    <a:pt x="10711" y="3145"/>
                    <a:pt x="10148" y="2382"/>
                  </a:cubicBezTo>
                  <a:cubicBezTo>
                    <a:pt x="10346" y="2210"/>
                    <a:pt x="10551" y="2048"/>
                    <a:pt x="10762" y="1893"/>
                  </a:cubicBezTo>
                  <a:close/>
                  <a:moveTo>
                    <a:pt x="6023" y="4652"/>
                  </a:moveTo>
                  <a:cubicBezTo>
                    <a:pt x="6592" y="4652"/>
                    <a:pt x="7146" y="4734"/>
                    <a:pt x="7711" y="4884"/>
                  </a:cubicBezTo>
                  <a:lnTo>
                    <a:pt x="7716" y="4884"/>
                  </a:lnTo>
                  <a:cubicBezTo>
                    <a:pt x="7638" y="5007"/>
                    <a:pt x="7561" y="5130"/>
                    <a:pt x="7486" y="5254"/>
                  </a:cubicBezTo>
                  <a:cubicBezTo>
                    <a:pt x="7489" y="5220"/>
                    <a:pt x="7472" y="5184"/>
                    <a:pt x="7430" y="5167"/>
                  </a:cubicBezTo>
                  <a:cubicBezTo>
                    <a:pt x="7004" y="5014"/>
                    <a:pt x="6566" y="4941"/>
                    <a:pt x="6125" y="4941"/>
                  </a:cubicBezTo>
                  <a:cubicBezTo>
                    <a:pt x="5814" y="4941"/>
                    <a:pt x="5500" y="4978"/>
                    <a:pt x="5190" y="5048"/>
                  </a:cubicBezTo>
                  <a:cubicBezTo>
                    <a:pt x="5257" y="4927"/>
                    <a:pt x="5325" y="4806"/>
                    <a:pt x="5394" y="4684"/>
                  </a:cubicBezTo>
                  <a:lnTo>
                    <a:pt x="5399" y="4684"/>
                  </a:lnTo>
                  <a:cubicBezTo>
                    <a:pt x="5610" y="4662"/>
                    <a:pt x="5817" y="4652"/>
                    <a:pt x="6023" y="4652"/>
                  </a:cubicBezTo>
                  <a:close/>
                  <a:moveTo>
                    <a:pt x="6110" y="5154"/>
                  </a:moveTo>
                  <a:cubicBezTo>
                    <a:pt x="6531" y="5154"/>
                    <a:pt x="6950" y="5217"/>
                    <a:pt x="7374" y="5334"/>
                  </a:cubicBezTo>
                  <a:cubicBezTo>
                    <a:pt x="7383" y="5336"/>
                    <a:pt x="7391" y="5337"/>
                    <a:pt x="7398" y="5337"/>
                  </a:cubicBezTo>
                  <a:cubicBezTo>
                    <a:pt x="7415" y="5337"/>
                    <a:pt x="7431" y="5333"/>
                    <a:pt x="7443" y="5326"/>
                  </a:cubicBezTo>
                  <a:lnTo>
                    <a:pt x="7443" y="5326"/>
                  </a:lnTo>
                  <a:cubicBezTo>
                    <a:pt x="7271" y="5607"/>
                    <a:pt x="7106" y="5894"/>
                    <a:pt x="6942" y="6182"/>
                  </a:cubicBezTo>
                  <a:cubicBezTo>
                    <a:pt x="6916" y="6229"/>
                    <a:pt x="6887" y="6278"/>
                    <a:pt x="6860" y="6327"/>
                  </a:cubicBezTo>
                  <a:cubicBezTo>
                    <a:pt x="6457" y="6131"/>
                    <a:pt x="5990" y="6017"/>
                    <a:pt x="5529" y="6017"/>
                  </a:cubicBezTo>
                  <a:cubicBezTo>
                    <a:pt x="5222" y="6017"/>
                    <a:pt x="4917" y="6067"/>
                    <a:pt x="4635" y="6179"/>
                  </a:cubicBezTo>
                  <a:cubicBezTo>
                    <a:pt x="4664" y="6108"/>
                    <a:pt x="4695" y="6038"/>
                    <a:pt x="4728" y="5969"/>
                  </a:cubicBezTo>
                  <a:cubicBezTo>
                    <a:pt x="4836" y="5737"/>
                    <a:pt x="4951" y="5506"/>
                    <a:pt x="5072" y="5277"/>
                  </a:cubicBezTo>
                  <a:cubicBezTo>
                    <a:pt x="5076" y="5277"/>
                    <a:pt x="5080" y="5278"/>
                    <a:pt x="5085" y="5278"/>
                  </a:cubicBezTo>
                  <a:cubicBezTo>
                    <a:pt x="5093" y="5278"/>
                    <a:pt x="5101" y="5277"/>
                    <a:pt x="5109" y="5274"/>
                  </a:cubicBezTo>
                  <a:cubicBezTo>
                    <a:pt x="5446" y="5193"/>
                    <a:pt x="5779" y="5154"/>
                    <a:pt x="6110" y="5154"/>
                  </a:cubicBezTo>
                  <a:close/>
                  <a:moveTo>
                    <a:pt x="5512" y="6265"/>
                  </a:moveTo>
                  <a:cubicBezTo>
                    <a:pt x="5932" y="6265"/>
                    <a:pt x="6337" y="6325"/>
                    <a:pt x="6775" y="6476"/>
                  </a:cubicBezTo>
                  <a:cubicBezTo>
                    <a:pt x="6581" y="6820"/>
                    <a:pt x="6383" y="7172"/>
                    <a:pt x="6170" y="7520"/>
                  </a:cubicBezTo>
                  <a:cubicBezTo>
                    <a:pt x="5751" y="7293"/>
                    <a:pt x="5247" y="7143"/>
                    <a:pt x="4754" y="7143"/>
                  </a:cubicBezTo>
                  <a:cubicBezTo>
                    <a:pt x="4577" y="7143"/>
                    <a:pt x="4401" y="7162"/>
                    <a:pt x="4231" y="7205"/>
                  </a:cubicBezTo>
                  <a:cubicBezTo>
                    <a:pt x="4349" y="6894"/>
                    <a:pt x="4461" y="6589"/>
                    <a:pt x="4581" y="6303"/>
                  </a:cubicBezTo>
                  <a:cubicBezTo>
                    <a:pt x="4596" y="6322"/>
                    <a:pt x="4618" y="6335"/>
                    <a:pt x="4643" y="6335"/>
                  </a:cubicBezTo>
                  <a:cubicBezTo>
                    <a:pt x="4646" y="6335"/>
                    <a:pt x="4648" y="6334"/>
                    <a:pt x="4651" y="6334"/>
                  </a:cubicBezTo>
                  <a:cubicBezTo>
                    <a:pt x="4954" y="6291"/>
                    <a:pt x="5237" y="6265"/>
                    <a:pt x="5512" y="6265"/>
                  </a:cubicBezTo>
                  <a:close/>
                  <a:moveTo>
                    <a:pt x="9975" y="2533"/>
                  </a:moveTo>
                  <a:cubicBezTo>
                    <a:pt x="10501" y="3392"/>
                    <a:pt x="10911" y="4262"/>
                    <a:pt x="11218" y="5216"/>
                  </a:cubicBezTo>
                  <a:cubicBezTo>
                    <a:pt x="11104" y="5508"/>
                    <a:pt x="10976" y="5792"/>
                    <a:pt x="10837" y="6071"/>
                  </a:cubicBezTo>
                  <a:cubicBezTo>
                    <a:pt x="10696" y="4999"/>
                    <a:pt x="10156" y="4022"/>
                    <a:pt x="9317" y="3315"/>
                  </a:cubicBezTo>
                  <a:cubicBezTo>
                    <a:pt x="9298" y="3299"/>
                    <a:pt x="9280" y="3292"/>
                    <a:pt x="9262" y="3292"/>
                  </a:cubicBezTo>
                  <a:cubicBezTo>
                    <a:pt x="9188" y="3292"/>
                    <a:pt x="9133" y="3409"/>
                    <a:pt x="9207" y="3475"/>
                  </a:cubicBezTo>
                  <a:cubicBezTo>
                    <a:pt x="10058" y="4220"/>
                    <a:pt x="10572" y="5239"/>
                    <a:pt x="10695" y="6345"/>
                  </a:cubicBezTo>
                  <a:cubicBezTo>
                    <a:pt x="10475" y="6753"/>
                    <a:pt x="10230" y="7146"/>
                    <a:pt x="9958" y="7520"/>
                  </a:cubicBezTo>
                  <a:cubicBezTo>
                    <a:pt x="9994" y="6375"/>
                    <a:pt x="9269" y="5048"/>
                    <a:pt x="8458" y="4374"/>
                  </a:cubicBezTo>
                  <a:cubicBezTo>
                    <a:pt x="8445" y="4362"/>
                    <a:pt x="8430" y="4358"/>
                    <a:pt x="8416" y="4358"/>
                  </a:cubicBezTo>
                  <a:cubicBezTo>
                    <a:pt x="8405" y="4358"/>
                    <a:pt x="8394" y="4360"/>
                    <a:pt x="8384" y="4365"/>
                  </a:cubicBezTo>
                  <a:cubicBezTo>
                    <a:pt x="8636" y="3997"/>
                    <a:pt x="8906" y="3639"/>
                    <a:pt x="9209" y="3302"/>
                  </a:cubicBezTo>
                  <a:cubicBezTo>
                    <a:pt x="9454" y="3028"/>
                    <a:pt x="9709" y="2773"/>
                    <a:pt x="9975" y="2533"/>
                  </a:cubicBezTo>
                  <a:close/>
                  <a:moveTo>
                    <a:pt x="8330" y="4442"/>
                  </a:moveTo>
                  <a:lnTo>
                    <a:pt x="8330" y="4442"/>
                  </a:lnTo>
                  <a:cubicBezTo>
                    <a:pt x="8328" y="4460"/>
                    <a:pt x="8333" y="4478"/>
                    <a:pt x="8348" y="4495"/>
                  </a:cubicBezTo>
                  <a:cubicBezTo>
                    <a:pt x="8782" y="4992"/>
                    <a:pt x="9160" y="5499"/>
                    <a:pt x="9412" y="6115"/>
                  </a:cubicBezTo>
                  <a:cubicBezTo>
                    <a:pt x="9641" y="6671"/>
                    <a:pt x="9665" y="7216"/>
                    <a:pt x="9754" y="7786"/>
                  </a:cubicBezTo>
                  <a:cubicBezTo>
                    <a:pt x="9608" y="7980"/>
                    <a:pt x="9454" y="8165"/>
                    <a:pt x="9294" y="8342"/>
                  </a:cubicBezTo>
                  <a:cubicBezTo>
                    <a:pt x="9313" y="7154"/>
                    <a:pt x="8939" y="5745"/>
                    <a:pt x="8107" y="4946"/>
                  </a:cubicBezTo>
                  <a:cubicBezTo>
                    <a:pt x="8088" y="4929"/>
                    <a:pt x="8066" y="4923"/>
                    <a:pt x="8045" y="4923"/>
                  </a:cubicBezTo>
                  <a:cubicBezTo>
                    <a:pt x="8036" y="4923"/>
                    <a:pt x="8026" y="4924"/>
                    <a:pt x="8017" y="4927"/>
                  </a:cubicBezTo>
                  <a:cubicBezTo>
                    <a:pt x="8119" y="4763"/>
                    <a:pt x="8224" y="4601"/>
                    <a:pt x="8330" y="4442"/>
                  </a:cubicBezTo>
                  <a:close/>
                  <a:moveTo>
                    <a:pt x="4654" y="7393"/>
                  </a:moveTo>
                  <a:cubicBezTo>
                    <a:pt x="5138" y="7393"/>
                    <a:pt x="5588" y="7461"/>
                    <a:pt x="6067" y="7687"/>
                  </a:cubicBezTo>
                  <a:cubicBezTo>
                    <a:pt x="5887" y="7974"/>
                    <a:pt x="5697" y="8255"/>
                    <a:pt x="5494" y="8522"/>
                  </a:cubicBezTo>
                  <a:cubicBezTo>
                    <a:pt x="5486" y="8519"/>
                    <a:pt x="5478" y="8512"/>
                    <a:pt x="5469" y="8509"/>
                  </a:cubicBezTo>
                  <a:cubicBezTo>
                    <a:pt x="5110" y="8359"/>
                    <a:pt x="4734" y="8293"/>
                    <a:pt x="4355" y="8293"/>
                  </a:cubicBezTo>
                  <a:cubicBezTo>
                    <a:pt x="4148" y="8293"/>
                    <a:pt x="3940" y="8313"/>
                    <a:pt x="3733" y="8348"/>
                  </a:cubicBezTo>
                  <a:cubicBezTo>
                    <a:pt x="3889" y="8047"/>
                    <a:pt x="4025" y="7732"/>
                    <a:pt x="4151" y="7412"/>
                  </a:cubicBezTo>
                  <a:cubicBezTo>
                    <a:pt x="4324" y="7400"/>
                    <a:pt x="4491" y="7393"/>
                    <a:pt x="4654" y="7393"/>
                  </a:cubicBezTo>
                  <a:close/>
                  <a:moveTo>
                    <a:pt x="4223" y="8516"/>
                  </a:moveTo>
                  <a:cubicBezTo>
                    <a:pt x="4608" y="8516"/>
                    <a:pt x="4987" y="8579"/>
                    <a:pt x="5371" y="8682"/>
                  </a:cubicBezTo>
                  <a:cubicBezTo>
                    <a:pt x="5286" y="8790"/>
                    <a:pt x="5196" y="8895"/>
                    <a:pt x="5106" y="8996"/>
                  </a:cubicBezTo>
                  <a:cubicBezTo>
                    <a:pt x="4769" y="8865"/>
                    <a:pt x="4416" y="8805"/>
                    <a:pt x="4059" y="8805"/>
                  </a:cubicBezTo>
                  <a:cubicBezTo>
                    <a:pt x="3848" y="8805"/>
                    <a:pt x="3635" y="8826"/>
                    <a:pt x="3424" y="8866"/>
                  </a:cubicBezTo>
                  <a:cubicBezTo>
                    <a:pt x="3489" y="8772"/>
                    <a:pt x="3552" y="8672"/>
                    <a:pt x="3610" y="8571"/>
                  </a:cubicBezTo>
                  <a:cubicBezTo>
                    <a:pt x="3818" y="8533"/>
                    <a:pt x="4021" y="8516"/>
                    <a:pt x="4223" y="8516"/>
                  </a:cubicBezTo>
                  <a:close/>
                  <a:moveTo>
                    <a:pt x="7962" y="5015"/>
                  </a:moveTo>
                  <a:cubicBezTo>
                    <a:pt x="7963" y="5023"/>
                    <a:pt x="7963" y="5031"/>
                    <a:pt x="7968" y="5040"/>
                  </a:cubicBezTo>
                  <a:cubicBezTo>
                    <a:pt x="8271" y="5650"/>
                    <a:pt x="8643" y="6187"/>
                    <a:pt x="8844" y="6851"/>
                  </a:cubicBezTo>
                  <a:cubicBezTo>
                    <a:pt x="9011" y="7406"/>
                    <a:pt x="9083" y="7970"/>
                    <a:pt x="9106" y="8543"/>
                  </a:cubicBezTo>
                  <a:cubicBezTo>
                    <a:pt x="9048" y="8609"/>
                    <a:pt x="8988" y="8669"/>
                    <a:pt x="8927" y="8731"/>
                  </a:cubicBezTo>
                  <a:cubicBezTo>
                    <a:pt x="8726" y="8934"/>
                    <a:pt x="8513" y="9126"/>
                    <a:pt x="8296" y="9314"/>
                  </a:cubicBezTo>
                  <a:cubicBezTo>
                    <a:pt x="8355" y="8301"/>
                    <a:pt x="7978" y="7324"/>
                    <a:pt x="7266" y="6583"/>
                  </a:cubicBezTo>
                  <a:cubicBezTo>
                    <a:pt x="7244" y="6560"/>
                    <a:pt x="7218" y="6550"/>
                    <a:pt x="7192" y="6550"/>
                  </a:cubicBezTo>
                  <a:cubicBezTo>
                    <a:pt x="7113" y="6550"/>
                    <a:pt x="7041" y="6643"/>
                    <a:pt x="7109" y="6720"/>
                  </a:cubicBezTo>
                  <a:cubicBezTo>
                    <a:pt x="7782" y="7489"/>
                    <a:pt x="8119" y="8448"/>
                    <a:pt x="8119" y="9460"/>
                  </a:cubicBezTo>
                  <a:cubicBezTo>
                    <a:pt x="7703" y="9798"/>
                    <a:pt x="7258" y="10108"/>
                    <a:pt x="6792" y="10376"/>
                  </a:cubicBezTo>
                  <a:cubicBezTo>
                    <a:pt x="7171" y="9430"/>
                    <a:pt x="7078" y="8334"/>
                    <a:pt x="6554" y="7457"/>
                  </a:cubicBezTo>
                  <a:cubicBezTo>
                    <a:pt x="7036" y="6648"/>
                    <a:pt x="7471" y="5814"/>
                    <a:pt x="7962" y="5015"/>
                  </a:cubicBezTo>
                  <a:close/>
                  <a:moveTo>
                    <a:pt x="4077" y="8984"/>
                  </a:moveTo>
                  <a:cubicBezTo>
                    <a:pt x="4388" y="8984"/>
                    <a:pt x="4694" y="9029"/>
                    <a:pt x="5003" y="9108"/>
                  </a:cubicBezTo>
                  <a:cubicBezTo>
                    <a:pt x="4599" y="9540"/>
                    <a:pt x="4141" y="9910"/>
                    <a:pt x="3601" y="10171"/>
                  </a:cubicBezTo>
                  <a:cubicBezTo>
                    <a:pt x="3388" y="10273"/>
                    <a:pt x="3159" y="10358"/>
                    <a:pt x="2918" y="10415"/>
                  </a:cubicBezTo>
                  <a:cubicBezTo>
                    <a:pt x="2938" y="10399"/>
                    <a:pt x="2949" y="10376"/>
                    <a:pt x="2946" y="10345"/>
                  </a:cubicBezTo>
                  <a:cubicBezTo>
                    <a:pt x="2907" y="10075"/>
                    <a:pt x="2742" y="9854"/>
                    <a:pt x="2514" y="9731"/>
                  </a:cubicBezTo>
                  <a:cubicBezTo>
                    <a:pt x="2841" y="9545"/>
                    <a:pt x="3108" y="9289"/>
                    <a:pt x="3332" y="8993"/>
                  </a:cubicBezTo>
                  <a:cubicBezTo>
                    <a:pt x="3345" y="9027"/>
                    <a:pt x="3372" y="9052"/>
                    <a:pt x="3412" y="9052"/>
                  </a:cubicBezTo>
                  <a:cubicBezTo>
                    <a:pt x="3419" y="9052"/>
                    <a:pt x="3425" y="9052"/>
                    <a:pt x="3432" y="9050"/>
                  </a:cubicBezTo>
                  <a:cubicBezTo>
                    <a:pt x="3651" y="9005"/>
                    <a:pt x="3865" y="8984"/>
                    <a:pt x="4077" y="8984"/>
                  </a:cubicBezTo>
                  <a:close/>
                  <a:moveTo>
                    <a:pt x="328" y="9168"/>
                  </a:moveTo>
                  <a:lnTo>
                    <a:pt x="328" y="9168"/>
                  </a:lnTo>
                  <a:cubicBezTo>
                    <a:pt x="423" y="9419"/>
                    <a:pt x="611" y="9633"/>
                    <a:pt x="861" y="9787"/>
                  </a:cubicBezTo>
                  <a:cubicBezTo>
                    <a:pt x="958" y="9846"/>
                    <a:pt x="1059" y="9892"/>
                    <a:pt x="1164" y="9923"/>
                  </a:cubicBezTo>
                  <a:cubicBezTo>
                    <a:pt x="1231" y="9988"/>
                    <a:pt x="1310" y="10050"/>
                    <a:pt x="1369" y="10122"/>
                  </a:cubicBezTo>
                  <a:cubicBezTo>
                    <a:pt x="1449" y="10214"/>
                    <a:pt x="1509" y="10315"/>
                    <a:pt x="1557" y="10427"/>
                  </a:cubicBezTo>
                  <a:cubicBezTo>
                    <a:pt x="1334" y="10368"/>
                    <a:pt x="1120" y="10276"/>
                    <a:pt x="923" y="10142"/>
                  </a:cubicBezTo>
                  <a:cubicBezTo>
                    <a:pt x="593" y="9919"/>
                    <a:pt x="331" y="9564"/>
                    <a:pt x="328" y="9168"/>
                  </a:cubicBezTo>
                  <a:close/>
                  <a:moveTo>
                    <a:pt x="2306" y="9836"/>
                  </a:moveTo>
                  <a:cubicBezTo>
                    <a:pt x="2548" y="9913"/>
                    <a:pt x="2742" y="10124"/>
                    <a:pt x="2794" y="10376"/>
                  </a:cubicBezTo>
                  <a:cubicBezTo>
                    <a:pt x="2800" y="10409"/>
                    <a:pt x="2823" y="10425"/>
                    <a:pt x="2846" y="10430"/>
                  </a:cubicBezTo>
                  <a:cubicBezTo>
                    <a:pt x="2630" y="10478"/>
                    <a:pt x="2409" y="10505"/>
                    <a:pt x="2190" y="10505"/>
                  </a:cubicBezTo>
                  <a:cubicBezTo>
                    <a:pt x="2030" y="10505"/>
                    <a:pt x="1870" y="10491"/>
                    <a:pt x="1714" y="10461"/>
                  </a:cubicBezTo>
                  <a:lnTo>
                    <a:pt x="1714" y="10456"/>
                  </a:lnTo>
                  <a:cubicBezTo>
                    <a:pt x="1670" y="10309"/>
                    <a:pt x="1590" y="10129"/>
                    <a:pt x="1477" y="9983"/>
                  </a:cubicBezTo>
                  <a:lnTo>
                    <a:pt x="1477" y="9983"/>
                  </a:lnTo>
                  <a:cubicBezTo>
                    <a:pt x="1518" y="9987"/>
                    <a:pt x="1559" y="9988"/>
                    <a:pt x="1600" y="9988"/>
                  </a:cubicBezTo>
                  <a:cubicBezTo>
                    <a:pt x="1840" y="9988"/>
                    <a:pt x="2080" y="9932"/>
                    <a:pt x="2306" y="9836"/>
                  </a:cubicBezTo>
                  <a:close/>
                  <a:moveTo>
                    <a:pt x="6430" y="7666"/>
                  </a:moveTo>
                  <a:cubicBezTo>
                    <a:pt x="6833" y="8538"/>
                    <a:pt x="6906" y="9458"/>
                    <a:pt x="6661" y="10402"/>
                  </a:cubicBezTo>
                  <a:cubicBezTo>
                    <a:pt x="6656" y="10420"/>
                    <a:pt x="6659" y="10435"/>
                    <a:pt x="6664" y="10448"/>
                  </a:cubicBezTo>
                  <a:cubicBezTo>
                    <a:pt x="6489" y="10543"/>
                    <a:pt x="6311" y="10638"/>
                    <a:pt x="6129" y="10721"/>
                  </a:cubicBezTo>
                  <a:cubicBezTo>
                    <a:pt x="6365" y="9954"/>
                    <a:pt x="6317" y="9126"/>
                    <a:pt x="5952" y="8396"/>
                  </a:cubicBezTo>
                  <a:cubicBezTo>
                    <a:pt x="6100" y="8185"/>
                    <a:pt x="6242" y="7972"/>
                    <a:pt x="6373" y="7759"/>
                  </a:cubicBezTo>
                  <a:cubicBezTo>
                    <a:pt x="6391" y="7728"/>
                    <a:pt x="6409" y="7699"/>
                    <a:pt x="6430" y="7666"/>
                  </a:cubicBezTo>
                  <a:close/>
                  <a:moveTo>
                    <a:pt x="1040" y="10571"/>
                  </a:moveTo>
                  <a:lnTo>
                    <a:pt x="1040" y="10571"/>
                  </a:lnTo>
                  <a:cubicBezTo>
                    <a:pt x="1311" y="10685"/>
                    <a:pt x="1614" y="10754"/>
                    <a:pt x="1915" y="10783"/>
                  </a:cubicBezTo>
                  <a:cubicBezTo>
                    <a:pt x="1905" y="10792"/>
                    <a:pt x="1894" y="10801"/>
                    <a:pt x="1882" y="10810"/>
                  </a:cubicBezTo>
                  <a:cubicBezTo>
                    <a:pt x="1815" y="10867"/>
                    <a:pt x="1750" y="10927"/>
                    <a:pt x="1681" y="10988"/>
                  </a:cubicBezTo>
                  <a:cubicBezTo>
                    <a:pt x="1450" y="10870"/>
                    <a:pt x="1238" y="10731"/>
                    <a:pt x="1040" y="10571"/>
                  </a:cubicBezTo>
                  <a:close/>
                  <a:moveTo>
                    <a:pt x="5811" y="8600"/>
                  </a:moveTo>
                  <a:cubicBezTo>
                    <a:pt x="6064" y="9338"/>
                    <a:pt x="6100" y="10081"/>
                    <a:pt x="5883" y="10834"/>
                  </a:cubicBezTo>
                  <a:cubicBezTo>
                    <a:pt x="5532" y="10981"/>
                    <a:pt x="5173" y="11106"/>
                    <a:pt x="4807" y="11201"/>
                  </a:cubicBezTo>
                  <a:cubicBezTo>
                    <a:pt x="4731" y="11220"/>
                    <a:pt x="4655" y="11237"/>
                    <a:pt x="4578" y="11255"/>
                  </a:cubicBezTo>
                  <a:cubicBezTo>
                    <a:pt x="4774" y="10810"/>
                    <a:pt x="4869" y="10302"/>
                    <a:pt x="4758" y="9829"/>
                  </a:cubicBezTo>
                  <a:cubicBezTo>
                    <a:pt x="4754" y="9811"/>
                    <a:pt x="4745" y="9798"/>
                    <a:pt x="4731" y="9790"/>
                  </a:cubicBezTo>
                  <a:cubicBezTo>
                    <a:pt x="5134" y="9443"/>
                    <a:pt x="5492" y="9032"/>
                    <a:pt x="5811" y="8600"/>
                  </a:cubicBezTo>
                  <a:close/>
                  <a:moveTo>
                    <a:pt x="3519" y="10551"/>
                  </a:moveTo>
                  <a:cubicBezTo>
                    <a:pt x="3489" y="10693"/>
                    <a:pt x="3468" y="10836"/>
                    <a:pt x="3406" y="10973"/>
                  </a:cubicBezTo>
                  <a:cubicBezTo>
                    <a:pt x="3337" y="11124"/>
                    <a:pt x="3236" y="11258"/>
                    <a:pt x="3118" y="11373"/>
                  </a:cubicBezTo>
                  <a:cubicBezTo>
                    <a:pt x="2797" y="11348"/>
                    <a:pt x="2478" y="11291"/>
                    <a:pt x="2169" y="11189"/>
                  </a:cubicBezTo>
                  <a:cubicBezTo>
                    <a:pt x="2061" y="11155"/>
                    <a:pt x="1956" y="11114"/>
                    <a:pt x="1853" y="11070"/>
                  </a:cubicBezTo>
                  <a:cubicBezTo>
                    <a:pt x="1899" y="11031"/>
                    <a:pt x="1940" y="10990"/>
                    <a:pt x="1979" y="10959"/>
                  </a:cubicBezTo>
                  <a:cubicBezTo>
                    <a:pt x="2041" y="10908"/>
                    <a:pt x="2112" y="10857"/>
                    <a:pt x="2177" y="10801"/>
                  </a:cubicBezTo>
                  <a:cubicBezTo>
                    <a:pt x="2208" y="10802"/>
                    <a:pt x="2240" y="10803"/>
                    <a:pt x="2271" y="10803"/>
                  </a:cubicBezTo>
                  <a:cubicBezTo>
                    <a:pt x="2549" y="10803"/>
                    <a:pt x="2817" y="10770"/>
                    <a:pt x="3048" y="10711"/>
                  </a:cubicBezTo>
                  <a:cubicBezTo>
                    <a:pt x="3211" y="10669"/>
                    <a:pt x="3367" y="10615"/>
                    <a:pt x="3519" y="10551"/>
                  </a:cubicBezTo>
                  <a:close/>
                  <a:moveTo>
                    <a:pt x="4633" y="9872"/>
                  </a:moveTo>
                  <a:lnTo>
                    <a:pt x="4633" y="9872"/>
                  </a:lnTo>
                  <a:cubicBezTo>
                    <a:pt x="4571" y="10366"/>
                    <a:pt x="4519" y="10829"/>
                    <a:pt x="4371" y="11299"/>
                  </a:cubicBezTo>
                  <a:cubicBezTo>
                    <a:pt x="4067" y="11352"/>
                    <a:pt x="3756" y="11384"/>
                    <a:pt x="3447" y="11384"/>
                  </a:cubicBezTo>
                  <a:cubicBezTo>
                    <a:pt x="3412" y="11384"/>
                    <a:pt x="3377" y="11383"/>
                    <a:pt x="3342" y="11382"/>
                  </a:cubicBezTo>
                  <a:cubicBezTo>
                    <a:pt x="3584" y="11140"/>
                    <a:pt x="3758" y="10793"/>
                    <a:pt x="3694" y="10474"/>
                  </a:cubicBezTo>
                  <a:cubicBezTo>
                    <a:pt x="4033" y="10317"/>
                    <a:pt x="4345" y="10109"/>
                    <a:pt x="4633" y="9872"/>
                  </a:cubicBezTo>
                  <a:close/>
                  <a:moveTo>
                    <a:pt x="13712" y="1"/>
                  </a:moveTo>
                  <a:cubicBezTo>
                    <a:pt x="13705" y="1"/>
                    <a:pt x="13697" y="2"/>
                    <a:pt x="13689" y="4"/>
                  </a:cubicBezTo>
                  <a:cubicBezTo>
                    <a:pt x="13346" y="103"/>
                    <a:pt x="13009" y="230"/>
                    <a:pt x="12678" y="379"/>
                  </a:cubicBezTo>
                  <a:cubicBezTo>
                    <a:pt x="12658" y="364"/>
                    <a:pt x="12635" y="355"/>
                    <a:pt x="12608" y="351"/>
                  </a:cubicBezTo>
                  <a:cubicBezTo>
                    <a:pt x="12316" y="313"/>
                    <a:pt x="12028" y="294"/>
                    <a:pt x="11742" y="294"/>
                  </a:cubicBezTo>
                  <a:cubicBezTo>
                    <a:pt x="9264" y="294"/>
                    <a:pt x="7031" y="1701"/>
                    <a:pt x="5630" y="3742"/>
                  </a:cubicBezTo>
                  <a:cubicBezTo>
                    <a:pt x="4844" y="4886"/>
                    <a:pt x="4286" y="6161"/>
                    <a:pt x="3771" y="7442"/>
                  </a:cubicBezTo>
                  <a:cubicBezTo>
                    <a:pt x="3462" y="8209"/>
                    <a:pt x="3113" y="9067"/>
                    <a:pt x="2347" y="9482"/>
                  </a:cubicBezTo>
                  <a:cubicBezTo>
                    <a:pt x="2126" y="9602"/>
                    <a:pt x="1879" y="9660"/>
                    <a:pt x="1638" y="9660"/>
                  </a:cubicBezTo>
                  <a:cubicBezTo>
                    <a:pt x="1069" y="9660"/>
                    <a:pt x="534" y="9335"/>
                    <a:pt x="454" y="8718"/>
                  </a:cubicBezTo>
                  <a:cubicBezTo>
                    <a:pt x="586" y="8512"/>
                    <a:pt x="813" y="8398"/>
                    <a:pt x="1034" y="8398"/>
                  </a:cubicBezTo>
                  <a:cubicBezTo>
                    <a:pt x="1263" y="8398"/>
                    <a:pt x="1485" y="8521"/>
                    <a:pt x="1588" y="8792"/>
                  </a:cubicBezTo>
                  <a:cubicBezTo>
                    <a:pt x="1605" y="8837"/>
                    <a:pt x="1644" y="8856"/>
                    <a:pt x="1685" y="8856"/>
                  </a:cubicBezTo>
                  <a:cubicBezTo>
                    <a:pt x="1756" y="8856"/>
                    <a:pt x="1832" y="8799"/>
                    <a:pt x="1809" y="8717"/>
                  </a:cubicBezTo>
                  <a:cubicBezTo>
                    <a:pt x="1699" y="8336"/>
                    <a:pt x="1354" y="8082"/>
                    <a:pt x="967" y="8082"/>
                  </a:cubicBezTo>
                  <a:cubicBezTo>
                    <a:pt x="903" y="8082"/>
                    <a:pt x="838" y="8089"/>
                    <a:pt x="773" y="8103"/>
                  </a:cubicBezTo>
                  <a:cubicBezTo>
                    <a:pt x="264" y="8216"/>
                    <a:pt x="1" y="8749"/>
                    <a:pt x="23" y="9237"/>
                  </a:cubicBezTo>
                  <a:cubicBezTo>
                    <a:pt x="30" y="9404"/>
                    <a:pt x="64" y="9556"/>
                    <a:pt x="117" y="9695"/>
                  </a:cubicBezTo>
                  <a:cubicBezTo>
                    <a:pt x="91" y="9716"/>
                    <a:pt x="74" y="9756"/>
                    <a:pt x="91" y="9795"/>
                  </a:cubicBezTo>
                  <a:cubicBezTo>
                    <a:pt x="519" y="10860"/>
                    <a:pt x="1737" y="11467"/>
                    <a:pt x="2822" y="11621"/>
                  </a:cubicBezTo>
                  <a:cubicBezTo>
                    <a:pt x="3035" y="11652"/>
                    <a:pt x="3250" y="11666"/>
                    <a:pt x="3464" y="11666"/>
                  </a:cubicBezTo>
                  <a:cubicBezTo>
                    <a:pt x="3746" y="11666"/>
                    <a:pt x="4027" y="11641"/>
                    <a:pt x="4306" y="11597"/>
                  </a:cubicBezTo>
                  <a:cubicBezTo>
                    <a:pt x="4320" y="11613"/>
                    <a:pt x="4340" y="11623"/>
                    <a:pt x="4361" y="11623"/>
                  </a:cubicBezTo>
                  <a:cubicBezTo>
                    <a:pt x="4380" y="11623"/>
                    <a:pt x="4399" y="11614"/>
                    <a:pt x="4411" y="11593"/>
                  </a:cubicBezTo>
                  <a:cubicBezTo>
                    <a:pt x="4412" y="11589"/>
                    <a:pt x="4417" y="11582"/>
                    <a:pt x="4419" y="11579"/>
                  </a:cubicBezTo>
                  <a:cubicBezTo>
                    <a:pt x="5280" y="11425"/>
                    <a:pt x="6119" y="11083"/>
                    <a:pt x="6872" y="10666"/>
                  </a:cubicBezTo>
                  <a:cubicBezTo>
                    <a:pt x="7716" y="10199"/>
                    <a:pt x="8487" y="9607"/>
                    <a:pt x="9168" y="8923"/>
                  </a:cubicBezTo>
                  <a:cubicBezTo>
                    <a:pt x="9177" y="8926"/>
                    <a:pt x="9186" y="8928"/>
                    <a:pt x="9196" y="8928"/>
                  </a:cubicBezTo>
                  <a:cubicBezTo>
                    <a:pt x="9228" y="8928"/>
                    <a:pt x="9259" y="8908"/>
                    <a:pt x="9264" y="8864"/>
                  </a:cubicBezTo>
                  <a:cubicBezTo>
                    <a:pt x="9266" y="8849"/>
                    <a:pt x="9266" y="8833"/>
                    <a:pt x="9269" y="8820"/>
                  </a:cubicBezTo>
                  <a:cubicBezTo>
                    <a:pt x="9858" y="8208"/>
                    <a:pt x="10375" y="7527"/>
                    <a:pt x="10803" y="6792"/>
                  </a:cubicBezTo>
                  <a:cubicBezTo>
                    <a:pt x="10805" y="6792"/>
                    <a:pt x="10808" y="6793"/>
                    <a:pt x="10810" y="6793"/>
                  </a:cubicBezTo>
                  <a:cubicBezTo>
                    <a:pt x="10846" y="6793"/>
                    <a:pt x="10878" y="6771"/>
                    <a:pt x="10881" y="6722"/>
                  </a:cubicBezTo>
                  <a:lnTo>
                    <a:pt x="10881" y="6656"/>
                  </a:lnTo>
                  <a:cubicBezTo>
                    <a:pt x="11148" y="6180"/>
                    <a:pt x="11380" y="5683"/>
                    <a:pt x="11570" y="5172"/>
                  </a:cubicBezTo>
                  <a:cubicBezTo>
                    <a:pt x="11811" y="4521"/>
                    <a:pt x="11974" y="3850"/>
                    <a:pt x="12084" y="3166"/>
                  </a:cubicBezTo>
                  <a:cubicBezTo>
                    <a:pt x="12223" y="2284"/>
                    <a:pt x="12313" y="1387"/>
                    <a:pt x="12850" y="643"/>
                  </a:cubicBezTo>
                  <a:cubicBezTo>
                    <a:pt x="12861" y="629"/>
                    <a:pt x="12866" y="615"/>
                    <a:pt x="12871" y="602"/>
                  </a:cubicBezTo>
                  <a:cubicBezTo>
                    <a:pt x="13159" y="454"/>
                    <a:pt x="13452" y="312"/>
                    <a:pt x="13750" y="171"/>
                  </a:cubicBezTo>
                  <a:cubicBezTo>
                    <a:pt x="13828" y="134"/>
                    <a:pt x="13794" y="1"/>
                    <a:pt x="13712" y="1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417;p33">
              <a:extLst>
                <a:ext uri="{FF2B5EF4-FFF2-40B4-BE49-F238E27FC236}">
                  <a16:creationId xmlns:a16="http://schemas.microsoft.com/office/drawing/2014/main" id="{59944E90-27D8-41F3-B218-A438FE6469EF}"/>
                </a:ext>
              </a:extLst>
            </p:cNvPr>
            <p:cNvSpPr/>
            <p:nvPr/>
          </p:nvSpPr>
          <p:spPr>
            <a:xfrm rot="19571255">
              <a:off x="6749858" y="1698797"/>
              <a:ext cx="728908" cy="614944"/>
            </a:xfrm>
            <a:custGeom>
              <a:avLst/>
              <a:gdLst/>
              <a:ahLst/>
              <a:cxnLst/>
              <a:rect l="l" t="t" r="r" b="b"/>
              <a:pathLst>
                <a:path w="13828" h="11666" extrusionOk="0">
                  <a:moveTo>
                    <a:pt x="11902" y="622"/>
                  </a:moveTo>
                  <a:cubicBezTo>
                    <a:pt x="11993" y="622"/>
                    <a:pt x="12084" y="623"/>
                    <a:pt x="12176" y="626"/>
                  </a:cubicBezTo>
                  <a:cubicBezTo>
                    <a:pt x="11748" y="854"/>
                    <a:pt x="11336" y="1117"/>
                    <a:pt x="10943" y="1400"/>
                  </a:cubicBezTo>
                  <a:cubicBezTo>
                    <a:pt x="10565" y="1156"/>
                    <a:pt x="10148" y="999"/>
                    <a:pt x="9708" y="944"/>
                  </a:cubicBezTo>
                  <a:cubicBezTo>
                    <a:pt x="10413" y="725"/>
                    <a:pt x="11153" y="622"/>
                    <a:pt x="11902" y="622"/>
                  </a:cubicBezTo>
                  <a:close/>
                  <a:moveTo>
                    <a:pt x="9181" y="1132"/>
                  </a:moveTo>
                  <a:cubicBezTo>
                    <a:pt x="9191" y="1137"/>
                    <a:pt x="9204" y="1138"/>
                    <a:pt x="9215" y="1138"/>
                  </a:cubicBezTo>
                  <a:cubicBezTo>
                    <a:pt x="9219" y="1138"/>
                    <a:pt x="9223" y="1138"/>
                    <a:pt x="9227" y="1138"/>
                  </a:cubicBezTo>
                  <a:cubicBezTo>
                    <a:pt x="9787" y="1138"/>
                    <a:pt x="10315" y="1253"/>
                    <a:pt x="10812" y="1497"/>
                  </a:cubicBezTo>
                  <a:cubicBezTo>
                    <a:pt x="10488" y="1739"/>
                    <a:pt x="10174" y="1996"/>
                    <a:pt x="9880" y="2259"/>
                  </a:cubicBezTo>
                  <a:cubicBezTo>
                    <a:pt x="9845" y="2290"/>
                    <a:pt x="9811" y="2323"/>
                    <a:pt x="9777" y="2356"/>
                  </a:cubicBezTo>
                  <a:cubicBezTo>
                    <a:pt x="9795" y="2326"/>
                    <a:pt x="9795" y="2287"/>
                    <a:pt x="9762" y="2266"/>
                  </a:cubicBezTo>
                  <a:cubicBezTo>
                    <a:pt x="9330" y="1986"/>
                    <a:pt x="8732" y="1780"/>
                    <a:pt x="8170" y="1780"/>
                  </a:cubicBezTo>
                  <a:cubicBezTo>
                    <a:pt x="8094" y="1780"/>
                    <a:pt x="8019" y="1784"/>
                    <a:pt x="7945" y="1791"/>
                  </a:cubicBezTo>
                  <a:cubicBezTo>
                    <a:pt x="8337" y="1525"/>
                    <a:pt x="8749" y="1305"/>
                    <a:pt x="9181" y="1132"/>
                  </a:cubicBezTo>
                  <a:close/>
                  <a:moveTo>
                    <a:pt x="8294" y="2015"/>
                  </a:moveTo>
                  <a:cubicBezTo>
                    <a:pt x="8380" y="2015"/>
                    <a:pt x="8467" y="2019"/>
                    <a:pt x="8554" y="2030"/>
                  </a:cubicBezTo>
                  <a:cubicBezTo>
                    <a:pt x="8963" y="2079"/>
                    <a:pt x="9335" y="2210"/>
                    <a:pt x="9706" y="2382"/>
                  </a:cubicBezTo>
                  <a:cubicBezTo>
                    <a:pt x="9714" y="2386"/>
                    <a:pt x="9721" y="2388"/>
                    <a:pt x="9728" y="2388"/>
                  </a:cubicBezTo>
                  <a:cubicBezTo>
                    <a:pt x="9736" y="2388"/>
                    <a:pt x="9744" y="2385"/>
                    <a:pt x="9752" y="2382"/>
                  </a:cubicBezTo>
                  <a:lnTo>
                    <a:pt x="9752" y="2382"/>
                  </a:lnTo>
                  <a:cubicBezTo>
                    <a:pt x="9557" y="2562"/>
                    <a:pt x="9371" y="2750"/>
                    <a:pt x="9196" y="2942"/>
                  </a:cubicBezTo>
                  <a:cubicBezTo>
                    <a:pt x="9191" y="2914"/>
                    <a:pt x="9176" y="2889"/>
                    <a:pt x="9148" y="2875"/>
                  </a:cubicBezTo>
                  <a:cubicBezTo>
                    <a:pt x="8661" y="2622"/>
                    <a:pt x="8130" y="2482"/>
                    <a:pt x="7595" y="2482"/>
                  </a:cubicBezTo>
                  <a:cubicBezTo>
                    <a:pt x="7411" y="2482"/>
                    <a:pt x="7227" y="2498"/>
                    <a:pt x="7044" y="2533"/>
                  </a:cubicBezTo>
                  <a:cubicBezTo>
                    <a:pt x="7212" y="2366"/>
                    <a:pt x="7397" y="2209"/>
                    <a:pt x="7589" y="2056"/>
                  </a:cubicBezTo>
                  <a:cubicBezTo>
                    <a:pt x="7826" y="2047"/>
                    <a:pt x="8058" y="2015"/>
                    <a:pt x="8294" y="2015"/>
                  </a:cubicBezTo>
                  <a:close/>
                  <a:moveTo>
                    <a:pt x="12367" y="868"/>
                  </a:moveTo>
                  <a:cubicBezTo>
                    <a:pt x="12076" y="1395"/>
                    <a:pt x="11953" y="1991"/>
                    <a:pt x="11856" y="2596"/>
                  </a:cubicBezTo>
                  <a:cubicBezTo>
                    <a:pt x="11835" y="2729"/>
                    <a:pt x="11812" y="2860"/>
                    <a:pt x="11793" y="2991"/>
                  </a:cubicBezTo>
                  <a:cubicBezTo>
                    <a:pt x="11636" y="2513"/>
                    <a:pt x="11334" y="2078"/>
                    <a:pt x="10968" y="1739"/>
                  </a:cubicBezTo>
                  <a:cubicBezTo>
                    <a:pt x="11415" y="1423"/>
                    <a:pt x="11883" y="1133"/>
                    <a:pt x="12367" y="868"/>
                  </a:cubicBezTo>
                  <a:close/>
                  <a:moveTo>
                    <a:pt x="7606" y="2726"/>
                  </a:moveTo>
                  <a:cubicBezTo>
                    <a:pt x="8095" y="2726"/>
                    <a:pt x="8574" y="2832"/>
                    <a:pt x="9045" y="3069"/>
                  </a:cubicBezTo>
                  <a:cubicBezTo>
                    <a:pt x="9053" y="3073"/>
                    <a:pt x="9061" y="3076"/>
                    <a:pt x="9070" y="3078"/>
                  </a:cubicBezTo>
                  <a:cubicBezTo>
                    <a:pt x="8873" y="3295"/>
                    <a:pt x="8688" y="3521"/>
                    <a:pt x="8510" y="3752"/>
                  </a:cubicBezTo>
                  <a:lnTo>
                    <a:pt x="8500" y="3742"/>
                  </a:lnTo>
                  <a:cubicBezTo>
                    <a:pt x="8081" y="3488"/>
                    <a:pt x="7623" y="3369"/>
                    <a:pt x="7162" y="3369"/>
                  </a:cubicBezTo>
                  <a:cubicBezTo>
                    <a:pt x="6817" y="3369"/>
                    <a:pt x="6471" y="3435"/>
                    <a:pt x="6137" y="3562"/>
                  </a:cubicBezTo>
                  <a:cubicBezTo>
                    <a:pt x="6329" y="3307"/>
                    <a:pt x="6536" y="3061"/>
                    <a:pt x="6754" y="2826"/>
                  </a:cubicBezTo>
                  <a:cubicBezTo>
                    <a:pt x="7042" y="2761"/>
                    <a:pt x="7326" y="2726"/>
                    <a:pt x="7606" y="2726"/>
                  </a:cubicBezTo>
                  <a:close/>
                  <a:moveTo>
                    <a:pt x="7086" y="3587"/>
                  </a:moveTo>
                  <a:cubicBezTo>
                    <a:pt x="7532" y="3587"/>
                    <a:pt x="7976" y="3699"/>
                    <a:pt x="8399" y="3899"/>
                  </a:cubicBezTo>
                  <a:cubicBezTo>
                    <a:pt x="8191" y="4177"/>
                    <a:pt x="7990" y="4464"/>
                    <a:pt x="7800" y="4758"/>
                  </a:cubicBezTo>
                  <a:cubicBezTo>
                    <a:pt x="7790" y="4748"/>
                    <a:pt x="7780" y="4740"/>
                    <a:pt x="7765" y="4734"/>
                  </a:cubicBezTo>
                  <a:cubicBezTo>
                    <a:pt x="7219" y="4528"/>
                    <a:pt x="6648" y="4435"/>
                    <a:pt x="6072" y="4435"/>
                  </a:cubicBezTo>
                  <a:cubicBezTo>
                    <a:pt x="5891" y="4435"/>
                    <a:pt x="5709" y="4444"/>
                    <a:pt x="5527" y="4462"/>
                  </a:cubicBezTo>
                  <a:cubicBezTo>
                    <a:pt x="5661" y="4241"/>
                    <a:pt x="5802" y="4027"/>
                    <a:pt x="5951" y="3817"/>
                  </a:cubicBezTo>
                  <a:cubicBezTo>
                    <a:pt x="5961" y="3820"/>
                    <a:pt x="5972" y="3823"/>
                    <a:pt x="5983" y="3823"/>
                  </a:cubicBezTo>
                  <a:cubicBezTo>
                    <a:pt x="5994" y="3823"/>
                    <a:pt x="6005" y="3820"/>
                    <a:pt x="6018" y="3816"/>
                  </a:cubicBezTo>
                  <a:cubicBezTo>
                    <a:pt x="6368" y="3659"/>
                    <a:pt x="6728" y="3587"/>
                    <a:pt x="7086" y="3587"/>
                  </a:cubicBezTo>
                  <a:close/>
                  <a:moveTo>
                    <a:pt x="10762" y="1893"/>
                  </a:moveTo>
                  <a:cubicBezTo>
                    <a:pt x="11246" y="2333"/>
                    <a:pt x="11523" y="2855"/>
                    <a:pt x="11712" y="3456"/>
                  </a:cubicBezTo>
                  <a:cubicBezTo>
                    <a:pt x="11622" y="3932"/>
                    <a:pt x="11511" y="4405"/>
                    <a:pt x="11349" y="4871"/>
                  </a:cubicBezTo>
                  <a:cubicBezTo>
                    <a:pt x="11334" y="4905"/>
                    <a:pt x="11320" y="4941"/>
                    <a:pt x="11308" y="4977"/>
                  </a:cubicBezTo>
                  <a:cubicBezTo>
                    <a:pt x="11112" y="4046"/>
                    <a:pt x="10711" y="3145"/>
                    <a:pt x="10148" y="2382"/>
                  </a:cubicBezTo>
                  <a:cubicBezTo>
                    <a:pt x="10346" y="2210"/>
                    <a:pt x="10551" y="2048"/>
                    <a:pt x="10762" y="1893"/>
                  </a:cubicBezTo>
                  <a:close/>
                  <a:moveTo>
                    <a:pt x="6023" y="4652"/>
                  </a:moveTo>
                  <a:cubicBezTo>
                    <a:pt x="6592" y="4652"/>
                    <a:pt x="7146" y="4734"/>
                    <a:pt x="7711" y="4884"/>
                  </a:cubicBezTo>
                  <a:lnTo>
                    <a:pt x="7716" y="4884"/>
                  </a:lnTo>
                  <a:cubicBezTo>
                    <a:pt x="7638" y="5007"/>
                    <a:pt x="7561" y="5130"/>
                    <a:pt x="7486" y="5254"/>
                  </a:cubicBezTo>
                  <a:cubicBezTo>
                    <a:pt x="7489" y="5220"/>
                    <a:pt x="7472" y="5184"/>
                    <a:pt x="7430" y="5167"/>
                  </a:cubicBezTo>
                  <a:cubicBezTo>
                    <a:pt x="7004" y="5014"/>
                    <a:pt x="6566" y="4941"/>
                    <a:pt x="6125" y="4941"/>
                  </a:cubicBezTo>
                  <a:cubicBezTo>
                    <a:pt x="5814" y="4941"/>
                    <a:pt x="5500" y="4978"/>
                    <a:pt x="5190" y="5048"/>
                  </a:cubicBezTo>
                  <a:cubicBezTo>
                    <a:pt x="5257" y="4927"/>
                    <a:pt x="5325" y="4806"/>
                    <a:pt x="5394" y="4684"/>
                  </a:cubicBezTo>
                  <a:lnTo>
                    <a:pt x="5399" y="4684"/>
                  </a:lnTo>
                  <a:cubicBezTo>
                    <a:pt x="5610" y="4662"/>
                    <a:pt x="5817" y="4652"/>
                    <a:pt x="6023" y="4652"/>
                  </a:cubicBezTo>
                  <a:close/>
                  <a:moveTo>
                    <a:pt x="6110" y="5154"/>
                  </a:moveTo>
                  <a:cubicBezTo>
                    <a:pt x="6531" y="5154"/>
                    <a:pt x="6950" y="5217"/>
                    <a:pt x="7374" y="5334"/>
                  </a:cubicBezTo>
                  <a:cubicBezTo>
                    <a:pt x="7383" y="5336"/>
                    <a:pt x="7391" y="5337"/>
                    <a:pt x="7398" y="5337"/>
                  </a:cubicBezTo>
                  <a:cubicBezTo>
                    <a:pt x="7415" y="5337"/>
                    <a:pt x="7431" y="5333"/>
                    <a:pt x="7443" y="5326"/>
                  </a:cubicBezTo>
                  <a:lnTo>
                    <a:pt x="7443" y="5326"/>
                  </a:lnTo>
                  <a:cubicBezTo>
                    <a:pt x="7271" y="5607"/>
                    <a:pt x="7106" y="5894"/>
                    <a:pt x="6942" y="6182"/>
                  </a:cubicBezTo>
                  <a:cubicBezTo>
                    <a:pt x="6916" y="6229"/>
                    <a:pt x="6887" y="6278"/>
                    <a:pt x="6860" y="6327"/>
                  </a:cubicBezTo>
                  <a:cubicBezTo>
                    <a:pt x="6457" y="6131"/>
                    <a:pt x="5990" y="6017"/>
                    <a:pt x="5529" y="6017"/>
                  </a:cubicBezTo>
                  <a:cubicBezTo>
                    <a:pt x="5222" y="6017"/>
                    <a:pt x="4917" y="6067"/>
                    <a:pt x="4635" y="6179"/>
                  </a:cubicBezTo>
                  <a:cubicBezTo>
                    <a:pt x="4664" y="6108"/>
                    <a:pt x="4695" y="6038"/>
                    <a:pt x="4728" y="5969"/>
                  </a:cubicBezTo>
                  <a:cubicBezTo>
                    <a:pt x="4836" y="5737"/>
                    <a:pt x="4951" y="5506"/>
                    <a:pt x="5072" y="5277"/>
                  </a:cubicBezTo>
                  <a:cubicBezTo>
                    <a:pt x="5076" y="5277"/>
                    <a:pt x="5080" y="5278"/>
                    <a:pt x="5085" y="5278"/>
                  </a:cubicBezTo>
                  <a:cubicBezTo>
                    <a:pt x="5093" y="5278"/>
                    <a:pt x="5101" y="5277"/>
                    <a:pt x="5109" y="5274"/>
                  </a:cubicBezTo>
                  <a:cubicBezTo>
                    <a:pt x="5446" y="5193"/>
                    <a:pt x="5779" y="5154"/>
                    <a:pt x="6110" y="5154"/>
                  </a:cubicBezTo>
                  <a:close/>
                  <a:moveTo>
                    <a:pt x="5512" y="6265"/>
                  </a:moveTo>
                  <a:cubicBezTo>
                    <a:pt x="5932" y="6265"/>
                    <a:pt x="6337" y="6325"/>
                    <a:pt x="6775" y="6476"/>
                  </a:cubicBezTo>
                  <a:cubicBezTo>
                    <a:pt x="6581" y="6820"/>
                    <a:pt x="6383" y="7172"/>
                    <a:pt x="6170" y="7520"/>
                  </a:cubicBezTo>
                  <a:cubicBezTo>
                    <a:pt x="5751" y="7293"/>
                    <a:pt x="5247" y="7143"/>
                    <a:pt x="4754" y="7143"/>
                  </a:cubicBezTo>
                  <a:cubicBezTo>
                    <a:pt x="4577" y="7143"/>
                    <a:pt x="4401" y="7162"/>
                    <a:pt x="4231" y="7205"/>
                  </a:cubicBezTo>
                  <a:cubicBezTo>
                    <a:pt x="4349" y="6894"/>
                    <a:pt x="4461" y="6589"/>
                    <a:pt x="4581" y="6303"/>
                  </a:cubicBezTo>
                  <a:cubicBezTo>
                    <a:pt x="4596" y="6322"/>
                    <a:pt x="4618" y="6335"/>
                    <a:pt x="4643" y="6335"/>
                  </a:cubicBezTo>
                  <a:cubicBezTo>
                    <a:pt x="4646" y="6335"/>
                    <a:pt x="4648" y="6334"/>
                    <a:pt x="4651" y="6334"/>
                  </a:cubicBezTo>
                  <a:cubicBezTo>
                    <a:pt x="4954" y="6291"/>
                    <a:pt x="5237" y="6265"/>
                    <a:pt x="5512" y="6265"/>
                  </a:cubicBezTo>
                  <a:close/>
                  <a:moveTo>
                    <a:pt x="9975" y="2533"/>
                  </a:moveTo>
                  <a:cubicBezTo>
                    <a:pt x="10501" y="3392"/>
                    <a:pt x="10911" y="4262"/>
                    <a:pt x="11218" y="5216"/>
                  </a:cubicBezTo>
                  <a:cubicBezTo>
                    <a:pt x="11104" y="5508"/>
                    <a:pt x="10976" y="5792"/>
                    <a:pt x="10837" y="6071"/>
                  </a:cubicBezTo>
                  <a:cubicBezTo>
                    <a:pt x="10696" y="4999"/>
                    <a:pt x="10156" y="4022"/>
                    <a:pt x="9317" y="3315"/>
                  </a:cubicBezTo>
                  <a:cubicBezTo>
                    <a:pt x="9298" y="3299"/>
                    <a:pt x="9280" y="3292"/>
                    <a:pt x="9262" y="3292"/>
                  </a:cubicBezTo>
                  <a:cubicBezTo>
                    <a:pt x="9188" y="3292"/>
                    <a:pt x="9133" y="3409"/>
                    <a:pt x="9207" y="3475"/>
                  </a:cubicBezTo>
                  <a:cubicBezTo>
                    <a:pt x="10058" y="4220"/>
                    <a:pt x="10572" y="5239"/>
                    <a:pt x="10695" y="6345"/>
                  </a:cubicBezTo>
                  <a:cubicBezTo>
                    <a:pt x="10475" y="6753"/>
                    <a:pt x="10230" y="7146"/>
                    <a:pt x="9958" y="7520"/>
                  </a:cubicBezTo>
                  <a:cubicBezTo>
                    <a:pt x="9994" y="6375"/>
                    <a:pt x="9269" y="5048"/>
                    <a:pt x="8458" y="4374"/>
                  </a:cubicBezTo>
                  <a:cubicBezTo>
                    <a:pt x="8445" y="4362"/>
                    <a:pt x="8430" y="4358"/>
                    <a:pt x="8416" y="4358"/>
                  </a:cubicBezTo>
                  <a:cubicBezTo>
                    <a:pt x="8405" y="4358"/>
                    <a:pt x="8394" y="4360"/>
                    <a:pt x="8384" y="4365"/>
                  </a:cubicBezTo>
                  <a:cubicBezTo>
                    <a:pt x="8636" y="3997"/>
                    <a:pt x="8906" y="3639"/>
                    <a:pt x="9209" y="3302"/>
                  </a:cubicBezTo>
                  <a:cubicBezTo>
                    <a:pt x="9454" y="3028"/>
                    <a:pt x="9709" y="2773"/>
                    <a:pt x="9975" y="2533"/>
                  </a:cubicBezTo>
                  <a:close/>
                  <a:moveTo>
                    <a:pt x="8330" y="4442"/>
                  </a:moveTo>
                  <a:lnTo>
                    <a:pt x="8330" y="4442"/>
                  </a:lnTo>
                  <a:cubicBezTo>
                    <a:pt x="8328" y="4460"/>
                    <a:pt x="8333" y="4478"/>
                    <a:pt x="8348" y="4495"/>
                  </a:cubicBezTo>
                  <a:cubicBezTo>
                    <a:pt x="8782" y="4992"/>
                    <a:pt x="9160" y="5499"/>
                    <a:pt x="9412" y="6115"/>
                  </a:cubicBezTo>
                  <a:cubicBezTo>
                    <a:pt x="9641" y="6671"/>
                    <a:pt x="9665" y="7216"/>
                    <a:pt x="9754" y="7786"/>
                  </a:cubicBezTo>
                  <a:cubicBezTo>
                    <a:pt x="9608" y="7980"/>
                    <a:pt x="9454" y="8165"/>
                    <a:pt x="9294" y="8342"/>
                  </a:cubicBezTo>
                  <a:cubicBezTo>
                    <a:pt x="9313" y="7154"/>
                    <a:pt x="8939" y="5745"/>
                    <a:pt x="8107" y="4946"/>
                  </a:cubicBezTo>
                  <a:cubicBezTo>
                    <a:pt x="8088" y="4929"/>
                    <a:pt x="8066" y="4923"/>
                    <a:pt x="8045" y="4923"/>
                  </a:cubicBezTo>
                  <a:cubicBezTo>
                    <a:pt x="8036" y="4923"/>
                    <a:pt x="8026" y="4924"/>
                    <a:pt x="8017" y="4927"/>
                  </a:cubicBezTo>
                  <a:cubicBezTo>
                    <a:pt x="8119" y="4763"/>
                    <a:pt x="8224" y="4601"/>
                    <a:pt x="8330" y="4442"/>
                  </a:cubicBezTo>
                  <a:close/>
                  <a:moveTo>
                    <a:pt x="4654" y="7393"/>
                  </a:moveTo>
                  <a:cubicBezTo>
                    <a:pt x="5138" y="7393"/>
                    <a:pt x="5588" y="7461"/>
                    <a:pt x="6067" y="7687"/>
                  </a:cubicBezTo>
                  <a:cubicBezTo>
                    <a:pt x="5887" y="7974"/>
                    <a:pt x="5697" y="8255"/>
                    <a:pt x="5494" y="8522"/>
                  </a:cubicBezTo>
                  <a:cubicBezTo>
                    <a:pt x="5486" y="8519"/>
                    <a:pt x="5478" y="8512"/>
                    <a:pt x="5469" y="8509"/>
                  </a:cubicBezTo>
                  <a:cubicBezTo>
                    <a:pt x="5110" y="8359"/>
                    <a:pt x="4734" y="8293"/>
                    <a:pt x="4355" y="8293"/>
                  </a:cubicBezTo>
                  <a:cubicBezTo>
                    <a:pt x="4148" y="8293"/>
                    <a:pt x="3940" y="8313"/>
                    <a:pt x="3733" y="8348"/>
                  </a:cubicBezTo>
                  <a:cubicBezTo>
                    <a:pt x="3889" y="8047"/>
                    <a:pt x="4025" y="7732"/>
                    <a:pt x="4151" y="7412"/>
                  </a:cubicBezTo>
                  <a:cubicBezTo>
                    <a:pt x="4324" y="7400"/>
                    <a:pt x="4491" y="7393"/>
                    <a:pt x="4654" y="7393"/>
                  </a:cubicBezTo>
                  <a:close/>
                  <a:moveTo>
                    <a:pt x="4223" y="8516"/>
                  </a:moveTo>
                  <a:cubicBezTo>
                    <a:pt x="4608" y="8516"/>
                    <a:pt x="4987" y="8579"/>
                    <a:pt x="5371" y="8682"/>
                  </a:cubicBezTo>
                  <a:cubicBezTo>
                    <a:pt x="5286" y="8790"/>
                    <a:pt x="5196" y="8895"/>
                    <a:pt x="5106" y="8996"/>
                  </a:cubicBezTo>
                  <a:cubicBezTo>
                    <a:pt x="4769" y="8865"/>
                    <a:pt x="4416" y="8805"/>
                    <a:pt x="4059" y="8805"/>
                  </a:cubicBezTo>
                  <a:cubicBezTo>
                    <a:pt x="3848" y="8805"/>
                    <a:pt x="3635" y="8826"/>
                    <a:pt x="3424" y="8866"/>
                  </a:cubicBezTo>
                  <a:cubicBezTo>
                    <a:pt x="3489" y="8772"/>
                    <a:pt x="3552" y="8672"/>
                    <a:pt x="3610" y="8571"/>
                  </a:cubicBezTo>
                  <a:cubicBezTo>
                    <a:pt x="3818" y="8533"/>
                    <a:pt x="4021" y="8516"/>
                    <a:pt x="4223" y="8516"/>
                  </a:cubicBezTo>
                  <a:close/>
                  <a:moveTo>
                    <a:pt x="7962" y="5015"/>
                  </a:moveTo>
                  <a:cubicBezTo>
                    <a:pt x="7963" y="5023"/>
                    <a:pt x="7963" y="5031"/>
                    <a:pt x="7968" y="5040"/>
                  </a:cubicBezTo>
                  <a:cubicBezTo>
                    <a:pt x="8271" y="5650"/>
                    <a:pt x="8643" y="6187"/>
                    <a:pt x="8844" y="6851"/>
                  </a:cubicBezTo>
                  <a:cubicBezTo>
                    <a:pt x="9011" y="7406"/>
                    <a:pt x="9083" y="7970"/>
                    <a:pt x="9106" y="8543"/>
                  </a:cubicBezTo>
                  <a:cubicBezTo>
                    <a:pt x="9048" y="8609"/>
                    <a:pt x="8988" y="8669"/>
                    <a:pt x="8927" y="8731"/>
                  </a:cubicBezTo>
                  <a:cubicBezTo>
                    <a:pt x="8726" y="8934"/>
                    <a:pt x="8513" y="9126"/>
                    <a:pt x="8296" y="9314"/>
                  </a:cubicBezTo>
                  <a:cubicBezTo>
                    <a:pt x="8355" y="8301"/>
                    <a:pt x="7978" y="7324"/>
                    <a:pt x="7266" y="6583"/>
                  </a:cubicBezTo>
                  <a:cubicBezTo>
                    <a:pt x="7244" y="6560"/>
                    <a:pt x="7218" y="6550"/>
                    <a:pt x="7192" y="6550"/>
                  </a:cubicBezTo>
                  <a:cubicBezTo>
                    <a:pt x="7113" y="6550"/>
                    <a:pt x="7041" y="6643"/>
                    <a:pt x="7109" y="6720"/>
                  </a:cubicBezTo>
                  <a:cubicBezTo>
                    <a:pt x="7782" y="7489"/>
                    <a:pt x="8119" y="8448"/>
                    <a:pt x="8119" y="9460"/>
                  </a:cubicBezTo>
                  <a:cubicBezTo>
                    <a:pt x="7703" y="9798"/>
                    <a:pt x="7258" y="10108"/>
                    <a:pt x="6792" y="10376"/>
                  </a:cubicBezTo>
                  <a:cubicBezTo>
                    <a:pt x="7171" y="9430"/>
                    <a:pt x="7078" y="8334"/>
                    <a:pt x="6554" y="7457"/>
                  </a:cubicBezTo>
                  <a:cubicBezTo>
                    <a:pt x="7036" y="6648"/>
                    <a:pt x="7471" y="5814"/>
                    <a:pt x="7962" y="5015"/>
                  </a:cubicBezTo>
                  <a:close/>
                  <a:moveTo>
                    <a:pt x="4077" y="8984"/>
                  </a:moveTo>
                  <a:cubicBezTo>
                    <a:pt x="4388" y="8984"/>
                    <a:pt x="4694" y="9029"/>
                    <a:pt x="5003" y="9108"/>
                  </a:cubicBezTo>
                  <a:cubicBezTo>
                    <a:pt x="4599" y="9540"/>
                    <a:pt x="4141" y="9910"/>
                    <a:pt x="3601" y="10171"/>
                  </a:cubicBezTo>
                  <a:cubicBezTo>
                    <a:pt x="3388" y="10273"/>
                    <a:pt x="3159" y="10358"/>
                    <a:pt x="2918" y="10415"/>
                  </a:cubicBezTo>
                  <a:cubicBezTo>
                    <a:pt x="2938" y="10399"/>
                    <a:pt x="2949" y="10376"/>
                    <a:pt x="2946" y="10345"/>
                  </a:cubicBezTo>
                  <a:cubicBezTo>
                    <a:pt x="2907" y="10075"/>
                    <a:pt x="2742" y="9854"/>
                    <a:pt x="2514" y="9731"/>
                  </a:cubicBezTo>
                  <a:cubicBezTo>
                    <a:pt x="2841" y="9545"/>
                    <a:pt x="3108" y="9289"/>
                    <a:pt x="3332" y="8993"/>
                  </a:cubicBezTo>
                  <a:cubicBezTo>
                    <a:pt x="3345" y="9027"/>
                    <a:pt x="3372" y="9052"/>
                    <a:pt x="3412" y="9052"/>
                  </a:cubicBezTo>
                  <a:cubicBezTo>
                    <a:pt x="3419" y="9052"/>
                    <a:pt x="3425" y="9052"/>
                    <a:pt x="3432" y="9050"/>
                  </a:cubicBezTo>
                  <a:cubicBezTo>
                    <a:pt x="3651" y="9005"/>
                    <a:pt x="3865" y="8984"/>
                    <a:pt x="4077" y="8984"/>
                  </a:cubicBezTo>
                  <a:close/>
                  <a:moveTo>
                    <a:pt x="328" y="9168"/>
                  </a:moveTo>
                  <a:lnTo>
                    <a:pt x="328" y="9168"/>
                  </a:lnTo>
                  <a:cubicBezTo>
                    <a:pt x="423" y="9419"/>
                    <a:pt x="611" y="9633"/>
                    <a:pt x="861" y="9787"/>
                  </a:cubicBezTo>
                  <a:cubicBezTo>
                    <a:pt x="958" y="9846"/>
                    <a:pt x="1059" y="9892"/>
                    <a:pt x="1164" y="9923"/>
                  </a:cubicBezTo>
                  <a:cubicBezTo>
                    <a:pt x="1231" y="9988"/>
                    <a:pt x="1310" y="10050"/>
                    <a:pt x="1369" y="10122"/>
                  </a:cubicBezTo>
                  <a:cubicBezTo>
                    <a:pt x="1449" y="10214"/>
                    <a:pt x="1509" y="10315"/>
                    <a:pt x="1557" y="10427"/>
                  </a:cubicBezTo>
                  <a:cubicBezTo>
                    <a:pt x="1334" y="10368"/>
                    <a:pt x="1120" y="10276"/>
                    <a:pt x="923" y="10142"/>
                  </a:cubicBezTo>
                  <a:cubicBezTo>
                    <a:pt x="593" y="9919"/>
                    <a:pt x="331" y="9564"/>
                    <a:pt x="328" y="9168"/>
                  </a:cubicBezTo>
                  <a:close/>
                  <a:moveTo>
                    <a:pt x="2306" y="9836"/>
                  </a:moveTo>
                  <a:cubicBezTo>
                    <a:pt x="2548" y="9913"/>
                    <a:pt x="2742" y="10124"/>
                    <a:pt x="2794" y="10376"/>
                  </a:cubicBezTo>
                  <a:cubicBezTo>
                    <a:pt x="2800" y="10409"/>
                    <a:pt x="2823" y="10425"/>
                    <a:pt x="2846" y="10430"/>
                  </a:cubicBezTo>
                  <a:cubicBezTo>
                    <a:pt x="2630" y="10478"/>
                    <a:pt x="2409" y="10505"/>
                    <a:pt x="2190" y="10505"/>
                  </a:cubicBezTo>
                  <a:cubicBezTo>
                    <a:pt x="2030" y="10505"/>
                    <a:pt x="1870" y="10491"/>
                    <a:pt x="1714" y="10461"/>
                  </a:cubicBezTo>
                  <a:lnTo>
                    <a:pt x="1714" y="10456"/>
                  </a:lnTo>
                  <a:cubicBezTo>
                    <a:pt x="1670" y="10309"/>
                    <a:pt x="1590" y="10129"/>
                    <a:pt x="1477" y="9983"/>
                  </a:cubicBezTo>
                  <a:lnTo>
                    <a:pt x="1477" y="9983"/>
                  </a:lnTo>
                  <a:cubicBezTo>
                    <a:pt x="1518" y="9987"/>
                    <a:pt x="1559" y="9988"/>
                    <a:pt x="1600" y="9988"/>
                  </a:cubicBezTo>
                  <a:cubicBezTo>
                    <a:pt x="1840" y="9988"/>
                    <a:pt x="2080" y="9932"/>
                    <a:pt x="2306" y="9836"/>
                  </a:cubicBezTo>
                  <a:close/>
                  <a:moveTo>
                    <a:pt x="6430" y="7666"/>
                  </a:moveTo>
                  <a:cubicBezTo>
                    <a:pt x="6833" y="8538"/>
                    <a:pt x="6906" y="9458"/>
                    <a:pt x="6661" y="10402"/>
                  </a:cubicBezTo>
                  <a:cubicBezTo>
                    <a:pt x="6656" y="10420"/>
                    <a:pt x="6659" y="10435"/>
                    <a:pt x="6664" y="10448"/>
                  </a:cubicBezTo>
                  <a:cubicBezTo>
                    <a:pt x="6489" y="10543"/>
                    <a:pt x="6311" y="10638"/>
                    <a:pt x="6129" y="10721"/>
                  </a:cubicBezTo>
                  <a:cubicBezTo>
                    <a:pt x="6365" y="9954"/>
                    <a:pt x="6317" y="9126"/>
                    <a:pt x="5952" y="8396"/>
                  </a:cubicBezTo>
                  <a:cubicBezTo>
                    <a:pt x="6100" y="8185"/>
                    <a:pt x="6242" y="7972"/>
                    <a:pt x="6373" y="7759"/>
                  </a:cubicBezTo>
                  <a:cubicBezTo>
                    <a:pt x="6391" y="7728"/>
                    <a:pt x="6409" y="7699"/>
                    <a:pt x="6430" y="7666"/>
                  </a:cubicBezTo>
                  <a:close/>
                  <a:moveTo>
                    <a:pt x="1040" y="10571"/>
                  </a:moveTo>
                  <a:lnTo>
                    <a:pt x="1040" y="10571"/>
                  </a:lnTo>
                  <a:cubicBezTo>
                    <a:pt x="1311" y="10685"/>
                    <a:pt x="1614" y="10754"/>
                    <a:pt x="1915" y="10783"/>
                  </a:cubicBezTo>
                  <a:cubicBezTo>
                    <a:pt x="1905" y="10792"/>
                    <a:pt x="1894" y="10801"/>
                    <a:pt x="1882" y="10810"/>
                  </a:cubicBezTo>
                  <a:cubicBezTo>
                    <a:pt x="1815" y="10867"/>
                    <a:pt x="1750" y="10927"/>
                    <a:pt x="1681" y="10988"/>
                  </a:cubicBezTo>
                  <a:cubicBezTo>
                    <a:pt x="1450" y="10870"/>
                    <a:pt x="1238" y="10731"/>
                    <a:pt x="1040" y="10571"/>
                  </a:cubicBezTo>
                  <a:close/>
                  <a:moveTo>
                    <a:pt x="5811" y="8600"/>
                  </a:moveTo>
                  <a:cubicBezTo>
                    <a:pt x="6064" y="9338"/>
                    <a:pt x="6100" y="10081"/>
                    <a:pt x="5883" y="10834"/>
                  </a:cubicBezTo>
                  <a:cubicBezTo>
                    <a:pt x="5532" y="10981"/>
                    <a:pt x="5173" y="11106"/>
                    <a:pt x="4807" y="11201"/>
                  </a:cubicBezTo>
                  <a:cubicBezTo>
                    <a:pt x="4731" y="11220"/>
                    <a:pt x="4655" y="11237"/>
                    <a:pt x="4578" y="11255"/>
                  </a:cubicBezTo>
                  <a:cubicBezTo>
                    <a:pt x="4774" y="10810"/>
                    <a:pt x="4869" y="10302"/>
                    <a:pt x="4758" y="9829"/>
                  </a:cubicBezTo>
                  <a:cubicBezTo>
                    <a:pt x="4754" y="9811"/>
                    <a:pt x="4745" y="9798"/>
                    <a:pt x="4731" y="9790"/>
                  </a:cubicBezTo>
                  <a:cubicBezTo>
                    <a:pt x="5134" y="9443"/>
                    <a:pt x="5492" y="9032"/>
                    <a:pt x="5811" y="8600"/>
                  </a:cubicBezTo>
                  <a:close/>
                  <a:moveTo>
                    <a:pt x="3519" y="10551"/>
                  </a:moveTo>
                  <a:cubicBezTo>
                    <a:pt x="3489" y="10693"/>
                    <a:pt x="3468" y="10836"/>
                    <a:pt x="3406" y="10973"/>
                  </a:cubicBezTo>
                  <a:cubicBezTo>
                    <a:pt x="3337" y="11124"/>
                    <a:pt x="3236" y="11258"/>
                    <a:pt x="3118" y="11373"/>
                  </a:cubicBezTo>
                  <a:cubicBezTo>
                    <a:pt x="2797" y="11348"/>
                    <a:pt x="2478" y="11291"/>
                    <a:pt x="2169" y="11189"/>
                  </a:cubicBezTo>
                  <a:cubicBezTo>
                    <a:pt x="2061" y="11155"/>
                    <a:pt x="1956" y="11114"/>
                    <a:pt x="1853" y="11070"/>
                  </a:cubicBezTo>
                  <a:cubicBezTo>
                    <a:pt x="1899" y="11031"/>
                    <a:pt x="1940" y="10990"/>
                    <a:pt x="1979" y="10959"/>
                  </a:cubicBezTo>
                  <a:cubicBezTo>
                    <a:pt x="2041" y="10908"/>
                    <a:pt x="2112" y="10857"/>
                    <a:pt x="2177" y="10801"/>
                  </a:cubicBezTo>
                  <a:cubicBezTo>
                    <a:pt x="2208" y="10802"/>
                    <a:pt x="2240" y="10803"/>
                    <a:pt x="2271" y="10803"/>
                  </a:cubicBezTo>
                  <a:cubicBezTo>
                    <a:pt x="2549" y="10803"/>
                    <a:pt x="2817" y="10770"/>
                    <a:pt x="3048" y="10711"/>
                  </a:cubicBezTo>
                  <a:cubicBezTo>
                    <a:pt x="3211" y="10669"/>
                    <a:pt x="3367" y="10615"/>
                    <a:pt x="3519" y="10551"/>
                  </a:cubicBezTo>
                  <a:close/>
                  <a:moveTo>
                    <a:pt x="4633" y="9872"/>
                  </a:moveTo>
                  <a:lnTo>
                    <a:pt x="4633" y="9872"/>
                  </a:lnTo>
                  <a:cubicBezTo>
                    <a:pt x="4571" y="10366"/>
                    <a:pt x="4519" y="10829"/>
                    <a:pt x="4371" y="11299"/>
                  </a:cubicBezTo>
                  <a:cubicBezTo>
                    <a:pt x="4067" y="11352"/>
                    <a:pt x="3756" y="11384"/>
                    <a:pt x="3447" y="11384"/>
                  </a:cubicBezTo>
                  <a:cubicBezTo>
                    <a:pt x="3412" y="11384"/>
                    <a:pt x="3377" y="11383"/>
                    <a:pt x="3342" y="11382"/>
                  </a:cubicBezTo>
                  <a:cubicBezTo>
                    <a:pt x="3584" y="11140"/>
                    <a:pt x="3758" y="10793"/>
                    <a:pt x="3694" y="10474"/>
                  </a:cubicBezTo>
                  <a:cubicBezTo>
                    <a:pt x="4033" y="10317"/>
                    <a:pt x="4345" y="10109"/>
                    <a:pt x="4633" y="9872"/>
                  </a:cubicBezTo>
                  <a:close/>
                  <a:moveTo>
                    <a:pt x="13712" y="1"/>
                  </a:moveTo>
                  <a:cubicBezTo>
                    <a:pt x="13705" y="1"/>
                    <a:pt x="13697" y="2"/>
                    <a:pt x="13689" y="4"/>
                  </a:cubicBezTo>
                  <a:cubicBezTo>
                    <a:pt x="13346" y="103"/>
                    <a:pt x="13009" y="230"/>
                    <a:pt x="12678" y="379"/>
                  </a:cubicBezTo>
                  <a:cubicBezTo>
                    <a:pt x="12658" y="364"/>
                    <a:pt x="12635" y="355"/>
                    <a:pt x="12608" y="351"/>
                  </a:cubicBezTo>
                  <a:cubicBezTo>
                    <a:pt x="12316" y="313"/>
                    <a:pt x="12028" y="294"/>
                    <a:pt x="11742" y="294"/>
                  </a:cubicBezTo>
                  <a:cubicBezTo>
                    <a:pt x="9264" y="294"/>
                    <a:pt x="7031" y="1701"/>
                    <a:pt x="5630" y="3742"/>
                  </a:cubicBezTo>
                  <a:cubicBezTo>
                    <a:pt x="4844" y="4886"/>
                    <a:pt x="4286" y="6161"/>
                    <a:pt x="3771" y="7442"/>
                  </a:cubicBezTo>
                  <a:cubicBezTo>
                    <a:pt x="3462" y="8209"/>
                    <a:pt x="3113" y="9067"/>
                    <a:pt x="2347" y="9482"/>
                  </a:cubicBezTo>
                  <a:cubicBezTo>
                    <a:pt x="2126" y="9602"/>
                    <a:pt x="1879" y="9660"/>
                    <a:pt x="1638" y="9660"/>
                  </a:cubicBezTo>
                  <a:cubicBezTo>
                    <a:pt x="1069" y="9660"/>
                    <a:pt x="534" y="9335"/>
                    <a:pt x="454" y="8718"/>
                  </a:cubicBezTo>
                  <a:cubicBezTo>
                    <a:pt x="586" y="8512"/>
                    <a:pt x="813" y="8398"/>
                    <a:pt x="1034" y="8398"/>
                  </a:cubicBezTo>
                  <a:cubicBezTo>
                    <a:pt x="1263" y="8398"/>
                    <a:pt x="1485" y="8521"/>
                    <a:pt x="1588" y="8792"/>
                  </a:cubicBezTo>
                  <a:cubicBezTo>
                    <a:pt x="1605" y="8837"/>
                    <a:pt x="1644" y="8856"/>
                    <a:pt x="1685" y="8856"/>
                  </a:cubicBezTo>
                  <a:cubicBezTo>
                    <a:pt x="1756" y="8856"/>
                    <a:pt x="1832" y="8799"/>
                    <a:pt x="1809" y="8717"/>
                  </a:cubicBezTo>
                  <a:cubicBezTo>
                    <a:pt x="1699" y="8336"/>
                    <a:pt x="1354" y="8082"/>
                    <a:pt x="967" y="8082"/>
                  </a:cubicBezTo>
                  <a:cubicBezTo>
                    <a:pt x="903" y="8082"/>
                    <a:pt x="838" y="8089"/>
                    <a:pt x="773" y="8103"/>
                  </a:cubicBezTo>
                  <a:cubicBezTo>
                    <a:pt x="264" y="8216"/>
                    <a:pt x="1" y="8749"/>
                    <a:pt x="23" y="9237"/>
                  </a:cubicBezTo>
                  <a:cubicBezTo>
                    <a:pt x="30" y="9404"/>
                    <a:pt x="64" y="9556"/>
                    <a:pt x="117" y="9695"/>
                  </a:cubicBezTo>
                  <a:cubicBezTo>
                    <a:pt x="91" y="9716"/>
                    <a:pt x="74" y="9756"/>
                    <a:pt x="91" y="9795"/>
                  </a:cubicBezTo>
                  <a:cubicBezTo>
                    <a:pt x="519" y="10860"/>
                    <a:pt x="1737" y="11467"/>
                    <a:pt x="2822" y="11621"/>
                  </a:cubicBezTo>
                  <a:cubicBezTo>
                    <a:pt x="3035" y="11652"/>
                    <a:pt x="3250" y="11666"/>
                    <a:pt x="3464" y="11666"/>
                  </a:cubicBezTo>
                  <a:cubicBezTo>
                    <a:pt x="3746" y="11666"/>
                    <a:pt x="4027" y="11641"/>
                    <a:pt x="4306" y="11597"/>
                  </a:cubicBezTo>
                  <a:cubicBezTo>
                    <a:pt x="4320" y="11613"/>
                    <a:pt x="4340" y="11623"/>
                    <a:pt x="4361" y="11623"/>
                  </a:cubicBezTo>
                  <a:cubicBezTo>
                    <a:pt x="4380" y="11623"/>
                    <a:pt x="4399" y="11614"/>
                    <a:pt x="4411" y="11593"/>
                  </a:cubicBezTo>
                  <a:cubicBezTo>
                    <a:pt x="4412" y="11589"/>
                    <a:pt x="4417" y="11582"/>
                    <a:pt x="4419" y="11579"/>
                  </a:cubicBezTo>
                  <a:cubicBezTo>
                    <a:pt x="5280" y="11425"/>
                    <a:pt x="6119" y="11083"/>
                    <a:pt x="6872" y="10666"/>
                  </a:cubicBezTo>
                  <a:cubicBezTo>
                    <a:pt x="7716" y="10199"/>
                    <a:pt x="8487" y="9607"/>
                    <a:pt x="9168" y="8923"/>
                  </a:cubicBezTo>
                  <a:cubicBezTo>
                    <a:pt x="9177" y="8926"/>
                    <a:pt x="9186" y="8928"/>
                    <a:pt x="9196" y="8928"/>
                  </a:cubicBezTo>
                  <a:cubicBezTo>
                    <a:pt x="9228" y="8928"/>
                    <a:pt x="9259" y="8908"/>
                    <a:pt x="9264" y="8864"/>
                  </a:cubicBezTo>
                  <a:cubicBezTo>
                    <a:pt x="9266" y="8849"/>
                    <a:pt x="9266" y="8833"/>
                    <a:pt x="9269" y="8820"/>
                  </a:cubicBezTo>
                  <a:cubicBezTo>
                    <a:pt x="9858" y="8208"/>
                    <a:pt x="10375" y="7527"/>
                    <a:pt x="10803" y="6792"/>
                  </a:cubicBezTo>
                  <a:cubicBezTo>
                    <a:pt x="10805" y="6792"/>
                    <a:pt x="10808" y="6793"/>
                    <a:pt x="10810" y="6793"/>
                  </a:cubicBezTo>
                  <a:cubicBezTo>
                    <a:pt x="10846" y="6793"/>
                    <a:pt x="10878" y="6771"/>
                    <a:pt x="10881" y="6722"/>
                  </a:cubicBezTo>
                  <a:lnTo>
                    <a:pt x="10881" y="6656"/>
                  </a:lnTo>
                  <a:cubicBezTo>
                    <a:pt x="11148" y="6180"/>
                    <a:pt x="11380" y="5683"/>
                    <a:pt x="11570" y="5172"/>
                  </a:cubicBezTo>
                  <a:cubicBezTo>
                    <a:pt x="11811" y="4521"/>
                    <a:pt x="11974" y="3850"/>
                    <a:pt x="12084" y="3166"/>
                  </a:cubicBezTo>
                  <a:cubicBezTo>
                    <a:pt x="12223" y="2284"/>
                    <a:pt x="12313" y="1387"/>
                    <a:pt x="12850" y="643"/>
                  </a:cubicBezTo>
                  <a:cubicBezTo>
                    <a:pt x="12861" y="629"/>
                    <a:pt x="12866" y="615"/>
                    <a:pt x="12871" y="602"/>
                  </a:cubicBezTo>
                  <a:cubicBezTo>
                    <a:pt x="13159" y="454"/>
                    <a:pt x="13452" y="312"/>
                    <a:pt x="13750" y="171"/>
                  </a:cubicBezTo>
                  <a:cubicBezTo>
                    <a:pt x="13828" y="134"/>
                    <a:pt x="13794" y="1"/>
                    <a:pt x="13712" y="1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417;p33">
              <a:extLst>
                <a:ext uri="{FF2B5EF4-FFF2-40B4-BE49-F238E27FC236}">
                  <a16:creationId xmlns:a16="http://schemas.microsoft.com/office/drawing/2014/main" id="{F8FD6188-92F9-42D8-A714-78228AAFE9FB}"/>
                </a:ext>
              </a:extLst>
            </p:cNvPr>
            <p:cNvSpPr/>
            <p:nvPr/>
          </p:nvSpPr>
          <p:spPr>
            <a:xfrm rot="17506809">
              <a:off x="7004852" y="1693042"/>
              <a:ext cx="728908" cy="614944"/>
            </a:xfrm>
            <a:custGeom>
              <a:avLst/>
              <a:gdLst/>
              <a:ahLst/>
              <a:cxnLst/>
              <a:rect l="l" t="t" r="r" b="b"/>
              <a:pathLst>
                <a:path w="13828" h="11666" extrusionOk="0">
                  <a:moveTo>
                    <a:pt x="11902" y="622"/>
                  </a:moveTo>
                  <a:cubicBezTo>
                    <a:pt x="11993" y="622"/>
                    <a:pt x="12084" y="623"/>
                    <a:pt x="12176" y="626"/>
                  </a:cubicBezTo>
                  <a:cubicBezTo>
                    <a:pt x="11748" y="854"/>
                    <a:pt x="11336" y="1117"/>
                    <a:pt x="10943" y="1400"/>
                  </a:cubicBezTo>
                  <a:cubicBezTo>
                    <a:pt x="10565" y="1156"/>
                    <a:pt x="10148" y="999"/>
                    <a:pt x="9708" y="944"/>
                  </a:cubicBezTo>
                  <a:cubicBezTo>
                    <a:pt x="10413" y="725"/>
                    <a:pt x="11153" y="622"/>
                    <a:pt x="11902" y="622"/>
                  </a:cubicBezTo>
                  <a:close/>
                  <a:moveTo>
                    <a:pt x="9181" y="1132"/>
                  </a:moveTo>
                  <a:cubicBezTo>
                    <a:pt x="9191" y="1137"/>
                    <a:pt x="9204" y="1138"/>
                    <a:pt x="9215" y="1138"/>
                  </a:cubicBezTo>
                  <a:cubicBezTo>
                    <a:pt x="9219" y="1138"/>
                    <a:pt x="9223" y="1138"/>
                    <a:pt x="9227" y="1138"/>
                  </a:cubicBezTo>
                  <a:cubicBezTo>
                    <a:pt x="9787" y="1138"/>
                    <a:pt x="10315" y="1253"/>
                    <a:pt x="10812" y="1497"/>
                  </a:cubicBezTo>
                  <a:cubicBezTo>
                    <a:pt x="10488" y="1739"/>
                    <a:pt x="10174" y="1996"/>
                    <a:pt x="9880" y="2259"/>
                  </a:cubicBezTo>
                  <a:cubicBezTo>
                    <a:pt x="9845" y="2290"/>
                    <a:pt x="9811" y="2323"/>
                    <a:pt x="9777" y="2356"/>
                  </a:cubicBezTo>
                  <a:cubicBezTo>
                    <a:pt x="9795" y="2326"/>
                    <a:pt x="9795" y="2287"/>
                    <a:pt x="9762" y="2266"/>
                  </a:cubicBezTo>
                  <a:cubicBezTo>
                    <a:pt x="9330" y="1986"/>
                    <a:pt x="8732" y="1780"/>
                    <a:pt x="8170" y="1780"/>
                  </a:cubicBezTo>
                  <a:cubicBezTo>
                    <a:pt x="8094" y="1780"/>
                    <a:pt x="8019" y="1784"/>
                    <a:pt x="7945" y="1791"/>
                  </a:cubicBezTo>
                  <a:cubicBezTo>
                    <a:pt x="8337" y="1525"/>
                    <a:pt x="8749" y="1305"/>
                    <a:pt x="9181" y="1132"/>
                  </a:cubicBezTo>
                  <a:close/>
                  <a:moveTo>
                    <a:pt x="8294" y="2015"/>
                  </a:moveTo>
                  <a:cubicBezTo>
                    <a:pt x="8380" y="2015"/>
                    <a:pt x="8467" y="2019"/>
                    <a:pt x="8554" y="2030"/>
                  </a:cubicBezTo>
                  <a:cubicBezTo>
                    <a:pt x="8963" y="2079"/>
                    <a:pt x="9335" y="2210"/>
                    <a:pt x="9706" y="2382"/>
                  </a:cubicBezTo>
                  <a:cubicBezTo>
                    <a:pt x="9714" y="2386"/>
                    <a:pt x="9721" y="2388"/>
                    <a:pt x="9728" y="2388"/>
                  </a:cubicBezTo>
                  <a:cubicBezTo>
                    <a:pt x="9736" y="2388"/>
                    <a:pt x="9744" y="2385"/>
                    <a:pt x="9752" y="2382"/>
                  </a:cubicBezTo>
                  <a:lnTo>
                    <a:pt x="9752" y="2382"/>
                  </a:lnTo>
                  <a:cubicBezTo>
                    <a:pt x="9557" y="2562"/>
                    <a:pt x="9371" y="2750"/>
                    <a:pt x="9196" y="2942"/>
                  </a:cubicBezTo>
                  <a:cubicBezTo>
                    <a:pt x="9191" y="2914"/>
                    <a:pt x="9176" y="2889"/>
                    <a:pt x="9148" y="2875"/>
                  </a:cubicBezTo>
                  <a:cubicBezTo>
                    <a:pt x="8661" y="2622"/>
                    <a:pt x="8130" y="2482"/>
                    <a:pt x="7595" y="2482"/>
                  </a:cubicBezTo>
                  <a:cubicBezTo>
                    <a:pt x="7411" y="2482"/>
                    <a:pt x="7227" y="2498"/>
                    <a:pt x="7044" y="2533"/>
                  </a:cubicBezTo>
                  <a:cubicBezTo>
                    <a:pt x="7212" y="2366"/>
                    <a:pt x="7397" y="2209"/>
                    <a:pt x="7589" y="2056"/>
                  </a:cubicBezTo>
                  <a:cubicBezTo>
                    <a:pt x="7826" y="2047"/>
                    <a:pt x="8058" y="2015"/>
                    <a:pt x="8294" y="2015"/>
                  </a:cubicBezTo>
                  <a:close/>
                  <a:moveTo>
                    <a:pt x="12367" y="868"/>
                  </a:moveTo>
                  <a:cubicBezTo>
                    <a:pt x="12076" y="1395"/>
                    <a:pt x="11953" y="1991"/>
                    <a:pt x="11856" y="2596"/>
                  </a:cubicBezTo>
                  <a:cubicBezTo>
                    <a:pt x="11835" y="2729"/>
                    <a:pt x="11812" y="2860"/>
                    <a:pt x="11793" y="2991"/>
                  </a:cubicBezTo>
                  <a:cubicBezTo>
                    <a:pt x="11636" y="2513"/>
                    <a:pt x="11334" y="2078"/>
                    <a:pt x="10968" y="1739"/>
                  </a:cubicBezTo>
                  <a:cubicBezTo>
                    <a:pt x="11415" y="1423"/>
                    <a:pt x="11883" y="1133"/>
                    <a:pt x="12367" y="868"/>
                  </a:cubicBezTo>
                  <a:close/>
                  <a:moveTo>
                    <a:pt x="7606" y="2726"/>
                  </a:moveTo>
                  <a:cubicBezTo>
                    <a:pt x="8095" y="2726"/>
                    <a:pt x="8574" y="2832"/>
                    <a:pt x="9045" y="3069"/>
                  </a:cubicBezTo>
                  <a:cubicBezTo>
                    <a:pt x="9053" y="3073"/>
                    <a:pt x="9061" y="3076"/>
                    <a:pt x="9070" y="3078"/>
                  </a:cubicBezTo>
                  <a:cubicBezTo>
                    <a:pt x="8873" y="3295"/>
                    <a:pt x="8688" y="3521"/>
                    <a:pt x="8510" y="3752"/>
                  </a:cubicBezTo>
                  <a:lnTo>
                    <a:pt x="8500" y="3742"/>
                  </a:lnTo>
                  <a:cubicBezTo>
                    <a:pt x="8081" y="3488"/>
                    <a:pt x="7623" y="3369"/>
                    <a:pt x="7162" y="3369"/>
                  </a:cubicBezTo>
                  <a:cubicBezTo>
                    <a:pt x="6817" y="3369"/>
                    <a:pt x="6471" y="3435"/>
                    <a:pt x="6137" y="3562"/>
                  </a:cubicBezTo>
                  <a:cubicBezTo>
                    <a:pt x="6329" y="3307"/>
                    <a:pt x="6536" y="3061"/>
                    <a:pt x="6754" y="2826"/>
                  </a:cubicBezTo>
                  <a:cubicBezTo>
                    <a:pt x="7042" y="2761"/>
                    <a:pt x="7326" y="2726"/>
                    <a:pt x="7606" y="2726"/>
                  </a:cubicBezTo>
                  <a:close/>
                  <a:moveTo>
                    <a:pt x="7086" y="3587"/>
                  </a:moveTo>
                  <a:cubicBezTo>
                    <a:pt x="7532" y="3587"/>
                    <a:pt x="7976" y="3699"/>
                    <a:pt x="8399" y="3899"/>
                  </a:cubicBezTo>
                  <a:cubicBezTo>
                    <a:pt x="8191" y="4177"/>
                    <a:pt x="7990" y="4464"/>
                    <a:pt x="7800" y="4758"/>
                  </a:cubicBezTo>
                  <a:cubicBezTo>
                    <a:pt x="7790" y="4748"/>
                    <a:pt x="7780" y="4740"/>
                    <a:pt x="7765" y="4734"/>
                  </a:cubicBezTo>
                  <a:cubicBezTo>
                    <a:pt x="7219" y="4528"/>
                    <a:pt x="6648" y="4435"/>
                    <a:pt x="6072" y="4435"/>
                  </a:cubicBezTo>
                  <a:cubicBezTo>
                    <a:pt x="5891" y="4435"/>
                    <a:pt x="5709" y="4444"/>
                    <a:pt x="5527" y="4462"/>
                  </a:cubicBezTo>
                  <a:cubicBezTo>
                    <a:pt x="5661" y="4241"/>
                    <a:pt x="5802" y="4027"/>
                    <a:pt x="5951" y="3817"/>
                  </a:cubicBezTo>
                  <a:cubicBezTo>
                    <a:pt x="5961" y="3820"/>
                    <a:pt x="5972" y="3823"/>
                    <a:pt x="5983" y="3823"/>
                  </a:cubicBezTo>
                  <a:cubicBezTo>
                    <a:pt x="5994" y="3823"/>
                    <a:pt x="6005" y="3820"/>
                    <a:pt x="6018" y="3816"/>
                  </a:cubicBezTo>
                  <a:cubicBezTo>
                    <a:pt x="6368" y="3659"/>
                    <a:pt x="6728" y="3587"/>
                    <a:pt x="7086" y="3587"/>
                  </a:cubicBezTo>
                  <a:close/>
                  <a:moveTo>
                    <a:pt x="10762" y="1893"/>
                  </a:moveTo>
                  <a:cubicBezTo>
                    <a:pt x="11246" y="2333"/>
                    <a:pt x="11523" y="2855"/>
                    <a:pt x="11712" y="3456"/>
                  </a:cubicBezTo>
                  <a:cubicBezTo>
                    <a:pt x="11622" y="3932"/>
                    <a:pt x="11511" y="4405"/>
                    <a:pt x="11349" y="4871"/>
                  </a:cubicBezTo>
                  <a:cubicBezTo>
                    <a:pt x="11334" y="4905"/>
                    <a:pt x="11320" y="4941"/>
                    <a:pt x="11308" y="4977"/>
                  </a:cubicBezTo>
                  <a:cubicBezTo>
                    <a:pt x="11112" y="4046"/>
                    <a:pt x="10711" y="3145"/>
                    <a:pt x="10148" y="2382"/>
                  </a:cubicBezTo>
                  <a:cubicBezTo>
                    <a:pt x="10346" y="2210"/>
                    <a:pt x="10551" y="2048"/>
                    <a:pt x="10762" y="1893"/>
                  </a:cubicBezTo>
                  <a:close/>
                  <a:moveTo>
                    <a:pt x="6023" y="4652"/>
                  </a:moveTo>
                  <a:cubicBezTo>
                    <a:pt x="6592" y="4652"/>
                    <a:pt x="7146" y="4734"/>
                    <a:pt x="7711" y="4884"/>
                  </a:cubicBezTo>
                  <a:lnTo>
                    <a:pt x="7716" y="4884"/>
                  </a:lnTo>
                  <a:cubicBezTo>
                    <a:pt x="7638" y="5007"/>
                    <a:pt x="7561" y="5130"/>
                    <a:pt x="7486" y="5254"/>
                  </a:cubicBezTo>
                  <a:cubicBezTo>
                    <a:pt x="7489" y="5220"/>
                    <a:pt x="7472" y="5184"/>
                    <a:pt x="7430" y="5167"/>
                  </a:cubicBezTo>
                  <a:cubicBezTo>
                    <a:pt x="7004" y="5014"/>
                    <a:pt x="6566" y="4941"/>
                    <a:pt x="6125" y="4941"/>
                  </a:cubicBezTo>
                  <a:cubicBezTo>
                    <a:pt x="5814" y="4941"/>
                    <a:pt x="5500" y="4978"/>
                    <a:pt x="5190" y="5048"/>
                  </a:cubicBezTo>
                  <a:cubicBezTo>
                    <a:pt x="5257" y="4927"/>
                    <a:pt x="5325" y="4806"/>
                    <a:pt x="5394" y="4684"/>
                  </a:cubicBezTo>
                  <a:lnTo>
                    <a:pt x="5399" y="4684"/>
                  </a:lnTo>
                  <a:cubicBezTo>
                    <a:pt x="5610" y="4662"/>
                    <a:pt x="5817" y="4652"/>
                    <a:pt x="6023" y="4652"/>
                  </a:cubicBezTo>
                  <a:close/>
                  <a:moveTo>
                    <a:pt x="6110" y="5154"/>
                  </a:moveTo>
                  <a:cubicBezTo>
                    <a:pt x="6531" y="5154"/>
                    <a:pt x="6950" y="5217"/>
                    <a:pt x="7374" y="5334"/>
                  </a:cubicBezTo>
                  <a:cubicBezTo>
                    <a:pt x="7383" y="5336"/>
                    <a:pt x="7391" y="5337"/>
                    <a:pt x="7398" y="5337"/>
                  </a:cubicBezTo>
                  <a:cubicBezTo>
                    <a:pt x="7415" y="5337"/>
                    <a:pt x="7431" y="5333"/>
                    <a:pt x="7443" y="5326"/>
                  </a:cubicBezTo>
                  <a:lnTo>
                    <a:pt x="7443" y="5326"/>
                  </a:lnTo>
                  <a:cubicBezTo>
                    <a:pt x="7271" y="5607"/>
                    <a:pt x="7106" y="5894"/>
                    <a:pt x="6942" y="6182"/>
                  </a:cubicBezTo>
                  <a:cubicBezTo>
                    <a:pt x="6916" y="6229"/>
                    <a:pt x="6887" y="6278"/>
                    <a:pt x="6860" y="6327"/>
                  </a:cubicBezTo>
                  <a:cubicBezTo>
                    <a:pt x="6457" y="6131"/>
                    <a:pt x="5990" y="6017"/>
                    <a:pt x="5529" y="6017"/>
                  </a:cubicBezTo>
                  <a:cubicBezTo>
                    <a:pt x="5222" y="6017"/>
                    <a:pt x="4917" y="6067"/>
                    <a:pt x="4635" y="6179"/>
                  </a:cubicBezTo>
                  <a:cubicBezTo>
                    <a:pt x="4664" y="6108"/>
                    <a:pt x="4695" y="6038"/>
                    <a:pt x="4728" y="5969"/>
                  </a:cubicBezTo>
                  <a:cubicBezTo>
                    <a:pt x="4836" y="5737"/>
                    <a:pt x="4951" y="5506"/>
                    <a:pt x="5072" y="5277"/>
                  </a:cubicBezTo>
                  <a:cubicBezTo>
                    <a:pt x="5076" y="5277"/>
                    <a:pt x="5080" y="5278"/>
                    <a:pt x="5085" y="5278"/>
                  </a:cubicBezTo>
                  <a:cubicBezTo>
                    <a:pt x="5093" y="5278"/>
                    <a:pt x="5101" y="5277"/>
                    <a:pt x="5109" y="5274"/>
                  </a:cubicBezTo>
                  <a:cubicBezTo>
                    <a:pt x="5446" y="5193"/>
                    <a:pt x="5779" y="5154"/>
                    <a:pt x="6110" y="5154"/>
                  </a:cubicBezTo>
                  <a:close/>
                  <a:moveTo>
                    <a:pt x="5512" y="6265"/>
                  </a:moveTo>
                  <a:cubicBezTo>
                    <a:pt x="5932" y="6265"/>
                    <a:pt x="6337" y="6325"/>
                    <a:pt x="6775" y="6476"/>
                  </a:cubicBezTo>
                  <a:cubicBezTo>
                    <a:pt x="6581" y="6820"/>
                    <a:pt x="6383" y="7172"/>
                    <a:pt x="6170" y="7520"/>
                  </a:cubicBezTo>
                  <a:cubicBezTo>
                    <a:pt x="5751" y="7293"/>
                    <a:pt x="5247" y="7143"/>
                    <a:pt x="4754" y="7143"/>
                  </a:cubicBezTo>
                  <a:cubicBezTo>
                    <a:pt x="4577" y="7143"/>
                    <a:pt x="4401" y="7162"/>
                    <a:pt x="4231" y="7205"/>
                  </a:cubicBezTo>
                  <a:cubicBezTo>
                    <a:pt x="4349" y="6894"/>
                    <a:pt x="4461" y="6589"/>
                    <a:pt x="4581" y="6303"/>
                  </a:cubicBezTo>
                  <a:cubicBezTo>
                    <a:pt x="4596" y="6322"/>
                    <a:pt x="4618" y="6335"/>
                    <a:pt x="4643" y="6335"/>
                  </a:cubicBezTo>
                  <a:cubicBezTo>
                    <a:pt x="4646" y="6335"/>
                    <a:pt x="4648" y="6334"/>
                    <a:pt x="4651" y="6334"/>
                  </a:cubicBezTo>
                  <a:cubicBezTo>
                    <a:pt x="4954" y="6291"/>
                    <a:pt x="5237" y="6265"/>
                    <a:pt x="5512" y="6265"/>
                  </a:cubicBezTo>
                  <a:close/>
                  <a:moveTo>
                    <a:pt x="9975" y="2533"/>
                  </a:moveTo>
                  <a:cubicBezTo>
                    <a:pt x="10501" y="3392"/>
                    <a:pt x="10911" y="4262"/>
                    <a:pt x="11218" y="5216"/>
                  </a:cubicBezTo>
                  <a:cubicBezTo>
                    <a:pt x="11104" y="5508"/>
                    <a:pt x="10976" y="5792"/>
                    <a:pt x="10837" y="6071"/>
                  </a:cubicBezTo>
                  <a:cubicBezTo>
                    <a:pt x="10696" y="4999"/>
                    <a:pt x="10156" y="4022"/>
                    <a:pt x="9317" y="3315"/>
                  </a:cubicBezTo>
                  <a:cubicBezTo>
                    <a:pt x="9298" y="3299"/>
                    <a:pt x="9280" y="3292"/>
                    <a:pt x="9262" y="3292"/>
                  </a:cubicBezTo>
                  <a:cubicBezTo>
                    <a:pt x="9188" y="3292"/>
                    <a:pt x="9133" y="3409"/>
                    <a:pt x="9207" y="3475"/>
                  </a:cubicBezTo>
                  <a:cubicBezTo>
                    <a:pt x="10058" y="4220"/>
                    <a:pt x="10572" y="5239"/>
                    <a:pt x="10695" y="6345"/>
                  </a:cubicBezTo>
                  <a:cubicBezTo>
                    <a:pt x="10475" y="6753"/>
                    <a:pt x="10230" y="7146"/>
                    <a:pt x="9958" y="7520"/>
                  </a:cubicBezTo>
                  <a:cubicBezTo>
                    <a:pt x="9994" y="6375"/>
                    <a:pt x="9269" y="5048"/>
                    <a:pt x="8458" y="4374"/>
                  </a:cubicBezTo>
                  <a:cubicBezTo>
                    <a:pt x="8445" y="4362"/>
                    <a:pt x="8430" y="4358"/>
                    <a:pt x="8416" y="4358"/>
                  </a:cubicBezTo>
                  <a:cubicBezTo>
                    <a:pt x="8405" y="4358"/>
                    <a:pt x="8394" y="4360"/>
                    <a:pt x="8384" y="4365"/>
                  </a:cubicBezTo>
                  <a:cubicBezTo>
                    <a:pt x="8636" y="3997"/>
                    <a:pt x="8906" y="3639"/>
                    <a:pt x="9209" y="3302"/>
                  </a:cubicBezTo>
                  <a:cubicBezTo>
                    <a:pt x="9454" y="3028"/>
                    <a:pt x="9709" y="2773"/>
                    <a:pt x="9975" y="2533"/>
                  </a:cubicBezTo>
                  <a:close/>
                  <a:moveTo>
                    <a:pt x="8330" y="4442"/>
                  </a:moveTo>
                  <a:lnTo>
                    <a:pt x="8330" y="4442"/>
                  </a:lnTo>
                  <a:cubicBezTo>
                    <a:pt x="8328" y="4460"/>
                    <a:pt x="8333" y="4478"/>
                    <a:pt x="8348" y="4495"/>
                  </a:cubicBezTo>
                  <a:cubicBezTo>
                    <a:pt x="8782" y="4992"/>
                    <a:pt x="9160" y="5499"/>
                    <a:pt x="9412" y="6115"/>
                  </a:cubicBezTo>
                  <a:cubicBezTo>
                    <a:pt x="9641" y="6671"/>
                    <a:pt x="9665" y="7216"/>
                    <a:pt x="9754" y="7786"/>
                  </a:cubicBezTo>
                  <a:cubicBezTo>
                    <a:pt x="9608" y="7980"/>
                    <a:pt x="9454" y="8165"/>
                    <a:pt x="9294" y="8342"/>
                  </a:cubicBezTo>
                  <a:cubicBezTo>
                    <a:pt x="9313" y="7154"/>
                    <a:pt x="8939" y="5745"/>
                    <a:pt x="8107" y="4946"/>
                  </a:cubicBezTo>
                  <a:cubicBezTo>
                    <a:pt x="8088" y="4929"/>
                    <a:pt x="8066" y="4923"/>
                    <a:pt x="8045" y="4923"/>
                  </a:cubicBezTo>
                  <a:cubicBezTo>
                    <a:pt x="8036" y="4923"/>
                    <a:pt x="8026" y="4924"/>
                    <a:pt x="8017" y="4927"/>
                  </a:cubicBezTo>
                  <a:cubicBezTo>
                    <a:pt x="8119" y="4763"/>
                    <a:pt x="8224" y="4601"/>
                    <a:pt x="8330" y="4442"/>
                  </a:cubicBezTo>
                  <a:close/>
                  <a:moveTo>
                    <a:pt x="4654" y="7393"/>
                  </a:moveTo>
                  <a:cubicBezTo>
                    <a:pt x="5138" y="7393"/>
                    <a:pt x="5588" y="7461"/>
                    <a:pt x="6067" y="7687"/>
                  </a:cubicBezTo>
                  <a:cubicBezTo>
                    <a:pt x="5887" y="7974"/>
                    <a:pt x="5697" y="8255"/>
                    <a:pt x="5494" y="8522"/>
                  </a:cubicBezTo>
                  <a:cubicBezTo>
                    <a:pt x="5486" y="8519"/>
                    <a:pt x="5478" y="8512"/>
                    <a:pt x="5469" y="8509"/>
                  </a:cubicBezTo>
                  <a:cubicBezTo>
                    <a:pt x="5110" y="8359"/>
                    <a:pt x="4734" y="8293"/>
                    <a:pt x="4355" y="8293"/>
                  </a:cubicBezTo>
                  <a:cubicBezTo>
                    <a:pt x="4148" y="8293"/>
                    <a:pt x="3940" y="8313"/>
                    <a:pt x="3733" y="8348"/>
                  </a:cubicBezTo>
                  <a:cubicBezTo>
                    <a:pt x="3889" y="8047"/>
                    <a:pt x="4025" y="7732"/>
                    <a:pt x="4151" y="7412"/>
                  </a:cubicBezTo>
                  <a:cubicBezTo>
                    <a:pt x="4324" y="7400"/>
                    <a:pt x="4491" y="7393"/>
                    <a:pt x="4654" y="7393"/>
                  </a:cubicBezTo>
                  <a:close/>
                  <a:moveTo>
                    <a:pt x="4223" y="8516"/>
                  </a:moveTo>
                  <a:cubicBezTo>
                    <a:pt x="4608" y="8516"/>
                    <a:pt x="4987" y="8579"/>
                    <a:pt x="5371" y="8682"/>
                  </a:cubicBezTo>
                  <a:cubicBezTo>
                    <a:pt x="5286" y="8790"/>
                    <a:pt x="5196" y="8895"/>
                    <a:pt x="5106" y="8996"/>
                  </a:cubicBezTo>
                  <a:cubicBezTo>
                    <a:pt x="4769" y="8865"/>
                    <a:pt x="4416" y="8805"/>
                    <a:pt x="4059" y="8805"/>
                  </a:cubicBezTo>
                  <a:cubicBezTo>
                    <a:pt x="3848" y="8805"/>
                    <a:pt x="3635" y="8826"/>
                    <a:pt x="3424" y="8866"/>
                  </a:cubicBezTo>
                  <a:cubicBezTo>
                    <a:pt x="3489" y="8772"/>
                    <a:pt x="3552" y="8672"/>
                    <a:pt x="3610" y="8571"/>
                  </a:cubicBezTo>
                  <a:cubicBezTo>
                    <a:pt x="3818" y="8533"/>
                    <a:pt x="4021" y="8516"/>
                    <a:pt x="4223" y="8516"/>
                  </a:cubicBezTo>
                  <a:close/>
                  <a:moveTo>
                    <a:pt x="7962" y="5015"/>
                  </a:moveTo>
                  <a:cubicBezTo>
                    <a:pt x="7963" y="5023"/>
                    <a:pt x="7963" y="5031"/>
                    <a:pt x="7968" y="5040"/>
                  </a:cubicBezTo>
                  <a:cubicBezTo>
                    <a:pt x="8271" y="5650"/>
                    <a:pt x="8643" y="6187"/>
                    <a:pt x="8844" y="6851"/>
                  </a:cubicBezTo>
                  <a:cubicBezTo>
                    <a:pt x="9011" y="7406"/>
                    <a:pt x="9083" y="7970"/>
                    <a:pt x="9106" y="8543"/>
                  </a:cubicBezTo>
                  <a:cubicBezTo>
                    <a:pt x="9048" y="8609"/>
                    <a:pt x="8988" y="8669"/>
                    <a:pt x="8927" y="8731"/>
                  </a:cubicBezTo>
                  <a:cubicBezTo>
                    <a:pt x="8726" y="8934"/>
                    <a:pt x="8513" y="9126"/>
                    <a:pt x="8296" y="9314"/>
                  </a:cubicBezTo>
                  <a:cubicBezTo>
                    <a:pt x="8355" y="8301"/>
                    <a:pt x="7978" y="7324"/>
                    <a:pt x="7266" y="6583"/>
                  </a:cubicBezTo>
                  <a:cubicBezTo>
                    <a:pt x="7244" y="6560"/>
                    <a:pt x="7218" y="6550"/>
                    <a:pt x="7192" y="6550"/>
                  </a:cubicBezTo>
                  <a:cubicBezTo>
                    <a:pt x="7113" y="6550"/>
                    <a:pt x="7041" y="6643"/>
                    <a:pt x="7109" y="6720"/>
                  </a:cubicBezTo>
                  <a:cubicBezTo>
                    <a:pt x="7782" y="7489"/>
                    <a:pt x="8119" y="8448"/>
                    <a:pt x="8119" y="9460"/>
                  </a:cubicBezTo>
                  <a:cubicBezTo>
                    <a:pt x="7703" y="9798"/>
                    <a:pt x="7258" y="10108"/>
                    <a:pt x="6792" y="10376"/>
                  </a:cubicBezTo>
                  <a:cubicBezTo>
                    <a:pt x="7171" y="9430"/>
                    <a:pt x="7078" y="8334"/>
                    <a:pt x="6554" y="7457"/>
                  </a:cubicBezTo>
                  <a:cubicBezTo>
                    <a:pt x="7036" y="6648"/>
                    <a:pt x="7471" y="5814"/>
                    <a:pt x="7962" y="5015"/>
                  </a:cubicBezTo>
                  <a:close/>
                  <a:moveTo>
                    <a:pt x="4077" y="8984"/>
                  </a:moveTo>
                  <a:cubicBezTo>
                    <a:pt x="4388" y="8984"/>
                    <a:pt x="4694" y="9029"/>
                    <a:pt x="5003" y="9108"/>
                  </a:cubicBezTo>
                  <a:cubicBezTo>
                    <a:pt x="4599" y="9540"/>
                    <a:pt x="4141" y="9910"/>
                    <a:pt x="3601" y="10171"/>
                  </a:cubicBezTo>
                  <a:cubicBezTo>
                    <a:pt x="3388" y="10273"/>
                    <a:pt x="3159" y="10358"/>
                    <a:pt x="2918" y="10415"/>
                  </a:cubicBezTo>
                  <a:cubicBezTo>
                    <a:pt x="2938" y="10399"/>
                    <a:pt x="2949" y="10376"/>
                    <a:pt x="2946" y="10345"/>
                  </a:cubicBezTo>
                  <a:cubicBezTo>
                    <a:pt x="2907" y="10075"/>
                    <a:pt x="2742" y="9854"/>
                    <a:pt x="2514" y="9731"/>
                  </a:cubicBezTo>
                  <a:cubicBezTo>
                    <a:pt x="2841" y="9545"/>
                    <a:pt x="3108" y="9289"/>
                    <a:pt x="3332" y="8993"/>
                  </a:cubicBezTo>
                  <a:cubicBezTo>
                    <a:pt x="3345" y="9027"/>
                    <a:pt x="3372" y="9052"/>
                    <a:pt x="3412" y="9052"/>
                  </a:cubicBezTo>
                  <a:cubicBezTo>
                    <a:pt x="3419" y="9052"/>
                    <a:pt x="3425" y="9052"/>
                    <a:pt x="3432" y="9050"/>
                  </a:cubicBezTo>
                  <a:cubicBezTo>
                    <a:pt x="3651" y="9005"/>
                    <a:pt x="3865" y="8984"/>
                    <a:pt x="4077" y="8984"/>
                  </a:cubicBezTo>
                  <a:close/>
                  <a:moveTo>
                    <a:pt x="328" y="9168"/>
                  </a:moveTo>
                  <a:lnTo>
                    <a:pt x="328" y="9168"/>
                  </a:lnTo>
                  <a:cubicBezTo>
                    <a:pt x="423" y="9419"/>
                    <a:pt x="611" y="9633"/>
                    <a:pt x="861" y="9787"/>
                  </a:cubicBezTo>
                  <a:cubicBezTo>
                    <a:pt x="958" y="9846"/>
                    <a:pt x="1059" y="9892"/>
                    <a:pt x="1164" y="9923"/>
                  </a:cubicBezTo>
                  <a:cubicBezTo>
                    <a:pt x="1231" y="9988"/>
                    <a:pt x="1310" y="10050"/>
                    <a:pt x="1369" y="10122"/>
                  </a:cubicBezTo>
                  <a:cubicBezTo>
                    <a:pt x="1449" y="10214"/>
                    <a:pt x="1509" y="10315"/>
                    <a:pt x="1557" y="10427"/>
                  </a:cubicBezTo>
                  <a:cubicBezTo>
                    <a:pt x="1334" y="10368"/>
                    <a:pt x="1120" y="10276"/>
                    <a:pt x="923" y="10142"/>
                  </a:cubicBezTo>
                  <a:cubicBezTo>
                    <a:pt x="593" y="9919"/>
                    <a:pt x="331" y="9564"/>
                    <a:pt x="328" y="9168"/>
                  </a:cubicBezTo>
                  <a:close/>
                  <a:moveTo>
                    <a:pt x="2306" y="9836"/>
                  </a:moveTo>
                  <a:cubicBezTo>
                    <a:pt x="2548" y="9913"/>
                    <a:pt x="2742" y="10124"/>
                    <a:pt x="2794" y="10376"/>
                  </a:cubicBezTo>
                  <a:cubicBezTo>
                    <a:pt x="2800" y="10409"/>
                    <a:pt x="2823" y="10425"/>
                    <a:pt x="2846" y="10430"/>
                  </a:cubicBezTo>
                  <a:cubicBezTo>
                    <a:pt x="2630" y="10478"/>
                    <a:pt x="2409" y="10505"/>
                    <a:pt x="2190" y="10505"/>
                  </a:cubicBezTo>
                  <a:cubicBezTo>
                    <a:pt x="2030" y="10505"/>
                    <a:pt x="1870" y="10491"/>
                    <a:pt x="1714" y="10461"/>
                  </a:cubicBezTo>
                  <a:lnTo>
                    <a:pt x="1714" y="10456"/>
                  </a:lnTo>
                  <a:cubicBezTo>
                    <a:pt x="1670" y="10309"/>
                    <a:pt x="1590" y="10129"/>
                    <a:pt x="1477" y="9983"/>
                  </a:cubicBezTo>
                  <a:lnTo>
                    <a:pt x="1477" y="9983"/>
                  </a:lnTo>
                  <a:cubicBezTo>
                    <a:pt x="1518" y="9987"/>
                    <a:pt x="1559" y="9988"/>
                    <a:pt x="1600" y="9988"/>
                  </a:cubicBezTo>
                  <a:cubicBezTo>
                    <a:pt x="1840" y="9988"/>
                    <a:pt x="2080" y="9932"/>
                    <a:pt x="2306" y="9836"/>
                  </a:cubicBezTo>
                  <a:close/>
                  <a:moveTo>
                    <a:pt x="6430" y="7666"/>
                  </a:moveTo>
                  <a:cubicBezTo>
                    <a:pt x="6833" y="8538"/>
                    <a:pt x="6906" y="9458"/>
                    <a:pt x="6661" y="10402"/>
                  </a:cubicBezTo>
                  <a:cubicBezTo>
                    <a:pt x="6656" y="10420"/>
                    <a:pt x="6659" y="10435"/>
                    <a:pt x="6664" y="10448"/>
                  </a:cubicBezTo>
                  <a:cubicBezTo>
                    <a:pt x="6489" y="10543"/>
                    <a:pt x="6311" y="10638"/>
                    <a:pt x="6129" y="10721"/>
                  </a:cubicBezTo>
                  <a:cubicBezTo>
                    <a:pt x="6365" y="9954"/>
                    <a:pt x="6317" y="9126"/>
                    <a:pt x="5952" y="8396"/>
                  </a:cubicBezTo>
                  <a:cubicBezTo>
                    <a:pt x="6100" y="8185"/>
                    <a:pt x="6242" y="7972"/>
                    <a:pt x="6373" y="7759"/>
                  </a:cubicBezTo>
                  <a:cubicBezTo>
                    <a:pt x="6391" y="7728"/>
                    <a:pt x="6409" y="7699"/>
                    <a:pt x="6430" y="7666"/>
                  </a:cubicBezTo>
                  <a:close/>
                  <a:moveTo>
                    <a:pt x="1040" y="10571"/>
                  </a:moveTo>
                  <a:lnTo>
                    <a:pt x="1040" y="10571"/>
                  </a:lnTo>
                  <a:cubicBezTo>
                    <a:pt x="1311" y="10685"/>
                    <a:pt x="1614" y="10754"/>
                    <a:pt x="1915" y="10783"/>
                  </a:cubicBezTo>
                  <a:cubicBezTo>
                    <a:pt x="1905" y="10792"/>
                    <a:pt x="1894" y="10801"/>
                    <a:pt x="1882" y="10810"/>
                  </a:cubicBezTo>
                  <a:cubicBezTo>
                    <a:pt x="1815" y="10867"/>
                    <a:pt x="1750" y="10927"/>
                    <a:pt x="1681" y="10988"/>
                  </a:cubicBezTo>
                  <a:cubicBezTo>
                    <a:pt x="1450" y="10870"/>
                    <a:pt x="1238" y="10731"/>
                    <a:pt x="1040" y="10571"/>
                  </a:cubicBezTo>
                  <a:close/>
                  <a:moveTo>
                    <a:pt x="5811" y="8600"/>
                  </a:moveTo>
                  <a:cubicBezTo>
                    <a:pt x="6064" y="9338"/>
                    <a:pt x="6100" y="10081"/>
                    <a:pt x="5883" y="10834"/>
                  </a:cubicBezTo>
                  <a:cubicBezTo>
                    <a:pt x="5532" y="10981"/>
                    <a:pt x="5173" y="11106"/>
                    <a:pt x="4807" y="11201"/>
                  </a:cubicBezTo>
                  <a:cubicBezTo>
                    <a:pt x="4731" y="11220"/>
                    <a:pt x="4655" y="11237"/>
                    <a:pt x="4578" y="11255"/>
                  </a:cubicBezTo>
                  <a:cubicBezTo>
                    <a:pt x="4774" y="10810"/>
                    <a:pt x="4869" y="10302"/>
                    <a:pt x="4758" y="9829"/>
                  </a:cubicBezTo>
                  <a:cubicBezTo>
                    <a:pt x="4754" y="9811"/>
                    <a:pt x="4745" y="9798"/>
                    <a:pt x="4731" y="9790"/>
                  </a:cubicBezTo>
                  <a:cubicBezTo>
                    <a:pt x="5134" y="9443"/>
                    <a:pt x="5492" y="9032"/>
                    <a:pt x="5811" y="8600"/>
                  </a:cubicBezTo>
                  <a:close/>
                  <a:moveTo>
                    <a:pt x="3519" y="10551"/>
                  </a:moveTo>
                  <a:cubicBezTo>
                    <a:pt x="3489" y="10693"/>
                    <a:pt x="3468" y="10836"/>
                    <a:pt x="3406" y="10973"/>
                  </a:cubicBezTo>
                  <a:cubicBezTo>
                    <a:pt x="3337" y="11124"/>
                    <a:pt x="3236" y="11258"/>
                    <a:pt x="3118" y="11373"/>
                  </a:cubicBezTo>
                  <a:cubicBezTo>
                    <a:pt x="2797" y="11348"/>
                    <a:pt x="2478" y="11291"/>
                    <a:pt x="2169" y="11189"/>
                  </a:cubicBezTo>
                  <a:cubicBezTo>
                    <a:pt x="2061" y="11155"/>
                    <a:pt x="1956" y="11114"/>
                    <a:pt x="1853" y="11070"/>
                  </a:cubicBezTo>
                  <a:cubicBezTo>
                    <a:pt x="1899" y="11031"/>
                    <a:pt x="1940" y="10990"/>
                    <a:pt x="1979" y="10959"/>
                  </a:cubicBezTo>
                  <a:cubicBezTo>
                    <a:pt x="2041" y="10908"/>
                    <a:pt x="2112" y="10857"/>
                    <a:pt x="2177" y="10801"/>
                  </a:cubicBezTo>
                  <a:cubicBezTo>
                    <a:pt x="2208" y="10802"/>
                    <a:pt x="2240" y="10803"/>
                    <a:pt x="2271" y="10803"/>
                  </a:cubicBezTo>
                  <a:cubicBezTo>
                    <a:pt x="2549" y="10803"/>
                    <a:pt x="2817" y="10770"/>
                    <a:pt x="3048" y="10711"/>
                  </a:cubicBezTo>
                  <a:cubicBezTo>
                    <a:pt x="3211" y="10669"/>
                    <a:pt x="3367" y="10615"/>
                    <a:pt x="3519" y="10551"/>
                  </a:cubicBezTo>
                  <a:close/>
                  <a:moveTo>
                    <a:pt x="4633" y="9872"/>
                  </a:moveTo>
                  <a:lnTo>
                    <a:pt x="4633" y="9872"/>
                  </a:lnTo>
                  <a:cubicBezTo>
                    <a:pt x="4571" y="10366"/>
                    <a:pt x="4519" y="10829"/>
                    <a:pt x="4371" y="11299"/>
                  </a:cubicBezTo>
                  <a:cubicBezTo>
                    <a:pt x="4067" y="11352"/>
                    <a:pt x="3756" y="11384"/>
                    <a:pt x="3447" y="11384"/>
                  </a:cubicBezTo>
                  <a:cubicBezTo>
                    <a:pt x="3412" y="11384"/>
                    <a:pt x="3377" y="11383"/>
                    <a:pt x="3342" y="11382"/>
                  </a:cubicBezTo>
                  <a:cubicBezTo>
                    <a:pt x="3584" y="11140"/>
                    <a:pt x="3758" y="10793"/>
                    <a:pt x="3694" y="10474"/>
                  </a:cubicBezTo>
                  <a:cubicBezTo>
                    <a:pt x="4033" y="10317"/>
                    <a:pt x="4345" y="10109"/>
                    <a:pt x="4633" y="9872"/>
                  </a:cubicBezTo>
                  <a:close/>
                  <a:moveTo>
                    <a:pt x="13712" y="1"/>
                  </a:moveTo>
                  <a:cubicBezTo>
                    <a:pt x="13705" y="1"/>
                    <a:pt x="13697" y="2"/>
                    <a:pt x="13689" y="4"/>
                  </a:cubicBezTo>
                  <a:cubicBezTo>
                    <a:pt x="13346" y="103"/>
                    <a:pt x="13009" y="230"/>
                    <a:pt x="12678" y="379"/>
                  </a:cubicBezTo>
                  <a:cubicBezTo>
                    <a:pt x="12658" y="364"/>
                    <a:pt x="12635" y="355"/>
                    <a:pt x="12608" y="351"/>
                  </a:cubicBezTo>
                  <a:cubicBezTo>
                    <a:pt x="12316" y="313"/>
                    <a:pt x="12028" y="294"/>
                    <a:pt x="11742" y="294"/>
                  </a:cubicBezTo>
                  <a:cubicBezTo>
                    <a:pt x="9264" y="294"/>
                    <a:pt x="7031" y="1701"/>
                    <a:pt x="5630" y="3742"/>
                  </a:cubicBezTo>
                  <a:cubicBezTo>
                    <a:pt x="4844" y="4886"/>
                    <a:pt x="4286" y="6161"/>
                    <a:pt x="3771" y="7442"/>
                  </a:cubicBezTo>
                  <a:cubicBezTo>
                    <a:pt x="3462" y="8209"/>
                    <a:pt x="3113" y="9067"/>
                    <a:pt x="2347" y="9482"/>
                  </a:cubicBezTo>
                  <a:cubicBezTo>
                    <a:pt x="2126" y="9602"/>
                    <a:pt x="1879" y="9660"/>
                    <a:pt x="1638" y="9660"/>
                  </a:cubicBezTo>
                  <a:cubicBezTo>
                    <a:pt x="1069" y="9660"/>
                    <a:pt x="534" y="9335"/>
                    <a:pt x="454" y="8718"/>
                  </a:cubicBezTo>
                  <a:cubicBezTo>
                    <a:pt x="586" y="8512"/>
                    <a:pt x="813" y="8398"/>
                    <a:pt x="1034" y="8398"/>
                  </a:cubicBezTo>
                  <a:cubicBezTo>
                    <a:pt x="1263" y="8398"/>
                    <a:pt x="1485" y="8521"/>
                    <a:pt x="1588" y="8792"/>
                  </a:cubicBezTo>
                  <a:cubicBezTo>
                    <a:pt x="1605" y="8837"/>
                    <a:pt x="1644" y="8856"/>
                    <a:pt x="1685" y="8856"/>
                  </a:cubicBezTo>
                  <a:cubicBezTo>
                    <a:pt x="1756" y="8856"/>
                    <a:pt x="1832" y="8799"/>
                    <a:pt x="1809" y="8717"/>
                  </a:cubicBezTo>
                  <a:cubicBezTo>
                    <a:pt x="1699" y="8336"/>
                    <a:pt x="1354" y="8082"/>
                    <a:pt x="967" y="8082"/>
                  </a:cubicBezTo>
                  <a:cubicBezTo>
                    <a:pt x="903" y="8082"/>
                    <a:pt x="838" y="8089"/>
                    <a:pt x="773" y="8103"/>
                  </a:cubicBezTo>
                  <a:cubicBezTo>
                    <a:pt x="264" y="8216"/>
                    <a:pt x="1" y="8749"/>
                    <a:pt x="23" y="9237"/>
                  </a:cubicBezTo>
                  <a:cubicBezTo>
                    <a:pt x="30" y="9404"/>
                    <a:pt x="64" y="9556"/>
                    <a:pt x="117" y="9695"/>
                  </a:cubicBezTo>
                  <a:cubicBezTo>
                    <a:pt x="91" y="9716"/>
                    <a:pt x="74" y="9756"/>
                    <a:pt x="91" y="9795"/>
                  </a:cubicBezTo>
                  <a:cubicBezTo>
                    <a:pt x="519" y="10860"/>
                    <a:pt x="1737" y="11467"/>
                    <a:pt x="2822" y="11621"/>
                  </a:cubicBezTo>
                  <a:cubicBezTo>
                    <a:pt x="3035" y="11652"/>
                    <a:pt x="3250" y="11666"/>
                    <a:pt x="3464" y="11666"/>
                  </a:cubicBezTo>
                  <a:cubicBezTo>
                    <a:pt x="3746" y="11666"/>
                    <a:pt x="4027" y="11641"/>
                    <a:pt x="4306" y="11597"/>
                  </a:cubicBezTo>
                  <a:cubicBezTo>
                    <a:pt x="4320" y="11613"/>
                    <a:pt x="4340" y="11623"/>
                    <a:pt x="4361" y="11623"/>
                  </a:cubicBezTo>
                  <a:cubicBezTo>
                    <a:pt x="4380" y="11623"/>
                    <a:pt x="4399" y="11614"/>
                    <a:pt x="4411" y="11593"/>
                  </a:cubicBezTo>
                  <a:cubicBezTo>
                    <a:pt x="4412" y="11589"/>
                    <a:pt x="4417" y="11582"/>
                    <a:pt x="4419" y="11579"/>
                  </a:cubicBezTo>
                  <a:cubicBezTo>
                    <a:pt x="5280" y="11425"/>
                    <a:pt x="6119" y="11083"/>
                    <a:pt x="6872" y="10666"/>
                  </a:cubicBezTo>
                  <a:cubicBezTo>
                    <a:pt x="7716" y="10199"/>
                    <a:pt x="8487" y="9607"/>
                    <a:pt x="9168" y="8923"/>
                  </a:cubicBezTo>
                  <a:cubicBezTo>
                    <a:pt x="9177" y="8926"/>
                    <a:pt x="9186" y="8928"/>
                    <a:pt x="9196" y="8928"/>
                  </a:cubicBezTo>
                  <a:cubicBezTo>
                    <a:pt x="9228" y="8928"/>
                    <a:pt x="9259" y="8908"/>
                    <a:pt x="9264" y="8864"/>
                  </a:cubicBezTo>
                  <a:cubicBezTo>
                    <a:pt x="9266" y="8849"/>
                    <a:pt x="9266" y="8833"/>
                    <a:pt x="9269" y="8820"/>
                  </a:cubicBezTo>
                  <a:cubicBezTo>
                    <a:pt x="9858" y="8208"/>
                    <a:pt x="10375" y="7527"/>
                    <a:pt x="10803" y="6792"/>
                  </a:cubicBezTo>
                  <a:cubicBezTo>
                    <a:pt x="10805" y="6792"/>
                    <a:pt x="10808" y="6793"/>
                    <a:pt x="10810" y="6793"/>
                  </a:cubicBezTo>
                  <a:cubicBezTo>
                    <a:pt x="10846" y="6793"/>
                    <a:pt x="10878" y="6771"/>
                    <a:pt x="10881" y="6722"/>
                  </a:cubicBezTo>
                  <a:lnTo>
                    <a:pt x="10881" y="6656"/>
                  </a:lnTo>
                  <a:cubicBezTo>
                    <a:pt x="11148" y="6180"/>
                    <a:pt x="11380" y="5683"/>
                    <a:pt x="11570" y="5172"/>
                  </a:cubicBezTo>
                  <a:cubicBezTo>
                    <a:pt x="11811" y="4521"/>
                    <a:pt x="11974" y="3850"/>
                    <a:pt x="12084" y="3166"/>
                  </a:cubicBezTo>
                  <a:cubicBezTo>
                    <a:pt x="12223" y="2284"/>
                    <a:pt x="12313" y="1387"/>
                    <a:pt x="12850" y="643"/>
                  </a:cubicBezTo>
                  <a:cubicBezTo>
                    <a:pt x="12861" y="629"/>
                    <a:pt x="12866" y="615"/>
                    <a:pt x="12871" y="602"/>
                  </a:cubicBezTo>
                  <a:cubicBezTo>
                    <a:pt x="13159" y="454"/>
                    <a:pt x="13452" y="312"/>
                    <a:pt x="13750" y="171"/>
                  </a:cubicBezTo>
                  <a:cubicBezTo>
                    <a:pt x="13828" y="134"/>
                    <a:pt x="13794" y="1"/>
                    <a:pt x="13712" y="1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396960A2-2CE8-4C1B-857C-2E41D099B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6081" y="2240789"/>
            <a:ext cx="3883405" cy="13220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0B13FB-3B38-4916-B2C2-71D2B6D325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8201" y="3698143"/>
            <a:ext cx="4039164" cy="2476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DFF9F1C-FFA0-4D27-95B0-8BA0E10F40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7518" y="4098583"/>
            <a:ext cx="2000529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12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4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9875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BACKGROUND/SCENARIO</a:t>
            </a:r>
            <a:endParaRPr dirty="0"/>
          </a:p>
        </p:txBody>
      </p:sp>
      <p:sp>
        <p:nvSpPr>
          <p:cNvPr id="423" name="Google Shape;423;p34"/>
          <p:cNvSpPr txBox="1">
            <a:spLocks noGrp="1"/>
          </p:cNvSpPr>
          <p:nvPr>
            <p:ph type="body" idx="1"/>
          </p:nvPr>
        </p:nvSpPr>
        <p:spPr>
          <a:xfrm>
            <a:off x="720000" y="1391325"/>
            <a:ext cx="7704000" cy="32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Nunito" panose="020B0604020202020204" charset="0"/>
              </a:rPr>
              <a:t>Network Security</a:t>
            </a:r>
          </a:p>
          <a:p>
            <a:pPr marL="742950" lvl="1" indent="-28575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rgbClr val="000000"/>
                </a:solidFill>
                <a:latin typeface="Nunito" panose="020B0604020202020204" charset="0"/>
              </a:rPr>
              <a:t>Port Security</a:t>
            </a:r>
          </a:p>
          <a:p>
            <a:pPr marL="742950" lvl="1" indent="-28575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rgbClr val="000000"/>
                </a:solidFill>
                <a:latin typeface="Nunito" panose="020B0604020202020204" charset="0"/>
              </a:rPr>
              <a:t>Trunk Security</a:t>
            </a:r>
          </a:p>
          <a:p>
            <a:pPr marL="742950" lvl="1" indent="-28575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rgbClr val="000000"/>
                </a:solidFill>
                <a:latin typeface="Nunito" panose="020B0604020202020204" charset="0"/>
              </a:rPr>
              <a:t>Unused Switchport Security</a:t>
            </a:r>
          </a:p>
          <a:p>
            <a:pPr marL="742950" lvl="1" indent="-28575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rgbClr val="000000"/>
                </a:solidFill>
                <a:latin typeface="Nunito" panose="020B0604020202020204" charset="0"/>
              </a:rPr>
              <a:t>DHCP Snooping</a:t>
            </a:r>
            <a:endParaRPr lang="en-PH" sz="1500" dirty="0">
              <a:latin typeface="Nunito" panose="020B060402020202020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43BE2BB-EEF0-494E-9F3A-BF61CBBF2087}"/>
              </a:ext>
            </a:extLst>
          </p:cNvPr>
          <p:cNvGrpSpPr/>
          <p:nvPr/>
        </p:nvGrpSpPr>
        <p:grpSpPr>
          <a:xfrm rot="1447952">
            <a:off x="7965541" y="873092"/>
            <a:ext cx="1158287" cy="765214"/>
            <a:chOff x="6518491" y="1599754"/>
            <a:chExt cx="1158287" cy="765214"/>
          </a:xfrm>
        </p:grpSpPr>
        <p:sp>
          <p:nvSpPr>
            <p:cNvPr id="4" name="Google Shape;417;p33">
              <a:extLst>
                <a:ext uri="{FF2B5EF4-FFF2-40B4-BE49-F238E27FC236}">
                  <a16:creationId xmlns:a16="http://schemas.microsoft.com/office/drawing/2014/main" id="{01DAF2A5-5940-4EEC-9C6C-C815D26A15C7}"/>
                </a:ext>
              </a:extLst>
            </p:cNvPr>
            <p:cNvSpPr/>
            <p:nvPr/>
          </p:nvSpPr>
          <p:spPr>
            <a:xfrm>
              <a:off x="6518491" y="1599754"/>
              <a:ext cx="728908" cy="614944"/>
            </a:xfrm>
            <a:custGeom>
              <a:avLst/>
              <a:gdLst/>
              <a:ahLst/>
              <a:cxnLst/>
              <a:rect l="l" t="t" r="r" b="b"/>
              <a:pathLst>
                <a:path w="13828" h="11666" extrusionOk="0">
                  <a:moveTo>
                    <a:pt x="11902" y="622"/>
                  </a:moveTo>
                  <a:cubicBezTo>
                    <a:pt x="11993" y="622"/>
                    <a:pt x="12084" y="623"/>
                    <a:pt x="12176" y="626"/>
                  </a:cubicBezTo>
                  <a:cubicBezTo>
                    <a:pt x="11748" y="854"/>
                    <a:pt x="11336" y="1117"/>
                    <a:pt x="10943" y="1400"/>
                  </a:cubicBezTo>
                  <a:cubicBezTo>
                    <a:pt x="10565" y="1156"/>
                    <a:pt x="10148" y="999"/>
                    <a:pt x="9708" y="944"/>
                  </a:cubicBezTo>
                  <a:cubicBezTo>
                    <a:pt x="10413" y="725"/>
                    <a:pt x="11153" y="622"/>
                    <a:pt x="11902" y="622"/>
                  </a:cubicBezTo>
                  <a:close/>
                  <a:moveTo>
                    <a:pt x="9181" y="1132"/>
                  </a:moveTo>
                  <a:cubicBezTo>
                    <a:pt x="9191" y="1137"/>
                    <a:pt x="9204" y="1138"/>
                    <a:pt x="9215" y="1138"/>
                  </a:cubicBezTo>
                  <a:cubicBezTo>
                    <a:pt x="9219" y="1138"/>
                    <a:pt x="9223" y="1138"/>
                    <a:pt x="9227" y="1138"/>
                  </a:cubicBezTo>
                  <a:cubicBezTo>
                    <a:pt x="9787" y="1138"/>
                    <a:pt x="10315" y="1253"/>
                    <a:pt x="10812" y="1497"/>
                  </a:cubicBezTo>
                  <a:cubicBezTo>
                    <a:pt x="10488" y="1739"/>
                    <a:pt x="10174" y="1996"/>
                    <a:pt x="9880" y="2259"/>
                  </a:cubicBezTo>
                  <a:cubicBezTo>
                    <a:pt x="9845" y="2290"/>
                    <a:pt x="9811" y="2323"/>
                    <a:pt x="9777" y="2356"/>
                  </a:cubicBezTo>
                  <a:cubicBezTo>
                    <a:pt x="9795" y="2326"/>
                    <a:pt x="9795" y="2287"/>
                    <a:pt x="9762" y="2266"/>
                  </a:cubicBezTo>
                  <a:cubicBezTo>
                    <a:pt x="9330" y="1986"/>
                    <a:pt x="8732" y="1780"/>
                    <a:pt x="8170" y="1780"/>
                  </a:cubicBezTo>
                  <a:cubicBezTo>
                    <a:pt x="8094" y="1780"/>
                    <a:pt x="8019" y="1784"/>
                    <a:pt x="7945" y="1791"/>
                  </a:cubicBezTo>
                  <a:cubicBezTo>
                    <a:pt x="8337" y="1525"/>
                    <a:pt x="8749" y="1305"/>
                    <a:pt x="9181" y="1132"/>
                  </a:cubicBezTo>
                  <a:close/>
                  <a:moveTo>
                    <a:pt x="8294" y="2015"/>
                  </a:moveTo>
                  <a:cubicBezTo>
                    <a:pt x="8380" y="2015"/>
                    <a:pt x="8467" y="2019"/>
                    <a:pt x="8554" y="2030"/>
                  </a:cubicBezTo>
                  <a:cubicBezTo>
                    <a:pt x="8963" y="2079"/>
                    <a:pt x="9335" y="2210"/>
                    <a:pt x="9706" y="2382"/>
                  </a:cubicBezTo>
                  <a:cubicBezTo>
                    <a:pt x="9714" y="2386"/>
                    <a:pt x="9721" y="2388"/>
                    <a:pt x="9728" y="2388"/>
                  </a:cubicBezTo>
                  <a:cubicBezTo>
                    <a:pt x="9736" y="2388"/>
                    <a:pt x="9744" y="2385"/>
                    <a:pt x="9752" y="2382"/>
                  </a:cubicBezTo>
                  <a:lnTo>
                    <a:pt x="9752" y="2382"/>
                  </a:lnTo>
                  <a:cubicBezTo>
                    <a:pt x="9557" y="2562"/>
                    <a:pt x="9371" y="2750"/>
                    <a:pt x="9196" y="2942"/>
                  </a:cubicBezTo>
                  <a:cubicBezTo>
                    <a:pt x="9191" y="2914"/>
                    <a:pt x="9176" y="2889"/>
                    <a:pt x="9148" y="2875"/>
                  </a:cubicBezTo>
                  <a:cubicBezTo>
                    <a:pt x="8661" y="2622"/>
                    <a:pt x="8130" y="2482"/>
                    <a:pt x="7595" y="2482"/>
                  </a:cubicBezTo>
                  <a:cubicBezTo>
                    <a:pt x="7411" y="2482"/>
                    <a:pt x="7227" y="2498"/>
                    <a:pt x="7044" y="2533"/>
                  </a:cubicBezTo>
                  <a:cubicBezTo>
                    <a:pt x="7212" y="2366"/>
                    <a:pt x="7397" y="2209"/>
                    <a:pt x="7589" y="2056"/>
                  </a:cubicBezTo>
                  <a:cubicBezTo>
                    <a:pt x="7826" y="2047"/>
                    <a:pt x="8058" y="2015"/>
                    <a:pt x="8294" y="2015"/>
                  </a:cubicBezTo>
                  <a:close/>
                  <a:moveTo>
                    <a:pt x="12367" y="868"/>
                  </a:moveTo>
                  <a:cubicBezTo>
                    <a:pt x="12076" y="1395"/>
                    <a:pt x="11953" y="1991"/>
                    <a:pt x="11856" y="2596"/>
                  </a:cubicBezTo>
                  <a:cubicBezTo>
                    <a:pt x="11835" y="2729"/>
                    <a:pt x="11812" y="2860"/>
                    <a:pt x="11793" y="2991"/>
                  </a:cubicBezTo>
                  <a:cubicBezTo>
                    <a:pt x="11636" y="2513"/>
                    <a:pt x="11334" y="2078"/>
                    <a:pt x="10968" y="1739"/>
                  </a:cubicBezTo>
                  <a:cubicBezTo>
                    <a:pt x="11415" y="1423"/>
                    <a:pt x="11883" y="1133"/>
                    <a:pt x="12367" y="868"/>
                  </a:cubicBezTo>
                  <a:close/>
                  <a:moveTo>
                    <a:pt x="7606" y="2726"/>
                  </a:moveTo>
                  <a:cubicBezTo>
                    <a:pt x="8095" y="2726"/>
                    <a:pt x="8574" y="2832"/>
                    <a:pt x="9045" y="3069"/>
                  </a:cubicBezTo>
                  <a:cubicBezTo>
                    <a:pt x="9053" y="3073"/>
                    <a:pt x="9061" y="3076"/>
                    <a:pt x="9070" y="3078"/>
                  </a:cubicBezTo>
                  <a:cubicBezTo>
                    <a:pt x="8873" y="3295"/>
                    <a:pt x="8688" y="3521"/>
                    <a:pt x="8510" y="3752"/>
                  </a:cubicBezTo>
                  <a:lnTo>
                    <a:pt x="8500" y="3742"/>
                  </a:lnTo>
                  <a:cubicBezTo>
                    <a:pt x="8081" y="3488"/>
                    <a:pt x="7623" y="3369"/>
                    <a:pt x="7162" y="3369"/>
                  </a:cubicBezTo>
                  <a:cubicBezTo>
                    <a:pt x="6817" y="3369"/>
                    <a:pt x="6471" y="3435"/>
                    <a:pt x="6137" y="3562"/>
                  </a:cubicBezTo>
                  <a:cubicBezTo>
                    <a:pt x="6329" y="3307"/>
                    <a:pt x="6536" y="3061"/>
                    <a:pt x="6754" y="2826"/>
                  </a:cubicBezTo>
                  <a:cubicBezTo>
                    <a:pt x="7042" y="2761"/>
                    <a:pt x="7326" y="2726"/>
                    <a:pt x="7606" y="2726"/>
                  </a:cubicBezTo>
                  <a:close/>
                  <a:moveTo>
                    <a:pt x="7086" y="3587"/>
                  </a:moveTo>
                  <a:cubicBezTo>
                    <a:pt x="7532" y="3587"/>
                    <a:pt x="7976" y="3699"/>
                    <a:pt x="8399" y="3899"/>
                  </a:cubicBezTo>
                  <a:cubicBezTo>
                    <a:pt x="8191" y="4177"/>
                    <a:pt x="7990" y="4464"/>
                    <a:pt x="7800" y="4758"/>
                  </a:cubicBezTo>
                  <a:cubicBezTo>
                    <a:pt x="7790" y="4748"/>
                    <a:pt x="7780" y="4740"/>
                    <a:pt x="7765" y="4734"/>
                  </a:cubicBezTo>
                  <a:cubicBezTo>
                    <a:pt x="7219" y="4528"/>
                    <a:pt x="6648" y="4435"/>
                    <a:pt x="6072" y="4435"/>
                  </a:cubicBezTo>
                  <a:cubicBezTo>
                    <a:pt x="5891" y="4435"/>
                    <a:pt x="5709" y="4444"/>
                    <a:pt x="5527" y="4462"/>
                  </a:cubicBezTo>
                  <a:cubicBezTo>
                    <a:pt x="5661" y="4241"/>
                    <a:pt x="5802" y="4027"/>
                    <a:pt x="5951" y="3817"/>
                  </a:cubicBezTo>
                  <a:cubicBezTo>
                    <a:pt x="5961" y="3820"/>
                    <a:pt x="5972" y="3823"/>
                    <a:pt x="5983" y="3823"/>
                  </a:cubicBezTo>
                  <a:cubicBezTo>
                    <a:pt x="5994" y="3823"/>
                    <a:pt x="6005" y="3820"/>
                    <a:pt x="6018" y="3816"/>
                  </a:cubicBezTo>
                  <a:cubicBezTo>
                    <a:pt x="6368" y="3659"/>
                    <a:pt x="6728" y="3587"/>
                    <a:pt x="7086" y="3587"/>
                  </a:cubicBezTo>
                  <a:close/>
                  <a:moveTo>
                    <a:pt x="10762" y="1893"/>
                  </a:moveTo>
                  <a:cubicBezTo>
                    <a:pt x="11246" y="2333"/>
                    <a:pt x="11523" y="2855"/>
                    <a:pt x="11712" y="3456"/>
                  </a:cubicBezTo>
                  <a:cubicBezTo>
                    <a:pt x="11622" y="3932"/>
                    <a:pt x="11511" y="4405"/>
                    <a:pt x="11349" y="4871"/>
                  </a:cubicBezTo>
                  <a:cubicBezTo>
                    <a:pt x="11334" y="4905"/>
                    <a:pt x="11320" y="4941"/>
                    <a:pt x="11308" y="4977"/>
                  </a:cubicBezTo>
                  <a:cubicBezTo>
                    <a:pt x="11112" y="4046"/>
                    <a:pt x="10711" y="3145"/>
                    <a:pt x="10148" y="2382"/>
                  </a:cubicBezTo>
                  <a:cubicBezTo>
                    <a:pt x="10346" y="2210"/>
                    <a:pt x="10551" y="2048"/>
                    <a:pt x="10762" y="1893"/>
                  </a:cubicBezTo>
                  <a:close/>
                  <a:moveTo>
                    <a:pt x="6023" y="4652"/>
                  </a:moveTo>
                  <a:cubicBezTo>
                    <a:pt x="6592" y="4652"/>
                    <a:pt x="7146" y="4734"/>
                    <a:pt x="7711" y="4884"/>
                  </a:cubicBezTo>
                  <a:lnTo>
                    <a:pt x="7716" y="4884"/>
                  </a:lnTo>
                  <a:cubicBezTo>
                    <a:pt x="7638" y="5007"/>
                    <a:pt x="7561" y="5130"/>
                    <a:pt x="7486" y="5254"/>
                  </a:cubicBezTo>
                  <a:cubicBezTo>
                    <a:pt x="7489" y="5220"/>
                    <a:pt x="7472" y="5184"/>
                    <a:pt x="7430" y="5167"/>
                  </a:cubicBezTo>
                  <a:cubicBezTo>
                    <a:pt x="7004" y="5014"/>
                    <a:pt x="6566" y="4941"/>
                    <a:pt x="6125" y="4941"/>
                  </a:cubicBezTo>
                  <a:cubicBezTo>
                    <a:pt x="5814" y="4941"/>
                    <a:pt x="5500" y="4978"/>
                    <a:pt x="5190" y="5048"/>
                  </a:cubicBezTo>
                  <a:cubicBezTo>
                    <a:pt x="5257" y="4927"/>
                    <a:pt x="5325" y="4806"/>
                    <a:pt x="5394" y="4684"/>
                  </a:cubicBezTo>
                  <a:lnTo>
                    <a:pt x="5399" y="4684"/>
                  </a:lnTo>
                  <a:cubicBezTo>
                    <a:pt x="5610" y="4662"/>
                    <a:pt x="5817" y="4652"/>
                    <a:pt x="6023" y="4652"/>
                  </a:cubicBezTo>
                  <a:close/>
                  <a:moveTo>
                    <a:pt x="6110" y="5154"/>
                  </a:moveTo>
                  <a:cubicBezTo>
                    <a:pt x="6531" y="5154"/>
                    <a:pt x="6950" y="5217"/>
                    <a:pt x="7374" y="5334"/>
                  </a:cubicBezTo>
                  <a:cubicBezTo>
                    <a:pt x="7383" y="5336"/>
                    <a:pt x="7391" y="5337"/>
                    <a:pt x="7398" y="5337"/>
                  </a:cubicBezTo>
                  <a:cubicBezTo>
                    <a:pt x="7415" y="5337"/>
                    <a:pt x="7431" y="5333"/>
                    <a:pt x="7443" y="5326"/>
                  </a:cubicBezTo>
                  <a:lnTo>
                    <a:pt x="7443" y="5326"/>
                  </a:lnTo>
                  <a:cubicBezTo>
                    <a:pt x="7271" y="5607"/>
                    <a:pt x="7106" y="5894"/>
                    <a:pt x="6942" y="6182"/>
                  </a:cubicBezTo>
                  <a:cubicBezTo>
                    <a:pt x="6916" y="6229"/>
                    <a:pt x="6887" y="6278"/>
                    <a:pt x="6860" y="6327"/>
                  </a:cubicBezTo>
                  <a:cubicBezTo>
                    <a:pt x="6457" y="6131"/>
                    <a:pt x="5990" y="6017"/>
                    <a:pt x="5529" y="6017"/>
                  </a:cubicBezTo>
                  <a:cubicBezTo>
                    <a:pt x="5222" y="6017"/>
                    <a:pt x="4917" y="6067"/>
                    <a:pt x="4635" y="6179"/>
                  </a:cubicBezTo>
                  <a:cubicBezTo>
                    <a:pt x="4664" y="6108"/>
                    <a:pt x="4695" y="6038"/>
                    <a:pt x="4728" y="5969"/>
                  </a:cubicBezTo>
                  <a:cubicBezTo>
                    <a:pt x="4836" y="5737"/>
                    <a:pt x="4951" y="5506"/>
                    <a:pt x="5072" y="5277"/>
                  </a:cubicBezTo>
                  <a:cubicBezTo>
                    <a:pt x="5076" y="5277"/>
                    <a:pt x="5080" y="5278"/>
                    <a:pt x="5085" y="5278"/>
                  </a:cubicBezTo>
                  <a:cubicBezTo>
                    <a:pt x="5093" y="5278"/>
                    <a:pt x="5101" y="5277"/>
                    <a:pt x="5109" y="5274"/>
                  </a:cubicBezTo>
                  <a:cubicBezTo>
                    <a:pt x="5446" y="5193"/>
                    <a:pt x="5779" y="5154"/>
                    <a:pt x="6110" y="5154"/>
                  </a:cubicBezTo>
                  <a:close/>
                  <a:moveTo>
                    <a:pt x="5512" y="6265"/>
                  </a:moveTo>
                  <a:cubicBezTo>
                    <a:pt x="5932" y="6265"/>
                    <a:pt x="6337" y="6325"/>
                    <a:pt x="6775" y="6476"/>
                  </a:cubicBezTo>
                  <a:cubicBezTo>
                    <a:pt x="6581" y="6820"/>
                    <a:pt x="6383" y="7172"/>
                    <a:pt x="6170" y="7520"/>
                  </a:cubicBezTo>
                  <a:cubicBezTo>
                    <a:pt x="5751" y="7293"/>
                    <a:pt x="5247" y="7143"/>
                    <a:pt x="4754" y="7143"/>
                  </a:cubicBezTo>
                  <a:cubicBezTo>
                    <a:pt x="4577" y="7143"/>
                    <a:pt x="4401" y="7162"/>
                    <a:pt x="4231" y="7205"/>
                  </a:cubicBezTo>
                  <a:cubicBezTo>
                    <a:pt x="4349" y="6894"/>
                    <a:pt x="4461" y="6589"/>
                    <a:pt x="4581" y="6303"/>
                  </a:cubicBezTo>
                  <a:cubicBezTo>
                    <a:pt x="4596" y="6322"/>
                    <a:pt x="4618" y="6335"/>
                    <a:pt x="4643" y="6335"/>
                  </a:cubicBezTo>
                  <a:cubicBezTo>
                    <a:pt x="4646" y="6335"/>
                    <a:pt x="4648" y="6334"/>
                    <a:pt x="4651" y="6334"/>
                  </a:cubicBezTo>
                  <a:cubicBezTo>
                    <a:pt x="4954" y="6291"/>
                    <a:pt x="5237" y="6265"/>
                    <a:pt x="5512" y="6265"/>
                  </a:cubicBezTo>
                  <a:close/>
                  <a:moveTo>
                    <a:pt x="9975" y="2533"/>
                  </a:moveTo>
                  <a:cubicBezTo>
                    <a:pt x="10501" y="3392"/>
                    <a:pt x="10911" y="4262"/>
                    <a:pt x="11218" y="5216"/>
                  </a:cubicBezTo>
                  <a:cubicBezTo>
                    <a:pt x="11104" y="5508"/>
                    <a:pt x="10976" y="5792"/>
                    <a:pt x="10837" y="6071"/>
                  </a:cubicBezTo>
                  <a:cubicBezTo>
                    <a:pt x="10696" y="4999"/>
                    <a:pt x="10156" y="4022"/>
                    <a:pt x="9317" y="3315"/>
                  </a:cubicBezTo>
                  <a:cubicBezTo>
                    <a:pt x="9298" y="3299"/>
                    <a:pt x="9280" y="3292"/>
                    <a:pt x="9262" y="3292"/>
                  </a:cubicBezTo>
                  <a:cubicBezTo>
                    <a:pt x="9188" y="3292"/>
                    <a:pt x="9133" y="3409"/>
                    <a:pt x="9207" y="3475"/>
                  </a:cubicBezTo>
                  <a:cubicBezTo>
                    <a:pt x="10058" y="4220"/>
                    <a:pt x="10572" y="5239"/>
                    <a:pt x="10695" y="6345"/>
                  </a:cubicBezTo>
                  <a:cubicBezTo>
                    <a:pt x="10475" y="6753"/>
                    <a:pt x="10230" y="7146"/>
                    <a:pt x="9958" y="7520"/>
                  </a:cubicBezTo>
                  <a:cubicBezTo>
                    <a:pt x="9994" y="6375"/>
                    <a:pt x="9269" y="5048"/>
                    <a:pt x="8458" y="4374"/>
                  </a:cubicBezTo>
                  <a:cubicBezTo>
                    <a:pt x="8445" y="4362"/>
                    <a:pt x="8430" y="4358"/>
                    <a:pt x="8416" y="4358"/>
                  </a:cubicBezTo>
                  <a:cubicBezTo>
                    <a:pt x="8405" y="4358"/>
                    <a:pt x="8394" y="4360"/>
                    <a:pt x="8384" y="4365"/>
                  </a:cubicBezTo>
                  <a:cubicBezTo>
                    <a:pt x="8636" y="3997"/>
                    <a:pt x="8906" y="3639"/>
                    <a:pt x="9209" y="3302"/>
                  </a:cubicBezTo>
                  <a:cubicBezTo>
                    <a:pt x="9454" y="3028"/>
                    <a:pt x="9709" y="2773"/>
                    <a:pt x="9975" y="2533"/>
                  </a:cubicBezTo>
                  <a:close/>
                  <a:moveTo>
                    <a:pt x="8330" y="4442"/>
                  </a:moveTo>
                  <a:lnTo>
                    <a:pt x="8330" y="4442"/>
                  </a:lnTo>
                  <a:cubicBezTo>
                    <a:pt x="8328" y="4460"/>
                    <a:pt x="8333" y="4478"/>
                    <a:pt x="8348" y="4495"/>
                  </a:cubicBezTo>
                  <a:cubicBezTo>
                    <a:pt x="8782" y="4992"/>
                    <a:pt x="9160" y="5499"/>
                    <a:pt x="9412" y="6115"/>
                  </a:cubicBezTo>
                  <a:cubicBezTo>
                    <a:pt x="9641" y="6671"/>
                    <a:pt x="9665" y="7216"/>
                    <a:pt x="9754" y="7786"/>
                  </a:cubicBezTo>
                  <a:cubicBezTo>
                    <a:pt x="9608" y="7980"/>
                    <a:pt x="9454" y="8165"/>
                    <a:pt x="9294" y="8342"/>
                  </a:cubicBezTo>
                  <a:cubicBezTo>
                    <a:pt x="9313" y="7154"/>
                    <a:pt x="8939" y="5745"/>
                    <a:pt x="8107" y="4946"/>
                  </a:cubicBezTo>
                  <a:cubicBezTo>
                    <a:pt x="8088" y="4929"/>
                    <a:pt x="8066" y="4923"/>
                    <a:pt x="8045" y="4923"/>
                  </a:cubicBezTo>
                  <a:cubicBezTo>
                    <a:pt x="8036" y="4923"/>
                    <a:pt x="8026" y="4924"/>
                    <a:pt x="8017" y="4927"/>
                  </a:cubicBezTo>
                  <a:cubicBezTo>
                    <a:pt x="8119" y="4763"/>
                    <a:pt x="8224" y="4601"/>
                    <a:pt x="8330" y="4442"/>
                  </a:cubicBezTo>
                  <a:close/>
                  <a:moveTo>
                    <a:pt x="4654" y="7393"/>
                  </a:moveTo>
                  <a:cubicBezTo>
                    <a:pt x="5138" y="7393"/>
                    <a:pt x="5588" y="7461"/>
                    <a:pt x="6067" y="7687"/>
                  </a:cubicBezTo>
                  <a:cubicBezTo>
                    <a:pt x="5887" y="7974"/>
                    <a:pt x="5697" y="8255"/>
                    <a:pt x="5494" y="8522"/>
                  </a:cubicBezTo>
                  <a:cubicBezTo>
                    <a:pt x="5486" y="8519"/>
                    <a:pt x="5478" y="8512"/>
                    <a:pt x="5469" y="8509"/>
                  </a:cubicBezTo>
                  <a:cubicBezTo>
                    <a:pt x="5110" y="8359"/>
                    <a:pt x="4734" y="8293"/>
                    <a:pt x="4355" y="8293"/>
                  </a:cubicBezTo>
                  <a:cubicBezTo>
                    <a:pt x="4148" y="8293"/>
                    <a:pt x="3940" y="8313"/>
                    <a:pt x="3733" y="8348"/>
                  </a:cubicBezTo>
                  <a:cubicBezTo>
                    <a:pt x="3889" y="8047"/>
                    <a:pt x="4025" y="7732"/>
                    <a:pt x="4151" y="7412"/>
                  </a:cubicBezTo>
                  <a:cubicBezTo>
                    <a:pt x="4324" y="7400"/>
                    <a:pt x="4491" y="7393"/>
                    <a:pt x="4654" y="7393"/>
                  </a:cubicBezTo>
                  <a:close/>
                  <a:moveTo>
                    <a:pt x="4223" y="8516"/>
                  </a:moveTo>
                  <a:cubicBezTo>
                    <a:pt x="4608" y="8516"/>
                    <a:pt x="4987" y="8579"/>
                    <a:pt x="5371" y="8682"/>
                  </a:cubicBezTo>
                  <a:cubicBezTo>
                    <a:pt x="5286" y="8790"/>
                    <a:pt x="5196" y="8895"/>
                    <a:pt x="5106" y="8996"/>
                  </a:cubicBezTo>
                  <a:cubicBezTo>
                    <a:pt x="4769" y="8865"/>
                    <a:pt x="4416" y="8805"/>
                    <a:pt x="4059" y="8805"/>
                  </a:cubicBezTo>
                  <a:cubicBezTo>
                    <a:pt x="3848" y="8805"/>
                    <a:pt x="3635" y="8826"/>
                    <a:pt x="3424" y="8866"/>
                  </a:cubicBezTo>
                  <a:cubicBezTo>
                    <a:pt x="3489" y="8772"/>
                    <a:pt x="3552" y="8672"/>
                    <a:pt x="3610" y="8571"/>
                  </a:cubicBezTo>
                  <a:cubicBezTo>
                    <a:pt x="3818" y="8533"/>
                    <a:pt x="4021" y="8516"/>
                    <a:pt x="4223" y="8516"/>
                  </a:cubicBezTo>
                  <a:close/>
                  <a:moveTo>
                    <a:pt x="7962" y="5015"/>
                  </a:moveTo>
                  <a:cubicBezTo>
                    <a:pt x="7963" y="5023"/>
                    <a:pt x="7963" y="5031"/>
                    <a:pt x="7968" y="5040"/>
                  </a:cubicBezTo>
                  <a:cubicBezTo>
                    <a:pt x="8271" y="5650"/>
                    <a:pt x="8643" y="6187"/>
                    <a:pt x="8844" y="6851"/>
                  </a:cubicBezTo>
                  <a:cubicBezTo>
                    <a:pt x="9011" y="7406"/>
                    <a:pt x="9083" y="7970"/>
                    <a:pt x="9106" y="8543"/>
                  </a:cubicBezTo>
                  <a:cubicBezTo>
                    <a:pt x="9048" y="8609"/>
                    <a:pt x="8988" y="8669"/>
                    <a:pt x="8927" y="8731"/>
                  </a:cubicBezTo>
                  <a:cubicBezTo>
                    <a:pt x="8726" y="8934"/>
                    <a:pt x="8513" y="9126"/>
                    <a:pt x="8296" y="9314"/>
                  </a:cubicBezTo>
                  <a:cubicBezTo>
                    <a:pt x="8355" y="8301"/>
                    <a:pt x="7978" y="7324"/>
                    <a:pt x="7266" y="6583"/>
                  </a:cubicBezTo>
                  <a:cubicBezTo>
                    <a:pt x="7244" y="6560"/>
                    <a:pt x="7218" y="6550"/>
                    <a:pt x="7192" y="6550"/>
                  </a:cubicBezTo>
                  <a:cubicBezTo>
                    <a:pt x="7113" y="6550"/>
                    <a:pt x="7041" y="6643"/>
                    <a:pt x="7109" y="6720"/>
                  </a:cubicBezTo>
                  <a:cubicBezTo>
                    <a:pt x="7782" y="7489"/>
                    <a:pt x="8119" y="8448"/>
                    <a:pt x="8119" y="9460"/>
                  </a:cubicBezTo>
                  <a:cubicBezTo>
                    <a:pt x="7703" y="9798"/>
                    <a:pt x="7258" y="10108"/>
                    <a:pt x="6792" y="10376"/>
                  </a:cubicBezTo>
                  <a:cubicBezTo>
                    <a:pt x="7171" y="9430"/>
                    <a:pt x="7078" y="8334"/>
                    <a:pt x="6554" y="7457"/>
                  </a:cubicBezTo>
                  <a:cubicBezTo>
                    <a:pt x="7036" y="6648"/>
                    <a:pt x="7471" y="5814"/>
                    <a:pt x="7962" y="5015"/>
                  </a:cubicBezTo>
                  <a:close/>
                  <a:moveTo>
                    <a:pt x="4077" y="8984"/>
                  </a:moveTo>
                  <a:cubicBezTo>
                    <a:pt x="4388" y="8984"/>
                    <a:pt x="4694" y="9029"/>
                    <a:pt x="5003" y="9108"/>
                  </a:cubicBezTo>
                  <a:cubicBezTo>
                    <a:pt x="4599" y="9540"/>
                    <a:pt x="4141" y="9910"/>
                    <a:pt x="3601" y="10171"/>
                  </a:cubicBezTo>
                  <a:cubicBezTo>
                    <a:pt x="3388" y="10273"/>
                    <a:pt x="3159" y="10358"/>
                    <a:pt x="2918" y="10415"/>
                  </a:cubicBezTo>
                  <a:cubicBezTo>
                    <a:pt x="2938" y="10399"/>
                    <a:pt x="2949" y="10376"/>
                    <a:pt x="2946" y="10345"/>
                  </a:cubicBezTo>
                  <a:cubicBezTo>
                    <a:pt x="2907" y="10075"/>
                    <a:pt x="2742" y="9854"/>
                    <a:pt x="2514" y="9731"/>
                  </a:cubicBezTo>
                  <a:cubicBezTo>
                    <a:pt x="2841" y="9545"/>
                    <a:pt x="3108" y="9289"/>
                    <a:pt x="3332" y="8993"/>
                  </a:cubicBezTo>
                  <a:cubicBezTo>
                    <a:pt x="3345" y="9027"/>
                    <a:pt x="3372" y="9052"/>
                    <a:pt x="3412" y="9052"/>
                  </a:cubicBezTo>
                  <a:cubicBezTo>
                    <a:pt x="3419" y="9052"/>
                    <a:pt x="3425" y="9052"/>
                    <a:pt x="3432" y="9050"/>
                  </a:cubicBezTo>
                  <a:cubicBezTo>
                    <a:pt x="3651" y="9005"/>
                    <a:pt x="3865" y="8984"/>
                    <a:pt x="4077" y="8984"/>
                  </a:cubicBezTo>
                  <a:close/>
                  <a:moveTo>
                    <a:pt x="328" y="9168"/>
                  </a:moveTo>
                  <a:lnTo>
                    <a:pt x="328" y="9168"/>
                  </a:lnTo>
                  <a:cubicBezTo>
                    <a:pt x="423" y="9419"/>
                    <a:pt x="611" y="9633"/>
                    <a:pt x="861" y="9787"/>
                  </a:cubicBezTo>
                  <a:cubicBezTo>
                    <a:pt x="958" y="9846"/>
                    <a:pt x="1059" y="9892"/>
                    <a:pt x="1164" y="9923"/>
                  </a:cubicBezTo>
                  <a:cubicBezTo>
                    <a:pt x="1231" y="9988"/>
                    <a:pt x="1310" y="10050"/>
                    <a:pt x="1369" y="10122"/>
                  </a:cubicBezTo>
                  <a:cubicBezTo>
                    <a:pt x="1449" y="10214"/>
                    <a:pt x="1509" y="10315"/>
                    <a:pt x="1557" y="10427"/>
                  </a:cubicBezTo>
                  <a:cubicBezTo>
                    <a:pt x="1334" y="10368"/>
                    <a:pt x="1120" y="10276"/>
                    <a:pt x="923" y="10142"/>
                  </a:cubicBezTo>
                  <a:cubicBezTo>
                    <a:pt x="593" y="9919"/>
                    <a:pt x="331" y="9564"/>
                    <a:pt x="328" y="9168"/>
                  </a:cubicBezTo>
                  <a:close/>
                  <a:moveTo>
                    <a:pt x="2306" y="9836"/>
                  </a:moveTo>
                  <a:cubicBezTo>
                    <a:pt x="2548" y="9913"/>
                    <a:pt x="2742" y="10124"/>
                    <a:pt x="2794" y="10376"/>
                  </a:cubicBezTo>
                  <a:cubicBezTo>
                    <a:pt x="2800" y="10409"/>
                    <a:pt x="2823" y="10425"/>
                    <a:pt x="2846" y="10430"/>
                  </a:cubicBezTo>
                  <a:cubicBezTo>
                    <a:pt x="2630" y="10478"/>
                    <a:pt x="2409" y="10505"/>
                    <a:pt x="2190" y="10505"/>
                  </a:cubicBezTo>
                  <a:cubicBezTo>
                    <a:pt x="2030" y="10505"/>
                    <a:pt x="1870" y="10491"/>
                    <a:pt x="1714" y="10461"/>
                  </a:cubicBezTo>
                  <a:lnTo>
                    <a:pt x="1714" y="10456"/>
                  </a:lnTo>
                  <a:cubicBezTo>
                    <a:pt x="1670" y="10309"/>
                    <a:pt x="1590" y="10129"/>
                    <a:pt x="1477" y="9983"/>
                  </a:cubicBezTo>
                  <a:lnTo>
                    <a:pt x="1477" y="9983"/>
                  </a:lnTo>
                  <a:cubicBezTo>
                    <a:pt x="1518" y="9987"/>
                    <a:pt x="1559" y="9988"/>
                    <a:pt x="1600" y="9988"/>
                  </a:cubicBezTo>
                  <a:cubicBezTo>
                    <a:pt x="1840" y="9988"/>
                    <a:pt x="2080" y="9932"/>
                    <a:pt x="2306" y="9836"/>
                  </a:cubicBezTo>
                  <a:close/>
                  <a:moveTo>
                    <a:pt x="6430" y="7666"/>
                  </a:moveTo>
                  <a:cubicBezTo>
                    <a:pt x="6833" y="8538"/>
                    <a:pt x="6906" y="9458"/>
                    <a:pt x="6661" y="10402"/>
                  </a:cubicBezTo>
                  <a:cubicBezTo>
                    <a:pt x="6656" y="10420"/>
                    <a:pt x="6659" y="10435"/>
                    <a:pt x="6664" y="10448"/>
                  </a:cubicBezTo>
                  <a:cubicBezTo>
                    <a:pt x="6489" y="10543"/>
                    <a:pt x="6311" y="10638"/>
                    <a:pt x="6129" y="10721"/>
                  </a:cubicBezTo>
                  <a:cubicBezTo>
                    <a:pt x="6365" y="9954"/>
                    <a:pt x="6317" y="9126"/>
                    <a:pt x="5952" y="8396"/>
                  </a:cubicBezTo>
                  <a:cubicBezTo>
                    <a:pt x="6100" y="8185"/>
                    <a:pt x="6242" y="7972"/>
                    <a:pt x="6373" y="7759"/>
                  </a:cubicBezTo>
                  <a:cubicBezTo>
                    <a:pt x="6391" y="7728"/>
                    <a:pt x="6409" y="7699"/>
                    <a:pt x="6430" y="7666"/>
                  </a:cubicBezTo>
                  <a:close/>
                  <a:moveTo>
                    <a:pt x="1040" y="10571"/>
                  </a:moveTo>
                  <a:lnTo>
                    <a:pt x="1040" y="10571"/>
                  </a:lnTo>
                  <a:cubicBezTo>
                    <a:pt x="1311" y="10685"/>
                    <a:pt x="1614" y="10754"/>
                    <a:pt x="1915" y="10783"/>
                  </a:cubicBezTo>
                  <a:cubicBezTo>
                    <a:pt x="1905" y="10792"/>
                    <a:pt x="1894" y="10801"/>
                    <a:pt x="1882" y="10810"/>
                  </a:cubicBezTo>
                  <a:cubicBezTo>
                    <a:pt x="1815" y="10867"/>
                    <a:pt x="1750" y="10927"/>
                    <a:pt x="1681" y="10988"/>
                  </a:cubicBezTo>
                  <a:cubicBezTo>
                    <a:pt x="1450" y="10870"/>
                    <a:pt x="1238" y="10731"/>
                    <a:pt x="1040" y="10571"/>
                  </a:cubicBezTo>
                  <a:close/>
                  <a:moveTo>
                    <a:pt x="5811" y="8600"/>
                  </a:moveTo>
                  <a:cubicBezTo>
                    <a:pt x="6064" y="9338"/>
                    <a:pt x="6100" y="10081"/>
                    <a:pt x="5883" y="10834"/>
                  </a:cubicBezTo>
                  <a:cubicBezTo>
                    <a:pt x="5532" y="10981"/>
                    <a:pt x="5173" y="11106"/>
                    <a:pt x="4807" y="11201"/>
                  </a:cubicBezTo>
                  <a:cubicBezTo>
                    <a:pt x="4731" y="11220"/>
                    <a:pt x="4655" y="11237"/>
                    <a:pt x="4578" y="11255"/>
                  </a:cubicBezTo>
                  <a:cubicBezTo>
                    <a:pt x="4774" y="10810"/>
                    <a:pt x="4869" y="10302"/>
                    <a:pt x="4758" y="9829"/>
                  </a:cubicBezTo>
                  <a:cubicBezTo>
                    <a:pt x="4754" y="9811"/>
                    <a:pt x="4745" y="9798"/>
                    <a:pt x="4731" y="9790"/>
                  </a:cubicBezTo>
                  <a:cubicBezTo>
                    <a:pt x="5134" y="9443"/>
                    <a:pt x="5492" y="9032"/>
                    <a:pt x="5811" y="8600"/>
                  </a:cubicBezTo>
                  <a:close/>
                  <a:moveTo>
                    <a:pt x="3519" y="10551"/>
                  </a:moveTo>
                  <a:cubicBezTo>
                    <a:pt x="3489" y="10693"/>
                    <a:pt x="3468" y="10836"/>
                    <a:pt x="3406" y="10973"/>
                  </a:cubicBezTo>
                  <a:cubicBezTo>
                    <a:pt x="3337" y="11124"/>
                    <a:pt x="3236" y="11258"/>
                    <a:pt x="3118" y="11373"/>
                  </a:cubicBezTo>
                  <a:cubicBezTo>
                    <a:pt x="2797" y="11348"/>
                    <a:pt x="2478" y="11291"/>
                    <a:pt x="2169" y="11189"/>
                  </a:cubicBezTo>
                  <a:cubicBezTo>
                    <a:pt x="2061" y="11155"/>
                    <a:pt x="1956" y="11114"/>
                    <a:pt x="1853" y="11070"/>
                  </a:cubicBezTo>
                  <a:cubicBezTo>
                    <a:pt x="1899" y="11031"/>
                    <a:pt x="1940" y="10990"/>
                    <a:pt x="1979" y="10959"/>
                  </a:cubicBezTo>
                  <a:cubicBezTo>
                    <a:pt x="2041" y="10908"/>
                    <a:pt x="2112" y="10857"/>
                    <a:pt x="2177" y="10801"/>
                  </a:cubicBezTo>
                  <a:cubicBezTo>
                    <a:pt x="2208" y="10802"/>
                    <a:pt x="2240" y="10803"/>
                    <a:pt x="2271" y="10803"/>
                  </a:cubicBezTo>
                  <a:cubicBezTo>
                    <a:pt x="2549" y="10803"/>
                    <a:pt x="2817" y="10770"/>
                    <a:pt x="3048" y="10711"/>
                  </a:cubicBezTo>
                  <a:cubicBezTo>
                    <a:pt x="3211" y="10669"/>
                    <a:pt x="3367" y="10615"/>
                    <a:pt x="3519" y="10551"/>
                  </a:cubicBezTo>
                  <a:close/>
                  <a:moveTo>
                    <a:pt x="4633" y="9872"/>
                  </a:moveTo>
                  <a:lnTo>
                    <a:pt x="4633" y="9872"/>
                  </a:lnTo>
                  <a:cubicBezTo>
                    <a:pt x="4571" y="10366"/>
                    <a:pt x="4519" y="10829"/>
                    <a:pt x="4371" y="11299"/>
                  </a:cubicBezTo>
                  <a:cubicBezTo>
                    <a:pt x="4067" y="11352"/>
                    <a:pt x="3756" y="11384"/>
                    <a:pt x="3447" y="11384"/>
                  </a:cubicBezTo>
                  <a:cubicBezTo>
                    <a:pt x="3412" y="11384"/>
                    <a:pt x="3377" y="11383"/>
                    <a:pt x="3342" y="11382"/>
                  </a:cubicBezTo>
                  <a:cubicBezTo>
                    <a:pt x="3584" y="11140"/>
                    <a:pt x="3758" y="10793"/>
                    <a:pt x="3694" y="10474"/>
                  </a:cubicBezTo>
                  <a:cubicBezTo>
                    <a:pt x="4033" y="10317"/>
                    <a:pt x="4345" y="10109"/>
                    <a:pt x="4633" y="9872"/>
                  </a:cubicBezTo>
                  <a:close/>
                  <a:moveTo>
                    <a:pt x="13712" y="1"/>
                  </a:moveTo>
                  <a:cubicBezTo>
                    <a:pt x="13705" y="1"/>
                    <a:pt x="13697" y="2"/>
                    <a:pt x="13689" y="4"/>
                  </a:cubicBezTo>
                  <a:cubicBezTo>
                    <a:pt x="13346" y="103"/>
                    <a:pt x="13009" y="230"/>
                    <a:pt x="12678" y="379"/>
                  </a:cubicBezTo>
                  <a:cubicBezTo>
                    <a:pt x="12658" y="364"/>
                    <a:pt x="12635" y="355"/>
                    <a:pt x="12608" y="351"/>
                  </a:cubicBezTo>
                  <a:cubicBezTo>
                    <a:pt x="12316" y="313"/>
                    <a:pt x="12028" y="294"/>
                    <a:pt x="11742" y="294"/>
                  </a:cubicBezTo>
                  <a:cubicBezTo>
                    <a:pt x="9264" y="294"/>
                    <a:pt x="7031" y="1701"/>
                    <a:pt x="5630" y="3742"/>
                  </a:cubicBezTo>
                  <a:cubicBezTo>
                    <a:pt x="4844" y="4886"/>
                    <a:pt x="4286" y="6161"/>
                    <a:pt x="3771" y="7442"/>
                  </a:cubicBezTo>
                  <a:cubicBezTo>
                    <a:pt x="3462" y="8209"/>
                    <a:pt x="3113" y="9067"/>
                    <a:pt x="2347" y="9482"/>
                  </a:cubicBezTo>
                  <a:cubicBezTo>
                    <a:pt x="2126" y="9602"/>
                    <a:pt x="1879" y="9660"/>
                    <a:pt x="1638" y="9660"/>
                  </a:cubicBezTo>
                  <a:cubicBezTo>
                    <a:pt x="1069" y="9660"/>
                    <a:pt x="534" y="9335"/>
                    <a:pt x="454" y="8718"/>
                  </a:cubicBezTo>
                  <a:cubicBezTo>
                    <a:pt x="586" y="8512"/>
                    <a:pt x="813" y="8398"/>
                    <a:pt x="1034" y="8398"/>
                  </a:cubicBezTo>
                  <a:cubicBezTo>
                    <a:pt x="1263" y="8398"/>
                    <a:pt x="1485" y="8521"/>
                    <a:pt x="1588" y="8792"/>
                  </a:cubicBezTo>
                  <a:cubicBezTo>
                    <a:pt x="1605" y="8837"/>
                    <a:pt x="1644" y="8856"/>
                    <a:pt x="1685" y="8856"/>
                  </a:cubicBezTo>
                  <a:cubicBezTo>
                    <a:pt x="1756" y="8856"/>
                    <a:pt x="1832" y="8799"/>
                    <a:pt x="1809" y="8717"/>
                  </a:cubicBezTo>
                  <a:cubicBezTo>
                    <a:pt x="1699" y="8336"/>
                    <a:pt x="1354" y="8082"/>
                    <a:pt x="967" y="8082"/>
                  </a:cubicBezTo>
                  <a:cubicBezTo>
                    <a:pt x="903" y="8082"/>
                    <a:pt x="838" y="8089"/>
                    <a:pt x="773" y="8103"/>
                  </a:cubicBezTo>
                  <a:cubicBezTo>
                    <a:pt x="264" y="8216"/>
                    <a:pt x="1" y="8749"/>
                    <a:pt x="23" y="9237"/>
                  </a:cubicBezTo>
                  <a:cubicBezTo>
                    <a:pt x="30" y="9404"/>
                    <a:pt x="64" y="9556"/>
                    <a:pt x="117" y="9695"/>
                  </a:cubicBezTo>
                  <a:cubicBezTo>
                    <a:pt x="91" y="9716"/>
                    <a:pt x="74" y="9756"/>
                    <a:pt x="91" y="9795"/>
                  </a:cubicBezTo>
                  <a:cubicBezTo>
                    <a:pt x="519" y="10860"/>
                    <a:pt x="1737" y="11467"/>
                    <a:pt x="2822" y="11621"/>
                  </a:cubicBezTo>
                  <a:cubicBezTo>
                    <a:pt x="3035" y="11652"/>
                    <a:pt x="3250" y="11666"/>
                    <a:pt x="3464" y="11666"/>
                  </a:cubicBezTo>
                  <a:cubicBezTo>
                    <a:pt x="3746" y="11666"/>
                    <a:pt x="4027" y="11641"/>
                    <a:pt x="4306" y="11597"/>
                  </a:cubicBezTo>
                  <a:cubicBezTo>
                    <a:pt x="4320" y="11613"/>
                    <a:pt x="4340" y="11623"/>
                    <a:pt x="4361" y="11623"/>
                  </a:cubicBezTo>
                  <a:cubicBezTo>
                    <a:pt x="4380" y="11623"/>
                    <a:pt x="4399" y="11614"/>
                    <a:pt x="4411" y="11593"/>
                  </a:cubicBezTo>
                  <a:cubicBezTo>
                    <a:pt x="4412" y="11589"/>
                    <a:pt x="4417" y="11582"/>
                    <a:pt x="4419" y="11579"/>
                  </a:cubicBezTo>
                  <a:cubicBezTo>
                    <a:pt x="5280" y="11425"/>
                    <a:pt x="6119" y="11083"/>
                    <a:pt x="6872" y="10666"/>
                  </a:cubicBezTo>
                  <a:cubicBezTo>
                    <a:pt x="7716" y="10199"/>
                    <a:pt x="8487" y="9607"/>
                    <a:pt x="9168" y="8923"/>
                  </a:cubicBezTo>
                  <a:cubicBezTo>
                    <a:pt x="9177" y="8926"/>
                    <a:pt x="9186" y="8928"/>
                    <a:pt x="9196" y="8928"/>
                  </a:cubicBezTo>
                  <a:cubicBezTo>
                    <a:pt x="9228" y="8928"/>
                    <a:pt x="9259" y="8908"/>
                    <a:pt x="9264" y="8864"/>
                  </a:cubicBezTo>
                  <a:cubicBezTo>
                    <a:pt x="9266" y="8849"/>
                    <a:pt x="9266" y="8833"/>
                    <a:pt x="9269" y="8820"/>
                  </a:cubicBezTo>
                  <a:cubicBezTo>
                    <a:pt x="9858" y="8208"/>
                    <a:pt x="10375" y="7527"/>
                    <a:pt x="10803" y="6792"/>
                  </a:cubicBezTo>
                  <a:cubicBezTo>
                    <a:pt x="10805" y="6792"/>
                    <a:pt x="10808" y="6793"/>
                    <a:pt x="10810" y="6793"/>
                  </a:cubicBezTo>
                  <a:cubicBezTo>
                    <a:pt x="10846" y="6793"/>
                    <a:pt x="10878" y="6771"/>
                    <a:pt x="10881" y="6722"/>
                  </a:cubicBezTo>
                  <a:lnTo>
                    <a:pt x="10881" y="6656"/>
                  </a:lnTo>
                  <a:cubicBezTo>
                    <a:pt x="11148" y="6180"/>
                    <a:pt x="11380" y="5683"/>
                    <a:pt x="11570" y="5172"/>
                  </a:cubicBezTo>
                  <a:cubicBezTo>
                    <a:pt x="11811" y="4521"/>
                    <a:pt x="11974" y="3850"/>
                    <a:pt x="12084" y="3166"/>
                  </a:cubicBezTo>
                  <a:cubicBezTo>
                    <a:pt x="12223" y="2284"/>
                    <a:pt x="12313" y="1387"/>
                    <a:pt x="12850" y="643"/>
                  </a:cubicBezTo>
                  <a:cubicBezTo>
                    <a:pt x="12861" y="629"/>
                    <a:pt x="12866" y="615"/>
                    <a:pt x="12871" y="602"/>
                  </a:cubicBezTo>
                  <a:cubicBezTo>
                    <a:pt x="13159" y="454"/>
                    <a:pt x="13452" y="312"/>
                    <a:pt x="13750" y="171"/>
                  </a:cubicBezTo>
                  <a:cubicBezTo>
                    <a:pt x="13828" y="134"/>
                    <a:pt x="13794" y="1"/>
                    <a:pt x="13712" y="1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417;p33">
              <a:extLst>
                <a:ext uri="{FF2B5EF4-FFF2-40B4-BE49-F238E27FC236}">
                  <a16:creationId xmlns:a16="http://schemas.microsoft.com/office/drawing/2014/main" id="{59944E90-27D8-41F3-B218-A438FE6469EF}"/>
                </a:ext>
              </a:extLst>
            </p:cNvPr>
            <p:cNvSpPr/>
            <p:nvPr/>
          </p:nvSpPr>
          <p:spPr>
            <a:xfrm rot="19571255">
              <a:off x="6749858" y="1698797"/>
              <a:ext cx="728908" cy="614944"/>
            </a:xfrm>
            <a:custGeom>
              <a:avLst/>
              <a:gdLst/>
              <a:ahLst/>
              <a:cxnLst/>
              <a:rect l="l" t="t" r="r" b="b"/>
              <a:pathLst>
                <a:path w="13828" h="11666" extrusionOk="0">
                  <a:moveTo>
                    <a:pt x="11902" y="622"/>
                  </a:moveTo>
                  <a:cubicBezTo>
                    <a:pt x="11993" y="622"/>
                    <a:pt x="12084" y="623"/>
                    <a:pt x="12176" y="626"/>
                  </a:cubicBezTo>
                  <a:cubicBezTo>
                    <a:pt x="11748" y="854"/>
                    <a:pt x="11336" y="1117"/>
                    <a:pt x="10943" y="1400"/>
                  </a:cubicBezTo>
                  <a:cubicBezTo>
                    <a:pt x="10565" y="1156"/>
                    <a:pt x="10148" y="999"/>
                    <a:pt x="9708" y="944"/>
                  </a:cubicBezTo>
                  <a:cubicBezTo>
                    <a:pt x="10413" y="725"/>
                    <a:pt x="11153" y="622"/>
                    <a:pt x="11902" y="622"/>
                  </a:cubicBezTo>
                  <a:close/>
                  <a:moveTo>
                    <a:pt x="9181" y="1132"/>
                  </a:moveTo>
                  <a:cubicBezTo>
                    <a:pt x="9191" y="1137"/>
                    <a:pt x="9204" y="1138"/>
                    <a:pt x="9215" y="1138"/>
                  </a:cubicBezTo>
                  <a:cubicBezTo>
                    <a:pt x="9219" y="1138"/>
                    <a:pt x="9223" y="1138"/>
                    <a:pt x="9227" y="1138"/>
                  </a:cubicBezTo>
                  <a:cubicBezTo>
                    <a:pt x="9787" y="1138"/>
                    <a:pt x="10315" y="1253"/>
                    <a:pt x="10812" y="1497"/>
                  </a:cubicBezTo>
                  <a:cubicBezTo>
                    <a:pt x="10488" y="1739"/>
                    <a:pt x="10174" y="1996"/>
                    <a:pt x="9880" y="2259"/>
                  </a:cubicBezTo>
                  <a:cubicBezTo>
                    <a:pt x="9845" y="2290"/>
                    <a:pt x="9811" y="2323"/>
                    <a:pt x="9777" y="2356"/>
                  </a:cubicBezTo>
                  <a:cubicBezTo>
                    <a:pt x="9795" y="2326"/>
                    <a:pt x="9795" y="2287"/>
                    <a:pt x="9762" y="2266"/>
                  </a:cubicBezTo>
                  <a:cubicBezTo>
                    <a:pt x="9330" y="1986"/>
                    <a:pt x="8732" y="1780"/>
                    <a:pt x="8170" y="1780"/>
                  </a:cubicBezTo>
                  <a:cubicBezTo>
                    <a:pt x="8094" y="1780"/>
                    <a:pt x="8019" y="1784"/>
                    <a:pt x="7945" y="1791"/>
                  </a:cubicBezTo>
                  <a:cubicBezTo>
                    <a:pt x="8337" y="1525"/>
                    <a:pt x="8749" y="1305"/>
                    <a:pt x="9181" y="1132"/>
                  </a:cubicBezTo>
                  <a:close/>
                  <a:moveTo>
                    <a:pt x="8294" y="2015"/>
                  </a:moveTo>
                  <a:cubicBezTo>
                    <a:pt x="8380" y="2015"/>
                    <a:pt x="8467" y="2019"/>
                    <a:pt x="8554" y="2030"/>
                  </a:cubicBezTo>
                  <a:cubicBezTo>
                    <a:pt x="8963" y="2079"/>
                    <a:pt x="9335" y="2210"/>
                    <a:pt x="9706" y="2382"/>
                  </a:cubicBezTo>
                  <a:cubicBezTo>
                    <a:pt x="9714" y="2386"/>
                    <a:pt x="9721" y="2388"/>
                    <a:pt x="9728" y="2388"/>
                  </a:cubicBezTo>
                  <a:cubicBezTo>
                    <a:pt x="9736" y="2388"/>
                    <a:pt x="9744" y="2385"/>
                    <a:pt x="9752" y="2382"/>
                  </a:cubicBezTo>
                  <a:lnTo>
                    <a:pt x="9752" y="2382"/>
                  </a:lnTo>
                  <a:cubicBezTo>
                    <a:pt x="9557" y="2562"/>
                    <a:pt x="9371" y="2750"/>
                    <a:pt x="9196" y="2942"/>
                  </a:cubicBezTo>
                  <a:cubicBezTo>
                    <a:pt x="9191" y="2914"/>
                    <a:pt x="9176" y="2889"/>
                    <a:pt x="9148" y="2875"/>
                  </a:cubicBezTo>
                  <a:cubicBezTo>
                    <a:pt x="8661" y="2622"/>
                    <a:pt x="8130" y="2482"/>
                    <a:pt x="7595" y="2482"/>
                  </a:cubicBezTo>
                  <a:cubicBezTo>
                    <a:pt x="7411" y="2482"/>
                    <a:pt x="7227" y="2498"/>
                    <a:pt x="7044" y="2533"/>
                  </a:cubicBezTo>
                  <a:cubicBezTo>
                    <a:pt x="7212" y="2366"/>
                    <a:pt x="7397" y="2209"/>
                    <a:pt x="7589" y="2056"/>
                  </a:cubicBezTo>
                  <a:cubicBezTo>
                    <a:pt x="7826" y="2047"/>
                    <a:pt x="8058" y="2015"/>
                    <a:pt x="8294" y="2015"/>
                  </a:cubicBezTo>
                  <a:close/>
                  <a:moveTo>
                    <a:pt x="12367" y="868"/>
                  </a:moveTo>
                  <a:cubicBezTo>
                    <a:pt x="12076" y="1395"/>
                    <a:pt x="11953" y="1991"/>
                    <a:pt x="11856" y="2596"/>
                  </a:cubicBezTo>
                  <a:cubicBezTo>
                    <a:pt x="11835" y="2729"/>
                    <a:pt x="11812" y="2860"/>
                    <a:pt x="11793" y="2991"/>
                  </a:cubicBezTo>
                  <a:cubicBezTo>
                    <a:pt x="11636" y="2513"/>
                    <a:pt x="11334" y="2078"/>
                    <a:pt x="10968" y="1739"/>
                  </a:cubicBezTo>
                  <a:cubicBezTo>
                    <a:pt x="11415" y="1423"/>
                    <a:pt x="11883" y="1133"/>
                    <a:pt x="12367" y="868"/>
                  </a:cubicBezTo>
                  <a:close/>
                  <a:moveTo>
                    <a:pt x="7606" y="2726"/>
                  </a:moveTo>
                  <a:cubicBezTo>
                    <a:pt x="8095" y="2726"/>
                    <a:pt x="8574" y="2832"/>
                    <a:pt x="9045" y="3069"/>
                  </a:cubicBezTo>
                  <a:cubicBezTo>
                    <a:pt x="9053" y="3073"/>
                    <a:pt x="9061" y="3076"/>
                    <a:pt x="9070" y="3078"/>
                  </a:cubicBezTo>
                  <a:cubicBezTo>
                    <a:pt x="8873" y="3295"/>
                    <a:pt x="8688" y="3521"/>
                    <a:pt x="8510" y="3752"/>
                  </a:cubicBezTo>
                  <a:lnTo>
                    <a:pt x="8500" y="3742"/>
                  </a:lnTo>
                  <a:cubicBezTo>
                    <a:pt x="8081" y="3488"/>
                    <a:pt x="7623" y="3369"/>
                    <a:pt x="7162" y="3369"/>
                  </a:cubicBezTo>
                  <a:cubicBezTo>
                    <a:pt x="6817" y="3369"/>
                    <a:pt x="6471" y="3435"/>
                    <a:pt x="6137" y="3562"/>
                  </a:cubicBezTo>
                  <a:cubicBezTo>
                    <a:pt x="6329" y="3307"/>
                    <a:pt x="6536" y="3061"/>
                    <a:pt x="6754" y="2826"/>
                  </a:cubicBezTo>
                  <a:cubicBezTo>
                    <a:pt x="7042" y="2761"/>
                    <a:pt x="7326" y="2726"/>
                    <a:pt x="7606" y="2726"/>
                  </a:cubicBezTo>
                  <a:close/>
                  <a:moveTo>
                    <a:pt x="7086" y="3587"/>
                  </a:moveTo>
                  <a:cubicBezTo>
                    <a:pt x="7532" y="3587"/>
                    <a:pt x="7976" y="3699"/>
                    <a:pt x="8399" y="3899"/>
                  </a:cubicBezTo>
                  <a:cubicBezTo>
                    <a:pt x="8191" y="4177"/>
                    <a:pt x="7990" y="4464"/>
                    <a:pt x="7800" y="4758"/>
                  </a:cubicBezTo>
                  <a:cubicBezTo>
                    <a:pt x="7790" y="4748"/>
                    <a:pt x="7780" y="4740"/>
                    <a:pt x="7765" y="4734"/>
                  </a:cubicBezTo>
                  <a:cubicBezTo>
                    <a:pt x="7219" y="4528"/>
                    <a:pt x="6648" y="4435"/>
                    <a:pt x="6072" y="4435"/>
                  </a:cubicBezTo>
                  <a:cubicBezTo>
                    <a:pt x="5891" y="4435"/>
                    <a:pt x="5709" y="4444"/>
                    <a:pt x="5527" y="4462"/>
                  </a:cubicBezTo>
                  <a:cubicBezTo>
                    <a:pt x="5661" y="4241"/>
                    <a:pt x="5802" y="4027"/>
                    <a:pt x="5951" y="3817"/>
                  </a:cubicBezTo>
                  <a:cubicBezTo>
                    <a:pt x="5961" y="3820"/>
                    <a:pt x="5972" y="3823"/>
                    <a:pt x="5983" y="3823"/>
                  </a:cubicBezTo>
                  <a:cubicBezTo>
                    <a:pt x="5994" y="3823"/>
                    <a:pt x="6005" y="3820"/>
                    <a:pt x="6018" y="3816"/>
                  </a:cubicBezTo>
                  <a:cubicBezTo>
                    <a:pt x="6368" y="3659"/>
                    <a:pt x="6728" y="3587"/>
                    <a:pt x="7086" y="3587"/>
                  </a:cubicBezTo>
                  <a:close/>
                  <a:moveTo>
                    <a:pt x="10762" y="1893"/>
                  </a:moveTo>
                  <a:cubicBezTo>
                    <a:pt x="11246" y="2333"/>
                    <a:pt x="11523" y="2855"/>
                    <a:pt x="11712" y="3456"/>
                  </a:cubicBezTo>
                  <a:cubicBezTo>
                    <a:pt x="11622" y="3932"/>
                    <a:pt x="11511" y="4405"/>
                    <a:pt x="11349" y="4871"/>
                  </a:cubicBezTo>
                  <a:cubicBezTo>
                    <a:pt x="11334" y="4905"/>
                    <a:pt x="11320" y="4941"/>
                    <a:pt x="11308" y="4977"/>
                  </a:cubicBezTo>
                  <a:cubicBezTo>
                    <a:pt x="11112" y="4046"/>
                    <a:pt x="10711" y="3145"/>
                    <a:pt x="10148" y="2382"/>
                  </a:cubicBezTo>
                  <a:cubicBezTo>
                    <a:pt x="10346" y="2210"/>
                    <a:pt x="10551" y="2048"/>
                    <a:pt x="10762" y="1893"/>
                  </a:cubicBezTo>
                  <a:close/>
                  <a:moveTo>
                    <a:pt x="6023" y="4652"/>
                  </a:moveTo>
                  <a:cubicBezTo>
                    <a:pt x="6592" y="4652"/>
                    <a:pt x="7146" y="4734"/>
                    <a:pt x="7711" y="4884"/>
                  </a:cubicBezTo>
                  <a:lnTo>
                    <a:pt x="7716" y="4884"/>
                  </a:lnTo>
                  <a:cubicBezTo>
                    <a:pt x="7638" y="5007"/>
                    <a:pt x="7561" y="5130"/>
                    <a:pt x="7486" y="5254"/>
                  </a:cubicBezTo>
                  <a:cubicBezTo>
                    <a:pt x="7489" y="5220"/>
                    <a:pt x="7472" y="5184"/>
                    <a:pt x="7430" y="5167"/>
                  </a:cubicBezTo>
                  <a:cubicBezTo>
                    <a:pt x="7004" y="5014"/>
                    <a:pt x="6566" y="4941"/>
                    <a:pt x="6125" y="4941"/>
                  </a:cubicBezTo>
                  <a:cubicBezTo>
                    <a:pt x="5814" y="4941"/>
                    <a:pt x="5500" y="4978"/>
                    <a:pt x="5190" y="5048"/>
                  </a:cubicBezTo>
                  <a:cubicBezTo>
                    <a:pt x="5257" y="4927"/>
                    <a:pt x="5325" y="4806"/>
                    <a:pt x="5394" y="4684"/>
                  </a:cubicBezTo>
                  <a:lnTo>
                    <a:pt x="5399" y="4684"/>
                  </a:lnTo>
                  <a:cubicBezTo>
                    <a:pt x="5610" y="4662"/>
                    <a:pt x="5817" y="4652"/>
                    <a:pt x="6023" y="4652"/>
                  </a:cubicBezTo>
                  <a:close/>
                  <a:moveTo>
                    <a:pt x="6110" y="5154"/>
                  </a:moveTo>
                  <a:cubicBezTo>
                    <a:pt x="6531" y="5154"/>
                    <a:pt x="6950" y="5217"/>
                    <a:pt x="7374" y="5334"/>
                  </a:cubicBezTo>
                  <a:cubicBezTo>
                    <a:pt x="7383" y="5336"/>
                    <a:pt x="7391" y="5337"/>
                    <a:pt x="7398" y="5337"/>
                  </a:cubicBezTo>
                  <a:cubicBezTo>
                    <a:pt x="7415" y="5337"/>
                    <a:pt x="7431" y="5333"/>
                    <a:pt x="7443" y="5326"/>
                  </a:cubicBezTo>
                  <a:lnTo>
                    <a:pt x="7443" y="5326"/>
                  </a:lnTo>
                  <a:cubicBezTo>
                    <a:pt x="7271" y="5607"/>
                    <a:pt x="7106" y="5894"/>
                    <a:pt x="6942" y="6182"/>
                  </a:cubicBezTo>
                  <a:cubicBezTo>
                    <a:pt x="6916" y="6229"/>
                    <a:pt x="6887" y="6278"/>
                    <a:pt x="6860" y="6327"/>
                  </a:cubicBezTo>
                  <a:cubicBezTo>
                    <a:pt x="6457" y="6131"/>
                    <a:pt x="5990" y="6017"/>
                    <a:pt x="5529" y="6017"/>
                  </a:cubicBezTo>
                  <a:cubicBezTo>
                    <a:pt x="5222" y="6017"/>
                    <a:pt x="4917" y="6067"/>
                    <a:pt x="4635" y="6179"/>
                  </a:cubicBezTo>
                  <a:cubicBezTo>
                    <a:pt x="4664" y="6108"/>
                    <a:pt x="4695" y="6038"/>
                    <a:pt x="4728" y="5969"/>
                  </a:cubicBezTo>
                  <a:cubicBezTo>
                    <a:pt x="4836" y="5737"/>
                    <a:pt x="4951" y="5506"/>
                    <a:pt x="5072" y="5277"/>
                  </a:cubicBezTo>
                  <a:cubicBezTo>
                    <a:pt x="5076" y="5277"/>
                    <a:pt x="5080" y="5278"/>
                    <a:pt x="5085" y="5278"/>
                  </a:cubicBezTo>
                  <a:cubicBezTo>
                    <a:pt x="5093" y="5278"/>
                    <a:pt x="5101" y="5277"/>
                    <a:pt x="5109" y="5274"/>
                  </a:cubicBezTo>
                  <a:cubicBezTo>
                    <a:pt x="5446" y="5193"/>
                    <a:pt x="5779" y="5154"/>
                    <a:pt x="6110" y="5154"/>
                  </a:cubicBezTo>
                  <a:close/>
                  <a:moveTo>
                    <a:pt x="5512" y="6265"/>
                  </a:moveTo>
                  <a:cubicBezTo>
                    <a:pt x="5932" y="6265"/>
                    <a:pt x="6337" y="6325"/>
                    <a:pt x="6775" y="6476"/>
                  </a:cubicBezTo>
                  <a:cubicBezTo>
                    <a:pt x="6581" y="6820"/>
                    <a:pt x="6383" y="7172"/>
                    <a:pt x="6170" y="7520"/>
                  </a:cubicBezTo>
                  <a:cubicBezTo>
                    <a:pt x="5751" y="7293"/>
                    <a:pt x="5247" y="7143"/>
                    <a:pt x="4754" y="7143"/>
                  </a:cubicBezTo>
                  <a:cubicBezTo>
                    <a:pt x="4577" y="7143"/>
                    <a:pt x="4401" y="7162"/>
                    <a:pt x="4231" y="7205"/>
                  </a:cubicBezTo>
                  <a:cubicBezTo>
                    <a:pt x="4349" y="6894"/>
                    <a:pt x="4461" y="6589"/>
                    <a:pt x="4581" y="6303"/>
                  </a:cubicBezTo>
                  <a:cubicBezTo>
                    <a:pt x="4596" y="6322"/>
                    <a:pt x="4618" y="6335"/>
                    <a:pt x="4643" y="6335"/>
                  </a:cubicBezTo>
                  <a:cubicBezTo>
                    <a:pt x="4646" y="6335"/>
                    <a:pt x="4648" y="6334"/>
                    <a:pt x="4651" y="6334"/>
                  </a:cubicBezTo>
                  <a:cubicBezTo>
                    <a:pt x="4954" y="6291"/>
                    <a:pt x="5237" y="6265"/>
                    <a:pt x="5512" y="6265"/>
                  </a:cubicBezTo>
                  <a:close/>
                  <a:moveTo>
                    <a:pt x="9975" y="2533"/>
                  </a:moveTo>
                  <a:cubicBezTo>
                    <a:pt x="10501" y="3392"/>
                    <a:pt x="10911" y="4262"/>
                    <a:pt x="11218" y="5216"/>
                  </a:cubicBezTo>
                  <a:cubicBezTo>
                    <a:pt x="11104" y="5508"/>
                    <a:pt x="10976" y="5792"/>
                    <a:pt x="10837" y="6071"/>
                  </a:cubicBezTo>
                  <a:cubicBezTo>
                    <a:pt x="10696" y="4999"/>
                    <a:pt x="10156" y="4022"/>
                    <a:pt x="9317" y="3315"/>
                  </a:cubicBezTo>
                  <a:cubicBezTo>
                    <a:pt x="9298" y="3299"/>
                    <a:pt x="9280" y="3292"/>
                    <a:pt x="9262" y="3292"/>
                  </a:cubicBezTo>
                  <a:cubicBezTo>
                    <a:pt x="9188" y="3292"/>
                    <a:pt x="9133" y="3409"/>
                    <a:pt x="9207" y="3475"/>
                  </a:cubicBezTo>
                  <a:cubicBezTo>
                    <a:pt x="10058" y="4220"/>
                    <a:pt x="10572" y="5239"/>
                    <a:pt x="10695" y="6345"/>
                  </a:cubicBezTo>
                  <a:cubicBezTo>
                    <a:pt x="10475" y="6753"/>
                    <a:pt x="10230" y="7146"/>
                    <a:pt x="9958" y="7520"/>
                  </a:cubicBezTo>
                  <a:cubicBezTo>
                    <a:pt x="9994" y="6375"/>
                    <a:pt x="9269" y="5048"/>
                    <a:pt x="8458" y="4374"/>
                  </a:cubicBezTo>
                  <a:cubicBezTo>
                    <a:pt x="8445" y="4362"/>
                    <a:pt x="8430" y="4358"/>
                    <a:pt x="8416" y="4358"/>
                  </a:cubicBezTo>
                  <a:cubicBezTo>
                    <a:pt x="8405" y="4358"/>
                    <a:pt x="8394" y="4360"/>
                    <a:pt x="8384" y="4365"/>
                  </a:cubicBezTo>
                  <a:cubicBezTo>
                    <a:pt x="8636" y="3997"/>
                    <a:pt x="8906" y="3639"/>
                    <a:pt x="9209" y="3302"/>
                  </a:cubicBezTo>
                  <a:cubicBezTo>
                    <a:pt x="9454" y="3028"/>
                    <a:pt x="9709" y="2773"/>
                    <a:pt x="9975" y="2533"/>
                  </a:cubicBezTo>
                  <a:close/>
                  <a:moveTo>
                    <a:pt x="8330" y="4442"/>
                  </a:moveTo>
                  <a:lnTo>
                    <a:pt x="8330" y="4442"/>
                  </a:lnTo>
                  <a:cubicBezTo>
                    <a:pt x="8328" y="4460"/>
                    <a:pt x="8333" y="4478"/>
                    <a:pt x="8348" y="4495"/>
                  </a:cubicBezTo>
                  <a:cubicBezTo>
                    <a:pt x="8782" y="4992"/>
                    <a:pt x="9160" y="5499"/>
                    <a:pt x="9412" y="6115"/>
                  </a:cubicBezTo>
                  <a:cubicBezTo>
                    <a:pt x="9641" y="6671"/>
                    <a:pt x="9665" y="7216"/>
                    <a:pt x="9754" y="7786"/>
                  </a:cubicBezTo>
                  <a:cubicBezTo>
                    <a:pt x="9608" y="7980"/>
                    <a:pt x="9454" y="8165"/>
                    <a:pt x="9294" y="8342"/>
                  </a:cubicBezTo>
                  <a:cubicBezTo>
                    <a:pt x="9313" y="7154"/>
                    <a:pt x="8939" y="5745"/>
                    <a:pt x="8107" y="4946"/>
                  </a:cubicBezTo>
                  <a:cubicBezTo>
                    <a:pt x="8088" y="4929"/>
                    <a:pt x="8066" y="4923"/>
                    <a:pt x="8045" y="4923"/>
                  </a:cubicBezTo>
                  <a:cubicBezTo>
                    <a:pt x="8036" y="4923"/>
                    <a:pt x="8026" y="4924"/>
                    <a:pt x="8017" y="4927"/>
                  </a:cubicBezTo>
                  <a:cubicBezTo>
                    <a:pt x="8119" y="4763"/>
                    <a:pt x="8224" y="4601"/>
                    <a:pt x="8330" y="4442"/>
                  </a:cubicBezTo>
                  <a:close/>
                  <a:moveTo>
                    <a:pt x="4654" y="7393"/>
                  </a:moveTo>
                  <a:cubicBezTo>
                    <a:pt x="5138" y="7393"/>
                    <a:pt x="5588" y="7461"/>
                    <a:pt x="6067" y="7687"/>
                  </a:cubicBezTo>
                  <a:cubicBezTo>
                    <a:pt x="5887" y="7974"/>
                    <a:pt x="5697" y="8255"/>
                    <a:pt x="5494" y="8522"/>
                  </a:cubicBezTo>
                  <a:cubicBezTo>
                    <a:pt x="5486" y="8519"/>
                    <a:pt x="5478" y="8512"/>
                    <a:pt x="5469" y="8509"/>
                  </a:cubicBezTo>
                  <a:cubicBezTo>
                    <a:pt x="5110" y="8359"/>
                    <a:pt x="4734" y="8293"/>
                    <a:pt x="4355" y="8293"/>
                  </a:cubicBezTo>
                  <a:cubicBezTo>
                    <a:pt x="4148" y="8293"/>
                    <a:pt x="3940" y="8313"/>
                    <a:pt x="3733" y="8348"/>
                  </a:cubicBezTo>
                  <a:cubicBezTo>
                    <a:pt x="3889" y="8047"/>
                    <a:pt x="4025" y="7732"/>
                    <a:pt x="4151" y="7412"/>
                  </a:cubicBezTo>
                  <a:cubicBezTo>
                    <a:pt x="4324" y="7400"/>
                    <a:pt x="4491" y="7393"/>
                    <a:pt x="4654" y="7393"/>
                  </a:cubicBezTo>
                  <a:close/>
                  <a:moveTo>
                    <a:pt x="4223" y="8516"/>
                  </a:moveTo>
                  <a:cubicBezTo>
                    <a:pt x="4608" y="8516"/>
                    <a:pt x="4987" y="8579"/>
                    <a:pt x="5371" y="8682"/>
                  </a:cubicBezTo>
                  <a:cubicBezTo>
                    <a:pt x="5286" y="8790"/>
                    <a:pt x="5196" y="8895"/>
                    <a:pt x="5106" y="8996"/>
                  </a:cubicBezTo>
                  <a:cubicBezTo>
                    <a:pt x="4769" y="8865"/>
                    <a:pt x="4416" y="8805"/>
                    <a:pt x="4059" y="8805"/>
                  </a:cubicBezTo>
                  <a:cubicBezTo>
                    <a:pt x="3848" y="8805"/>
                    <a:pt x="3635" y="8826"/>
                    <a:pt x="3424" y="8866"/>
                  </a:cubicBezTo>
                  <a:cubicBezTo>
                    <a:pt x="3489" y="8772"/>
                    <a:pt x="3552" y="8672"/>
                    <a:pt x="3610" y="8571"/>
                  </a:cubicBezTo>
                  <a:cubicBezTo>
                    <a:pt x="3818" y="8533"/>
                    <a:pt x="4021" y="8516"/>
                    <a:pt x="4223" y="8516"/>
                  </a:cubicBezTo>
                  <a:close/>
                  <a:moveTo>
                    <a:pt x="7962" y="5015"/>
                  </a:moveTo>
                  <a:cubicBezTo>
                    <a:pt x="7963" y="5023"/>
                    <a:pt x="7963" y="5031"/>
                    <a:pt x="7968" y="5040"/>
                  </a:cubicBezTo>
                  <a:cubicBezTo>
                    <a:pt x="8271" y="5650"/>
                    <a:pt x="8643" y="6187"/>
                    <a:pt x="8844" y="6851"/>
                  </a:cubicBezTo>
                  <a:cubicBezTo>
                    <a:pt x="9011" y="7406"/>
                    <a:pt x="9083" y="7970"/>
                    <a:pt x="9106" y="8543"/>
                  </a:cubicBezTo>
                  <a:cubicBezTo>
                    <a:pt x="9048" y="8609"/>
                    <a:pt x="8988" y="8669"/>
                    <a:pt x="8927" y="8731"/>
                  </a:cubicBezTo>
                  <a:cubicBezTo>
                    <a:pt x="8726" y="8934"/>
                    <a:pt x="8513" y="9126"/>
                    <a:pt x="8296" y="9314"/>
                  </a:cubicBezTo>
                  <a:cubicBezTo>
                    <a:pt x="8355" y="8301"/>
                    <a:pt x="7978" y="7324"/>
                    <a:pt x="7266" y="6583"/>
                  </a:cubicBezTo>
                  <a:cubicBezTo>
                    <a:pt x="7244" y="6560"/>
                    <a:pt x="7218" y="6550"/>
                    <a:pt x="7192" y="6550"/>
                  </a:cubicBezTo>
                  <a:cubicBezTo>
                    <a:pt x="7113" y="6550"/>
                    <a:pt x="7041" y="6643"/>
                    <a:pt x="7109" y="6720"/>
                  </a:cubicBezTo>
                  <a:cubicBezTo>
                    <a:pt x="7782" y="7489"/>
                    <a:pt x="8119" y="8448"/>
                    <a:pt x="8119" y="9460"/>
                  </a:cubicBezTo>
                  <a:cubicBezTo>
                    <a:pt x="7703" y="9798"/>
                    <a:pt x="7258" y="10108"/>
                    <a:pt x="6792" y="10376"/>
                  </a:cubicBezTo>
                  <a:cubicBezTo>
                    <a:pt x="7171" y="9430"/>
                    <a:pt x="7078" y="8334"/>
                    <a:pt x="6554" y="7457"/>
                  </a:cubicBezTo>
                  <a:cubicBezTo>
                    <a:pt x="7036" y="6648"/>
                    <a:pt x="7471" y="5814"/>
                    <a:pt x="7962" y="5015"/>
                  </a:cubicBezTo>
                  <a:close/>
                  <a:moveTo>
                    <a:pt x="4077" y="8984"/>
                  </a:moveTo>
                  <a:cubicBezTo>
                    <a:pt x="4388" y="8984"/>
                    <a:pt x="4694" y="9029"/>
                    <a:pt x="5003" y="9108"/>
                  </a:cubicBezTo>
                  <a:cubicBezTo>
                    <a:pt x="4599" y="9540"/>
                    <a:pt x="4141" y="9910"/>
                    <a:pt x="3601" y="10171"/>
                  </a:cubicBezTo>
                  <a:cubicBezTo>
                    <a:pt x="3388" y="10273"/>
                    <a:pt x="3159" y="10358"/>
                    <a:pt x="2918" y="10415"/>
                  </a:cubicBezTo>
                  <a:cubicBezTo>
                    <a:pt x="2938" y="10399"/>
                    <a:pt x="2949" y="10376"/>
                    <a:pt x="2946" y="10345"/>
                  </a:cubicBezTo>
                  <a:cubicBezTo>
                    <a:pt x="2907" y="10075"/>
                    <a:pt x="2742" y="9854"/>
                    <a:pt x="2514" y="9731"/>
                  </a:cubicBezTo>
                  <a:cubicBezTo>
                    <a:pt x="2841" y="9545"/>
                    <a:pt x="3108" y="9289"/>
                    <a:pt x="3332" y="8993"/>
                  </a:cubicBezTo>
                  <a:cubicBezTo>
                    <a:pt x="3345" y="9027"/>
                    <a:pt x="3372" y="9052"/>
                    <a:pt x="3412" y="9052"/>
                  </a:cubicBezTo>
                  <a:cubicBezTo>
                    <a:pt x="3419" y="9052"/>
                    <a:pt x="3425" y="9052"/>
                    <a:pt x="3432" y="9050"/>
                  </a:cubicBezTo>
                  <a:cubicBezTo>
                    <a:pt x="3651" y="9005"/>
                    <a:pt x="3865" y="8984"/>
                    <a:pt x="4077" y="8984"/>
                  </a:cubicBezTo>
                  <a:close/>
                  <a:moveTo>
                    <a:pt x="328" y="9168"/>
                  </a:moveTo>
                  <a:lnTo>
                    <a:pt x="328" y="9168"/>
                  </a:lnTo>
                  <a:cubicBezTo>
                    <a:pt x="423" y="9419"/>
                    <a:pt x="611" y="9633"/>
                    <a:pt x="861" y="9787"/>
                  </a:cubicBezTo>
                  <a:cubicBezTo>
                    <a:pt x="958" y="9846"/>
                    <a:pt x="1059" y="9892"/>
                    <a:pt x="1164" y="9923"/>
                  </a:cubicBezTo>
                  <a:cubicBezTo>
                    <a:pt x="1231" y="9988"/>
                    <a:pt x="1310" y="10050"/>
                    <a:pt x="1369" y="10122"/>
                  </a:cubicBezTo>
                  <a:cubicBezTo>
                    <a:pt x="1449" y="10214"/>
                    <a:pt x="1509" y="10315"/>
                    <a:pt x="1557" y="10427"/>
                  </a:cubicBezTo>
                  <a:cubicBezTo>
                    <a:pt x="1334" y="10368"/>
                    <a:pt x="1120" y="10276"/>
                    <a:pt x="923" y="10142"/>
                  </a:cubicBezTo>
                  <a:cubicBezTo>
                    <a:pt x="593" y="9919"/>
                    <a:pt x="331" y="9564"/>
                    <a:pt x="328" y="9168"/>
                  </a:cubicBezTo>
                  <a:close/>
                  <a:moveTo>
                    <a:pt x="2306" y="9836"/>
                  </a:moveTo>
                  <a:cubicBezTo>
                    <a:pt x="2548" y="9913"/>
                    <a:pt x="2742" y="10124"/>
                    <a:pt x="2794" y="10376"/>
                  </a:cubicBezTo>
                  <a:cubicBezTo>
                    <a:pt x="2800" y="10409"/>
                    <a:pt x="2823" y="10425"/>
                    <a:pt x="2846" y="10430"/>
                  </a:cubicBezTo>
                  <a:cubicBezTo>
                    <a:pt x="2630" y="10478"/>
                    <a:pt x="2409" y="10505"/>
                    <a:pt x="2190" y="10505"/>
                  </a:cubicBezTo>
                  <a:cubicBezTo>
                    <a:pt x="2030" y="10505"/>
                    <a:pt x="1870" y="10491"/>
                    <a:pt x="1714" y="10461"/>
                  </a:cubicBezTo>
                  <a:lnTo>
                    <a:pt x="1714" y="10456"/>
                  </a:lnTo>
                  <a:cubicBezTo>
                    <a:pt x="1670" y="10309"/>
                    <a:pt x="1590" y="10129"/>
                    <a:pt x="1477" y="9983"/>
                  </a:cubicBezTo>
                  <a:lnTo>
                    <a:pt x="1477" y="9983"/>
                  </a:lnTo>
                  <a:cubicBezTo>
                    <a:pt x="1518" y="9987"/>
                    <a:pt x="1559" y="9988"/>
                    <a:pt x="1600" y="9988"/>
                  </a:cubicBezTo>
                  <a:cubicBezTo>
                    <a:pt x="1840" y="9988"/>
                    <a:pt x="2080" y="9932"/>
                    <a:pt x="2306" y="9836"/>
                  </a:cubicBezTo>
                  <a:close/>
                  <a:moveTo>
                    <a:pt x="6430" y="7666"/>
                  </a:moveTo>
                  <a:cubicBezTo>
                    <a:pt x="6833" y="8538"/>
                    <a:pt x="6906" y="9458"/>
                    <a:pt x="6661" y="10402"/>
                  </a:cubicBezTo>
                  <a:cubicBezTo>
                    <a:pt x="6656" y="10420"/>
                    <a:pt x="6659" y="10435"/>
                    <a:pt x="6664" y="10448"/>
                  </a:cubicBezTo>
                  <a:cubicBezTo>
                    <a:pt x="6489" y="10543"/>
                    <a:pt x="6311" y="10638"/>
                    <a:pt x="6129" y="10721"/>
                  </a:cubicBezTo>
                  <a:cubicBezTo>
                    <a:pt x="6365" y="9954"/>
                    <a:pt x="6317" y="9126"/>
                    <a:pt x="5952" y="8396"/>
                  </a:cubicBezTo>
                  <a:cubicBezTo>
                    <a:pt x="6100" y="8185"/>
                    <a:pt x="6242" y="7972"/>
                    <a:pt x="6373" y="7759"/>
                  </a:cubicBezTo>
                  <a:cubicBezTo>
                    <a:pt x="6391" y="7728"/>
                    <a:pt x="6409" y="7699"/>
                    <a:pt x="6430" y="7666"/>
                  </a:cubicBezTo>
                  <a:close/>
                  <a:moveTo>
                    <a:pt x="1040" y="10571"/>
                  </a:moveTo>
                  <a:lnTo>
                    <a:pt x="1040" y="10571"/>
                  </a:lnTo>
                  <a:cubicBezTo>
                    <a:pt x="1311" y="10685"/>
                    <a:pt x="1614" y="10754"/>
                    <a:pt x="1915" y="10783"/>
                  </a:cubicBezTo>
                  <a:cubicBezTo>
                    <a:pt x="1905" y="10792"/>
                    <a:pt x="1894" y="10801"/>
                    <a:pt x="1882" y="10810"/>
                  </a:cubicBezTo>
                  <a:cubicBezTo>
                    <a:pt x="1815" y="10867"/>
                    <a:pt x="1750" y="10927"/>
                    <a:pt x="1681" y="10988"/>
                  </a:cubicBezTo>
                  <a:cubicBezTo>
                    <a:pt x="1450" y="10870"/>
                    <a:pt x="1238" y="10731"/>
                    <a:pt x="1040" y="10571"/>
                  </a:cubicBezTo>
                  <a:close/>
                  <a:moveTo>
                    <a:pt x="5811" y="8600"/>
                  </a:moveTo>
                  <a:cubicBezTo>
                    <a:pt x="6064" y="9338"/>
                    <a:pt x="6100" y="10081"/>
                    <a:pt x="5883" y="10834"/>
                  </a:cubicBezTo>
                  <a:cubicBezTo>
                    <a:pt x="5532" y="10981"/>
                    <a:pt x="5173" y="11106"/>
                    <a:pt x="4807" y="11201"/>
                  </a:cubicBezTo>
                  <a:cubicBezTo>
                    <a:pt x="4731" y="11220"/>
                    <a:pt x="4655" y="11237"/>
                    <a:pt x="4578" y="11255"/>
                  </a:cubicBezTo>
                  <a:cubicBezTo>
                    <a:pt x="4774" y="10810"/>
                    <a:pt x="4869" y="10302"/>
                    <a:pt x="4758" y="9829"/>
                  </a:cubicBezTo>
                  <a:cubicBezTo>
                    <a:pt x="4754" y="9811"/>
                    <a:pt x="4745" y="9798"/>
                    <a:pt x="4731" y="9790"/>
                  </a:cubicBezTo>
                  <a:cubicBezTo>
                    <a:pt x="5134" y="9443"/>
                    <a:pt x="5492" y="9032"/>
                    <a:pt x="5811" y="8600"/>
                  </a:cubicBezTo>
                  <a:close/>
                  <a:moveTo>
                    <a:pt x="3519" y="10551"/>
                  </a:moveTo>
                  <a:cubicBezTo>
                    <a:pt x="3489" y="10693"/>
                    <a:pt x="3468" y="10836"/>
                    <a:pt x="3406" y="10973"/>
                  </a:cubicBezTo>
                  <a:cubicBezTo>
                    <a:pt x="3337" y="11124"/>
                    <a:pt x="3236" y="11258"/>
                    <a:pt x="3118" y="11373"/>
                  </a:cubicBezTo>
                  <a:cubicBezTo>
                    <a:pt x="2797" y="11348"/>
                    <a:pt x="2478" y="11291"/>
                    <a:pt x="2169" y="11189"/>
                  </a:cubicBezTo>
                  <a:cubicBezTo>
                    <a:pt x="2061" y="11155"/>
                    <a:pt x="1956" y="11114"/>
                    <a:pt x="1853" y="11070"/>
                  </a:cubicBezTo>
                  <a:cubicBezTo>
                    <a:pt x="1899" y="11031"/>
                    <a:pt x="1940" y="10990"/>
                    <a:pt x="1979" y="10959"/>
                  </a:cubicBezTo>
                  <a:cubicBezTo>
                    <a:pt x="2041" y="10908"/>
                    <a:pt x="2112" y="10857"/>
                    <a:pt x="2177" y="10801"/>
                  </a:cubicBezTo>
                  <a:cubicBezTo>
                    <a:pt x="2208" y="10802"/>
                    <a:pt x="2240" y="10803"/>
                    <a:pt x="2271" y="10803"/>
                  </a:cubicBezTo>
                  <a:cubicBezTo>
                    <a:pt x="2549" y="10803"/>
                    <a:pt x="2817" y="10770"/>
                    <a:pt x="3048" y="10711"/>
                  </a:cubicBezTo>
                  <a:cubicBezTo>
                    <a:pt x="3211" y="10669"/>
                    <a:pt x="3367" y="10615"/>
                    <a:pt x="3519" y="10551"/>
                  </a:cubicBezTo>
                  <a:close/>
                  <a:moveTo>
                    <a:pt x="4633" y="9872"/>
                  </a:moveTo>
                  <a:lnTo>
                    <a:pt x="4633" y="9872"/>
                  </a:lnTo>
                  <a:cubicBezTo>
                    <a:pt x="4571" y="10366"/>
                    <a:pt x="4519" y="10829"/>
                    <a:pt x="4371" y="11299"/>
                  </a:cubicBezTo>
                  <a:cubicBezTo>
                    <a:pt x="4067" y="11352"/>
                    <a:pt x="3756" y="11384"/>
                    <a:pt x="3447" y="11384"/>
                  </a:cubicBezTo>
                  <a:cubicBezTo>
                    <a:pt x="3412" y="11384"/>
                    <a:pt x="3377" y="11383"/>
                    <a:pt x="3342" y="11382"/>
                  </a:cubicBezTo>
                  <a:cubicBezTo>
                    <a:pt x="3584" y="11140"/>
                    <a:pt x="3758" y="10793"/>
                    <a:pt x="3694" y="10474"/>
                  </a:cubicBezTo>
                  <a:cubicBezTo>
                    <a:pt x="4033" y="10317"/>
                    <a:pt x="4345" y="10109"/>
                    <a:pt x="4633" y="9872"/>
                  </a:cubicBezTo>
                  <a:close/>
                  <a:moveTo>
                    <a:pt x="13712" y="1"/>
                  </a:moveTo>
                  <a:cubicBezTo>
                    <a:pt x="13705" y="1"/>
                    <a:pt x="13697" y="2"/>
                    <a:pt x="13689" y="4"/>
                  </a:cubicBezTo>
                  <a:cubicBezTo>
                    <a:pt x="13346" y="103"/>
                    <a:pt x="13009" y="230"/>
                    <a:pt x="12678" y="379"/>
                  </a:cubicBezTo>
                  <a:cubicBezTo>
                    <a:pt x="12658" y="364"/>
                    <a:pt x="12635" y="355"/>
                    <a:pt x="12608" y="351"/>
                  </a:cubicBezTo>
                  <a:cubicBezTo>
                    <a:pt x="12316" y="313"/>
                    <a:pt x="12028" y="294"/>
                    <a:pt x="11742" y="294"/>
                  </a:cubicBezTo>
                  <a:cubicBezTo>
                    <a:pt x="9264" y="294"/>
                    <a:pt x="7031" y="1701"/>
                    <a:pt x="5630" y="3742"/>
                  </a:cubicBezTo>
                  <a:cubicBezTo>
                    <a:pt x="4844" y="4886"/>
                    <a:pt x="4286" y="6161"/>
                    <a:pt x="3771" y="7442"/>
                  </a:cubicBezTo>
                  <a:cubicBezTo>
                    <a:pt x="3462" y="8209"/>
                    <a:pt x="3113" y="9067"/>
                    <a:pt x="2347" y="9482"/>
                  </a:cubicBezTo>
                  <a:cubicBezTo>
                    <a:pt x="2126" y="9602"/>
                    <a:pt x="1879" y="9660"/>
                    <a:pt x="1638" y="9660"/>
                  </a:cubicBezTo>
                  <a:cubicBezTo>
                    <a:pt x="1069" y="9660"/>
                    <a:pt x="534" y="9335"/>
                    <a:pt x="454" y="8718"/>
                  </a:cubicBezTo>
                  <a:cubicBezTo>
                    <a:pt x="586" y="8512"/>
                    <a:pt x="813" y="8398"/>
                    <a:pt x="1034" y="8398"/>
                  </a:cubicBezTo>
                  <a:cubicBezTo>
                    <a:pt x="1263" y="8398"/>
                    <a:pt x="1485" y="8521"/>
                    <a:pt x="1588" y="8792"/>
                  </a:cubicBezTo>
                  <a:cubicBezTo>
                    <a:pt x="1605" y="8837"/>
                    <a:pt x="1644" y="8856"/>
                    <a:pt x="1685" y="8856"/>
                  </a:cubicBezTo>
                  <a:cubicBezTo>
                    <a:pt x="1756" y="8856"/>
                    <a:pt x="1832" y="8799"/>
                    <a:pt x="1809" y="8717"/>
                  </a:cubicBezTo>
                  <a:cubicBezTo>
                    <a:pt x="1699" y="8336"/>
                    <a:pt x="1354" y="8082"/>
                    <a:pt x="967" y="8082"/>
                  </a:cubicBezTo>
                  <a:cubicBezTo>
                    <a:pt x="903" y="8082"/>
                    <a:pt x="838" y="8089"/>
                    <a:pt x="773" y="8103"/>
                  </a:cubicBezTo>
                  <a:cubicBezTo>
                    <a:pt x="264" y="8216"/>
                    <a:pt x="1" y="8749"/>
                    <a:pt x="23" y="9237"/>
                  </a:cubicBezTo>
                  <a:cubicBezTo>
                    <a:pt x="30" y="9404"/>
                    <a:pt x="64" y="9556"/>
                    <a:pt x="117" y="9695"/>
                  </a:cubicBezTo>
                  <a:cubicBezTo>
                    <a:pt x="91" y="9716"/>
                    <a:pt x="74" y="9756"/>
                    <a:pt x="91" y="9795"/>
                  </a:cubicBezTo>
                  <a:cubicBezTo>
                    <a:pt x="519" y="10860"/>
                    <a:pt x="1737" y="11467"/>
                    <a:pt x="2822" y="11621"/>
                  </a:cubicBezTo>
                  <a:cubicBezTo>
                    <a:pt x="3035" y="11652"/>
                    <a:pt x="3250" y="11666"/>
                    <a:pt x="3464" y="11666"/>
                  </a:cubicBezTo>
                  <a:cubicBezTo>
                    <a:pt x="3746" y="11666"/>
                    <a:pt x="4027" y="11641"/>
                    <a:pt x="4306" y="11597"/>
                  </a:cubicBezTo>
                  <a:cubicBezTo>
                    <a:pt x="4320" y="11613"/>
                    <a:pt x="4340" y="11623"/>
                    <a:pt x="4361" y="11623"/>
                  </a:cubicBezTo>
                  <a:cubicBezTo>
                    <a:pt x="4380" y="11623"/>
                    <a:pt x="4399" y="11614"/>
                    <a:pt x="4411" y="11593"/>
                  </a:cubicBezTo>
                  <a:cubicBezTo>
                    <a:pt x="4412" y="11589"/>
                    <a:pt x="4417" y="11582"/>
                    <a:pt x="4419" y="11579"/>
                  </a:cubicBezTo>
                  <a:cubicBezTo>
                    <a:pt x="5280" y="11425"/>
                    <a:pt x="6119" y="11083"/>
                    <a:pt x="6872" y="10666"/>
                  </a:cubicBezTo>
                  <a:cubicBezTo>
                    <a:pt x="7716" y="10199"/>
                    <a:pt x="8487" y="9607"/>
                    <a:pt x="9168" y="8923"/>
                  </a:cubicBezTo>
                  <a:cubicBezTo>
                    <a:pt x="9177" y="8926"/>
                    <a:pt x="9186" y="8928"/>
                    <a:pt x="9196" y="8928"/>
                  </a:cubicBezTo>
                  <a:cubicBezTo>
                    <a:pt x="9228" y="8928"/>
                    <a:pt x="9259" y="8908"/>
                    <a:pt x="9264" y="8864"/>
                  </a:cubicBezTo>
                  <a:cubicBezTo>
                    <a:pt x="9266" y="8849"/>
                    <a:pt x="9266" y="8833"/>
                    <a:pt x="9269" y="8820"/>
                  </a:cubicBezTo>
                  <a:cubicBezTo>
                    <a:pt x="9858" y="8208"/>
                    <a:pt x="10375" y="7527"/>
                    <a:pt x="10803" y="6792"/>
                  </a:cubicBezTo>
                  <a:cubicBezTo>
                    <a:pt x="10805" y="6792"/>
                    <a:pt x="10808" y="6793"/>
                    <a:pt x="10810" y="6793"/>
                  </a:cubicBezTo>
                  <a:cubicBezTo>
                    <a:pt x="10846" y="6793"/>
                    <a:pt x="10878" y="6771"/>
                    <a:pt x="10881" y="6722"/>
                  </a:cubicBezTo>
                  <a:lnTo>
                    <a:pt x="10881" y="6656"/>
                  </a:lnTo>
                  <a:cubicBezTo>
                    <a:pt x="11148" y="6180"/>
                    <a:pt x="11380" y="5683"/>
                    <a:pt x="11570" y="5172"/>
                  </a:cubicBezTo>
                  <a:cubicBezTo>
                    <a:pt x="11811" y="4521"/>
                    <a:pt x="11974" y="3850"/>
                    <a:pt x="12084" y="3166"/>
                  </a:cubicBezTo>
                  <a:cubicBezTo>
                    <a:pt x="12223" y="2284"/>
                    <a:pt x="12313" y="1387"/>
                    <a:pt x="12850" y="643"/>
                  </a:cubicBezTo>
                  <a:cubicBezTo>
                    <a:pt x="12861" y="629"/>
                    <a:pt x="12866" y="615"/>
                    <a:pt x="12871" y="602"/>
                  </a:cubicBezTo>
                  <a:cubicBezTo>
                    <a:pt x="13159" y="454"/>
                    <a:pt x="13452" y="312"/>
                    <a:pt x="13750" y="171"/>
                  </a:cubicBezTo>
                  <a:cubicBezTo>
                    <a:pt x="13828" y="134"/>
                    <a:pt x="13794" y="1"/>
                    <a:pt x="13712" y="1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417;p33">
              <a:extLst>
                <a:ext uri="{FF2B5EF4-FFF2-40B4-BE49-F238E27FC236}">
                  <a16:creationId xmlns:a16="http://schemas.microsoft.com/office/drawing/2014/main" id="{F8FD6188-92F9-42D8-A714-78228AAFE9FB}"/>
                </a:ext>
              </a:extLst>
            </p:cNvPr>
            <p:cNvSpPr/>
            <p:nvPr/>
          </p:nvSpPr>
          <p:spPr>
            <a:xfrm rot="17506809">
              <a:off x="7004852" y="1693042"/>
              <a:ext cx="728908" cy="614944"/>
            </a:xfrm>
            <a:custGeom>
              <a:avLst/>
              <a:gdLst/>
              <a:ahLst/>
              <a:cxnLst/>
              <a:rect l="l" t="t" r="r" b="b"/>
              <a:pathLst>
                <a:path w="13828" h="11666" extrusionOk="0">
                  <a:moveTo>
                    <a:pt x="11902" y="622"/>
                  </a:moveTo>
                  <a:cubicBezTo>
                    <a:pt x="11993" y="622"/>
                    <a:pt x="12084" y="623"/>
                    <a:pt x="12176" y="626"/>
                  </a:cubicBezTo>
                  <a:cubicBezTo>
                    <a:pt x="11748" y="854"/>
                    <a:pt x="11336" y="1117"/>
                    <a:pt x="10943" y="1400"/>
                  </a:cubicBezTo>
                  <a:cubicBezTo>
                    <a:pt x="10565" y="1156"/>
                    <a:pt x="10148" y="999"/>
                    <a:pt x="9708" y="944"/>
                  </a:cubicBezTo>
                  <a:cubicBezTo>
                    <a:pt x="10413" y="725"/>
                    <a:pt x="11153" y="622"/>
                    <a:pt x="11902" y="622"/>
                  </a:cubicBezTo>
                  <a:close/>
                  <a:moveTo>
                    <a:pt x="9181" y="1132"/>
                  </a:moveTo>
                  <a:cubicBezTo>
                    <a:pt x="9191" y="1137"/>
                    <a:pt x="9204" y="1138"/>
                    <a:pt x="9215" y="1138"/>
                  </a:cubicBezTo>
                  <a:cubicBezTo>
                    <a:pt x="9219" y="1138"/>
                    <a:pt x="9223" y="1138"/>
                    <a:pt x="9227" y="1138"/>
                  </a:cubicBezTo>
                  <a:cubicBezTo>
                    <a:pt x="9787" y="1138"/>
                    <a:pt x="10315" y="1253"/>
                    <a:pt x="10812" y="1497"/>
                  </a:cubicBezTo>
                  <a:cubicBezTo>
                    <a:pt x="10488" y="1739"/>
                    <a:pt x="10174" y="1996"/>
                    <a:pt x="9880" y="2259"/>
                  </a:cubicBezTo>
                  <a:cubicBezTo>
                    <a:pt x="9845" y="2290"/>
                    <a:pt x="9811" y="2323"/>
                    <a:pt x="9777" y="2356"/>
                  </a:cubicBezTo>
                  <a:cubicBezTo>
                    <a:pt x="9795" y="2326"/>
                    <a:pt x="9795" y="2287"/>
                    <a:pt x="9762" y="2266"/>
                  </a:cubicBezTo>
                  <a:cubicBezTo>
                    <a:pt x="9330" y="1986"/>
                    <a:pt x="8732" y="1780"/>
                    <a:pt x="8170" y="1780"/>
                  </a:cubicBezTo>
                  <a:cubicBezTo>
                    <a:pt x="8094" y="1780"/>
                    <a:pt x="8019" y="1784"/>
                    <a:pt x="7945" y="1791"/>
                  </a:cubicBezTo>
                  <a:cubicBezTo>
                    <a:pt x="8337" y="1525"/>
                    <a:pt x="8749" y="1305"/>
                    <a:pt x="9181" y="1132"/>
                  </a:cubicBezTo>
                  <a:close/>
                  <a:moveTo>
                    <a:pt x="8294" y="2015"/>
                  </a:moveTo>
                  <a:cubicBezTo>
                    <a:pt x="8380" y="2015"/>
                    <a:pt x="8467" y="2019"/>
                    <a:pt x="8554" y="2030"/>
                  </a:cubicBezTo>
                  <a:cubicBezTo>
                    <a:pt x="8963" y="2079"/>
                    <a:pt x="9335" y="2210"/>
                    <a:pt x="9706" y="2382"/>
                  </a:cubicBezTo>
                  <a:cubicBezTo>
                    <a:pt x="9714" y="2386"/>
                    <a:pt x="9721" y="2388"/>
                    <a:pt x="9728" y="2388"/>
                  </a:cubicBezTo>
                  <a:cubicBezTo>
                    <a:pt x="9736" y="2388"/>
                    <a:pt x="9744" y="2385"/>
                    <a:pt x="9752" y="2382"/>
                  </a:cubicBezTo>
                  <a:lnTo>
                    <a:pt x="9752" y="2382"/>
                  </a:lnTo>
                  <a:cubicBezTo>
                    <a:pt x="9557" y="2562"/>
                    <a:pt x="9371" y="2750"/>
                    <a:pt x="9196" y="2942"/>
                  </a:cubicBezTo>
                  <a:cubicBezTo>
                    <a:pt x="9191" y="2914"/>
                    <a:pt x="9176" y="2889"/>
                    <a:pt x="9148" y="2875"/>
                  </a:cubicBezTo>
                  <a:cubicBezTo>
                    <a:pt x="8661" y="2622"/>
                    <a:pt x="8130" y="2482"/>
                    <a:pt x="7595" y="2482"/>
                  </a:cubicBezTo>
                  <a:cubicBezTo>
                    <a:pt x="7411" y="2482"/>
                    <a:pt x="7227" y="2498"/>
                    <a:pt x="7044" y="2533"/>
                  </a:cubicBezTo>
                  <a:cubicBezTo>
                    <a:pt x="7212" y="2366"/>
                    <a:pt x="7397" y="2209"/>
                    <a:pt x="7589" y="2056"/>
                  </a:cubicBezTo>
                  <a:cubicBezTo>
                    <a:pt x="7826" y="2047"/>
                    <a:pt x="8058" y="2015"/>
                    <a:pt x="8294" y="2015"/>
                  </a:cubicBezTo>
                  <a:close/>
                  <a:moveTo>
                    <a:pt x="12367" y="868"/>
                  </a:moveTo>
                  <a:cubicBezTo>
                    <a:pt x="12076" y="1395"/>
                    <a:pt x="11953" y="1991"/>
                    <a:pt x="11856" y="2596"/>
                  </a:cubicBezTo>
                  <a:cubicBezTo>
                    <a:pt x="11835" y="2729"/>
                    <a:pt x="11812" y="2860"/>
                    <a:pt x="11793" y="2991"/>
                  </a:cubicBezTo>
                  <a:cubicBezTo>
                    <a:pt x="11636" y="2513"/>
                    <a:pt x="11334" y="2078"/>
                    <a:pt x="10968" y="1739"/>
                  </a:cubicBezTo>
                  <a:cubicBezTo>
                    <a:pt x="11415" y="1423"/>
                    <a:pt x="11883" y="1133"/>
                    <a:pt x="12367" y="868"/>
                  </a:cubicBezTo>
                  <a:close/>
                  <a:moveTo>
                    <a:pt x="7606" y="2726"/>
                  </a:moveTo>
                  <a:cubicBezTo>
                    <a:pt x="8095" y="2726"/>
                    <a:pt x="8574" y="2832"/>
                    <a:pt x="9045" y="3069"/>
                  </a:cubicBezTo>
                  <a:cubicBezTo>
                    <a:pt x="9053" y="3073"/>
                    <a:pt x="9061" y="3076"/>
                    <a:pt x="9070" y="3078"/>
                  </a:cubicBezTo>
                  <a:cubicBezTo>
                    <a:pt x="8873" y="3295"/>
                    <a:pt x="8688" y="3521"/>
                    <a:pt x="8510" y="3752"/>
                  </a:cubicBezTo>
                  <a:lnTo>
                    <a:pt x="8500" y="3742"/>
                  </a:lnTo>
                  <a:cubicBezTo>
                    <a:pt x="8081" y="3488"/>
                    <a:pt x="7623" y="3369"/>
                    <a:pt x="7162" y="3369"/>
                  </a:cubicBezTo>
                  <a:cubicBezTo>
                    <a:pt x="6817" y="3369"/>
                    <a:pt x="6471" y="3435"/>
                    <a:pt x="6137" y="3562"/>
                  </a:cubicBezTo>
                  <a:cubicBezTo>
                    <a:pt x="6329" y="3307"/>
                    <a:pt x="6536" y="3061"/>
                    <a:pt x="6754" y="2826"/>
                  </a:cubicBezTo>
                  <a:cubicBezTo>
                    <a:pt x="7042" y="2761"/>
                    <a:pt x="7326" y="2726"/>
                    <a:pt x="7606" y="2726"/>
                  </a:cubicBezTo>
                  <a:close/>
                  <a:moveTo>
                    <a:pt x="7086" y="3587"/>
                  </a:moveTo>
                  <a:cubicBezTo>
                    <a:pt x="7532" y="3587"/>
                    <a:pt x="7976" y="3699"/>
                    <a:pt x="8399" y="3899"/>
                  </a:cubicBezTo>
                  <a:cubicBezTo>
                    <a:pt x="8191" y="4177"/>
                    <a:pt x="7990" y="4464"/>
                    <a:pt x="7800" y="4758"/>
                  </a:cubicBezTo>
                  <a:cubicBezTo>
                    <a:pt x="7790" y="4748"/>
                    <a:pt x="7780" y="4740"/>
                    <a:pt x="7765" y="4734"/>
                  </a:cubicBezTo>
                  <a:cubicBezTo>
                    <a:pt x="7219" y="4528"/>
                    <a:pt x="6648" y="4435"/>
                    <a:pt x="6072" y="4435"/>
                  </a:cubicBezTo>
                  <a:cubicBezTo>
                    <a:pt x="5891" y="4435"/>
                    <a:pt x="5709" y="4444"/>
                    <a:pt x="5527" y="4462"/>
                  </a:cubicBezTo>
                  <a:cubicBezTo>
                    <a:pt x="5661" y="4241"/>
                    <a:pt x="5802" y="4027"/>
                    <a:pt x="5951" y="3817"/>
                  </a:cubicBezTo>
                  <a:cubicBezTo>
                    <a:pt x="5961" y="3820"/>
                    <a:pt x="5972" y="3823"/>
                    <a:pt x="5983" y="3823"/>
                  </a:cubicBezTo>
                  <a:cubicBezTo>
                    <a:pt x="5994" y="3823"/>
                    <a:pt x="6005" y="3820"/>
                    <a:pt x="6018" y="3816"/>
                  </a:cubicBezTo>
                  <a:cubicBezTo>
                    <a:pt x="6368" y="3659"/>
                    <a:pt x="6728" y="3587"/>
                    <a:pt x="7086" y="3587"/>
                  </a:cubicBezTo>
                  <a:close/>
                  <a:moveTo>
                    <a:pt x="10762" y="1893"/>
                  </a:moveTo>
                  <a:cubicBezTo>
                    <a:pt x="11246" y="2333"/>
                    <a:pt x="11523" y="2855"/>
                    <a:pt x="11712" y="3456"/>
                  </a:cubicBezTo>
                  <a:cubicBezTo>
                    <a:pt x="11622" y="3932"/>
                    <a:pt x="11511" y="4405"/>
                    <a:pt x="11349" y="4871"/>
                  </a:cubicBezTo>
                  <a:cubicBezTo>
                    <a:pt x="11334" y="4905"/>
                    <a:pt x="11320" y="4941"/>
                    <a:pt x="11308" y="4977"/>
                  </a:cubicBezTo>
                  <a:cubicBezTo>
                    <a:pt x="11112" y="4046"/>
                    <a:pt x="10711" y="3145"/>
                    <a:pt x="10148" y="2382"/>
                  </a:cubicBezTo>
                  <a:cubicBezTo>
                    <a:pt x="10346" y="2210"/>
                    <a:pt x="10551" y="2048"/>
                    <a:pt x="10762" y="1893"/>
                  </a:cubicBezTo>
                  <a:close/>
                  <a:moveTo>
                    <a:pt x="6023" y="4652"/>
                  </a:moveTo>
                  <a:cubicBezTo>
                    <a:pt x="6592" y="4652"/>
                    <a:pt x="7146" y="4734"/>
                    <a:pt x="7711" y="4884"/>
                  </a:cubicBezTo>
                  <a:lnTo>
                    <a:pt x="7716" y="4884"/>
                  </a:lnTo>
                  <a:cubicBezTo>
                    <a:pt x="7638" y="5007"/>
                    <a:pt x="7561" y="5130"/>
                    <a:pt x="7486" y="5254"/>
                  </a:cubicBezTo>
                  <a:cubicBezTo>
                    <a:pt x="7489" y="5220"/>
                    <a:pt x="7472" y="5184"/>
                    <a:pt x="7430" y="5167"/>
                  </a:cubicBezTo>
                  <a:cubicBezTo>
                    <a:pt x="7004" y="5014"/>
                    <a:pt x="6566" y="4941"/>
                    <a:pt x="6125" y="4941"/>
                  </a:cubicBezTo>
                  <a:cubicBezTo>
                    <a:pt x="5814" y="4941"/>
                    <a:pt x="5500" y="4978"/>
                    <a:pt x="5190" y="5048"/>
                  </a:cubicBezTo>
                  <a:cubicBezTo>
                    <a:pt x="5257" y="4927"/>
                    <a:pt x="5325" y="4806"/>
                    <a:pt x="5394" y="4684"/>
                  </a:cubicBezTo>
                  <a:lnTo>
                    <a:pt x="5399" y="4684"/>
                  </a:lnTo>
                  <a:cubicBezTo>
                    <a:pt x="5610" y="4662"/>
                    <a:pt x="5817" y="4652"/>
                    <a:pt x="6023" y="4652"/>
                  </a:cubicBezTo>
                  <a:close/>
                  <a:moveTo>
                    <a:pt x="6110" y="5154"/>
                  </a:moveTo>
                  <a:cubicBezTo>
                    <a:pt x="6531" y="5154"/>
                    <a:pt x="6950" y="5217"/>
                    <a:pt x="7374" y="5334"/>
                  </a:cubicBezTo>
                  <a:cubicBezTo>
                    <a:pt x="7383" y="5336"/>
                    <a:pt x="7391" y="5337"/>
                    <a:pt x="7398" y="5337"/>
                  </a:cubicBezTo>
                  <a:cubicBezTo>
                    <a:pt x="7415" y="5337"/>
                    <a:pt x="7431" y="5333"/>
                    <a:pt x="7443" y="5326"/>
                  </a:cubicBezTo>
                  <a:lnTo>
                    <a:pt x="7443" y="5326"/>
                  </a:lnTo>
                  <a:cubicBezTo>
                    <a:pt x="7271" y="5607"/>
                    <a:pt x="7106" y="5894"/>
                    <a:pt x="6942" y="6182"/>
                  </a:cubicBezTo>
                  <a:cubicBezTo>
                    <a:pt x="6916" y="6229"/>
                    <a:pt x="6887" y="6278"/>
                    <a:pt x="6860" y="6327"/>
                  </a:cubicBezTo>
                  <a:cubicBezTo>
                    <a:pt x="6457" y="6131"/>
                    <a:pt x="5990" y="6017"/>
                    <a:pt x="5529" y="6017"/>
                  </a:cubicBezTo>
                  <a:cubicBezTo>
                    <a:pt x="5222" y="6017"/>
                    <a:pt x="4917" y="6067"/>
                    <a:pt x="4635" y="6179"/>
                  </a:cubicBezTo>
                  <a:cubicBezTo>
                    <a:pt x="4664" y="6108"/>
                    <a:pt x="4695" y="6038"/>
                    <a:pt x="4728" y="5969"/>
                  </a:cubicBezTo>
                  <a:cubicBezTo>
                    <a:pt x="4836" y="5737"/>
                    <a:pt x="4951" y="5506"/>
                    <a:pt x="5072" y="5277"/>
                  </a:cubicBezTo>
                  <a:cubicBezTo>
                    <a:pt x="5076" y="5277"/>
                    <a:pt x="5080" y="5278"/>
                    <a:pt x="5085" y="5278"/>
                  </a:cubicBezTo>
                  <a:cubicBezTo>
                    <a:pt x="5093" y="5278"/>
                    <a:pt x="5101" y="5277"/>
                    <a:pt x="5109" y="5274"/>
                  </a:cubicBezTo>
                  <a:cubicBezTo>
                    <a:pt x="5446" y="5193"/>
                    <a:pt x="5779" y="5154"/>
                    <a:pt x="6110" y="5154"/>
                  </a:cubicBezTo>
                  <a:close/>
                  <a:moveTo>
                    <a:pt x="5512" y="6265"/>
                  </a:moveTo>
                  <a:cubicBezTo>
                    <a:pt x="5932" y="6265"/>
                    <a:pt x="6337" y="6325"/>
                    <a:pt x="6775" y="6476"/>
                  </a:cubicBezTo>
                  <a:cubicBezTo>
                    <a:pt x="6581" y="6820"/>
                    <a:pt x="6383" y="7172"/>
                    <a:pt x="6170" y="7520"/>
                  </a:cubicBezTo>
                  <a:cubicBezTo>
                    <a:pt x="5751" y="7293"/>
                    <a:pt x="5247" y="7143"/>
                    <a:pt x="4754" y="7143"/>
                  </a:cubicBezTo>
                  <a:cubicBezTo>
                    <a:pt x="4577" y="7143"/>
                    <a:pt x="4401" y="7162"/>
                    <a:pt x="4231" y="7205"/>
                  </a:cubicBezTo>
                  <a:cubicBezTo>
                    <a:pt x="4349" y="6894"/>
                    <a:pt x="4461" y="6589"/>
                    <a:pt x="4581" y="6303"/>
                  </a:cubicBezTo>
                  <a:cubicBezTo>
                    <a:pt x="4596" y="6322"/>
                    <a:pt x="4618" y="6335"/>
                    <a:pt x="4643" y="6335"/>
                  </a:cubicBezTo>
                  <a:cubicBezTo>
                    <a:pt x="4646" y="6335"/>
                    <a:pt x="4648" y="6334"/>
                    <a:pt x="4651" y="6334"/>
                  </a:cubicBezTo>
                  <a:cubicBezTo>
                    <a:pt x="4954" y="6291"/>
                    <a:pt x="5237" y="6265"/>
                    <a:pt x="5512" y="6265"/>
                  </a:cubicBezTo>
                  <a:close/>
                  <a:moveTo>
                    <a:pt x="9975" y="2533"/>
                  </a:moveTo>
                  <a:cubicBezTo>
                    <a:pt x="10501" y="3392"/>
                    <a:pt x="10911" y="4262"/>
                    <a:pt x="11218" y="5216"/>
                  </a:cubicBezTo>
                  <a:cubicBezTo>
                    <a:pt x="11104" y="5508"/>
                    <a:pt x="10976" y="5792"/>
                    <a:pt x="10837" y="6071"/>
                  </a:cubicBezTo>
                  <a:cubicBezTo>
                    <a:pt x="10696" y="4999"/>
                    <a:pt x="10156" y="4022"/>
                    <a:pt x="9317" y="3315"/>
                  </a:cubicBezTo>
                  <a:cubicBezTo>
                    <a:pt x="9298" y="3299"/>
                    <a:pt x="9280" y="3292"/>
                    <a:pt x="9262" y="3292"/>
                  </a:cubicBezTo>
                  <a:cubicBezTo>
                    <a:pt x="9188" y="3292"/>
                    <a:pt x="9133" y="3409"/>
                    <a:pt x="9207" y="3475"/>
                  </a:cubicBezTo>
                  <a:cubicBezTo>
                    <a:pt x="10058" y="4220"/>
                    <a:pt x="10572" y="5239"/>
                    <a:pt x="10695" y="6345"/>
                  </a:cubicBezTo>
                  <a:cubicBezTo>
                    <a:pt x="10475" y="6753"/>
                    <a:pt x="10230" y="7146"/>
                    <a:pt x="9958" y="7520"/>
                  </a:cubicBezTo>
                  <a:cubicBezTo>
                    <a:pt x="9994" y="6375"/>
                    <a:pt x="9269" y="5048"/>
                    <a:pt x="8458" y="4374"/>
                  </a:cubicBezTo>
                  <a:cubicBezTo>
                    <a:pt x="8445" y="4362"/>
                    <a:pt x="8430" y="4358"/>
                    <a:pt x="8416" y="4358"/>
                  </a:cubicBezTo>
                  <a:cubicBezTo>
                    <a:pt x="8405" y="4358"/>
                    <a:pt x="8394" y="4360"/>
                    <a:pt x="8384" y="4365"/>
                  </a:cubicBezTo>
                  <a:cubicBezTo>
                    <a:pt x="8636" y="3997"/>
                    <a:pt x="8906" y="3639"/>
                    <a:pt x="9209" y="3302"/>
                  </a:cubicBezTo>
                  <a:cubicBezTo>
                    <a:pt x="9454" y="3028"/>
                    <a:pt x="9709" y="2773"/>
                    <a:pt x="9975" y="2533"/>
                  </a:cubicBezTo>
                  <a:close/>
                  <a:moveTo>
                    <a:pt x="8330" y="4442"/>
                  </a:moveTo>
                  <a:lnTo>
                    <a:pt x="8330" y="4442"/>
                  </a:lnTo>
                  <a:cubicBezTo>
                    <a:pt x="8328" y="4460"/>
                    <a:pt x="8333" y="4478"/>
                    <a:pt x="8348" y="4495"/>
                  </a:cubicBezTo>
                  <a:cubicBezTo>
                    <a:pt x="8782" y="4992"/>
                    <a:pt x="9160" y="5499"/>
                    <a:pt x="9412" y="6115"/>
                  </a:cubicBezTo>
                  <a:cubicBezTo>
                    <a:pt x="9641" y="6671"/>
                    <a:pt x="9665" y="7216"/>
                    <a:pt x="9754" y="7786"/>
                  </a:cubicBezTo>
                  <a:cubicBezTo>
                    <a:pt x="9608" y="7980"/>
                    <a:pt x="9454" y="8165"/>
                    <a:pt x="9294" y="8342"/>
                  </a:cubicBezTo>
                  <a:cubicBezTo>
                    <a:pt x="9313" y="7154"/>
                    <a:pt x="8939" y="5745"/>
                    <a:pt x="8107" y="4946"/>
                  </a:cubicBezTo>
                  <a:cubicBezTo>
                    <a:pt x="8088" y="4929"/>
                    <a:pt x="8066" y="4923"/>
                    <a:pt x="8045" y="4923"/>
                  </a:cubicBezTo>
                  <a:cubicBezTo>
                    <a:pt x="8036" y="4923"/>
                    <a:pt x="8026" y="4924"/>
                    <a:pt x="8017" y="4927"/>
                  </a:cubicBezTo>
                  <a:cubicBezTo>
                    <a:pt x="8119" y="4763"/>
                    <a:pt x="8224" y="4601"/>
                    <a:pt x="8330" y="4442"/>
                  </a:cubicBezTo>
                  <a:close/>
                  <a:moveTo>
                    <a:pt x="4654" y="7393"/>
                  </a:moveTo>
                  <a:cubicBezTo>
                    <a:pt x="5138" y="7393"/>
                    <a:pt x="5588" y="7461"/>
                    <a:pt x="6067" y="7687"/>
                  </a:cubicBezTo>
                  <a:cubicBezTo>
                    <a:pt x="5887" y="7974"/>
                    <a:pt x="5697" y="8255"/>
                    <a:pt x="5494" y="8522"/>
                  </a:cubicBezTo>
                  <a:cubicBezTo>
                    <a:pt x="5486" y="8519"/>
                    <a:pt x="5478" y="8512"/>
                    <a:pt x="5469" y="8509"/>
                  </a:cubicBezTo>
                  <a:cubicBezTo>
                    <a:pt x="5110" y="8359"/>
                    <a:pt x="4734" y="8293"/>
                    <a:pt x="4355" y="8293"/>
                  </a:cubicBezTo>
                  <a:cubicBezTo>
                    <a:pt x="4148" y="8293"/>
                    <a:pt x="3940" y="8313"/>
                    <a:pt x="3733" y="8348"/>
                  </a:cubicBezTo>
                  <a:cubicBezTo>
                    <a:pt x="3889" y="8047"/>
                    <a:pt x="4025" y="7732"/>
                    <a:pt x="4151" y="7412"/>
                  </a:cubicBezTo>
                  <a:cubicBezTo>
                    <a:pt x="4324" y="7400"/>
                    <a:pt x="4491" y="7393"/>
                    <a:pt x="4654" y="7393"/>
                  </a:cubicBezTo>
                  <a:close/>
                  <a:moveTo>
                    <a:pt x="4223" y="8516"/>
                  </a:moveTo>
                  <a:cubicBezTo>
                    <a:pt x="4608" y="8516"/>
                    <a:pt x="4987" y="8579"/>
                    <a:pt x="5371" y="8682"/>
                  </a:cubicBezTo>
                  <a:cubicBezTo>
                    <a:pt x="5286" y="8790"/>
                    <a:pt x="5196" y="8895"/>
                    <a:pt x="5106" y="8996"/>
                  </a:cubicBezTo>
                  <a:cubicBezTo>
                    <a:pt x="4769" y="8865"/>
                    <a:pt x="4416" y="8805"/>
                    <a:pt x="4059" y="8805"/>
                  </a:cubicBezTo>
                  <a:cubicBezTo>
                    <a:pt x="3848" y="8805"/>
                    <a:pt x="3635" y="8826"/>
                    <a:pt x="3424" y="8866"/>
                  </a:cubicBezTo>
                  <a:cubicBezTo>
                    <a:pt x="3489" y="8772"/>
                    <a:pt x="3552" y="8672"/>
                    <a:pt x="3610" y="8571"/>
                  </a:cubicBezTo>
                  <a:cubicBezTo>
                    <a:pt x="3818" y="8533"/>
                    <a:pt x="4021" y="8516"/>
                    <a:pt x="4223" y="8516"/>
                  </a:cubicBezTo>
                  <a:close/>
                  <a:moveTo>
                    <a:pt x="7962" y="5015"/>
                  </a:moveTo>
                  <a:cubicBezTo>
                    <a:pt x="7963" y="5023"/>
                    <a:pt x="7963" y="5031"/>
                    <a:pt x="7968" y="5040"/>
                  </a:cubicBezTo>
                  <a:cubicBezTo>
                    <a:pt x="8271" y="5650"/>
                    <a:pt x="8643" y="6187"/>
                    <a:pt x="8844" y="6851"/>
                  </a:cubicBezTo>
                  <a:cubicBezTo>
                    <a:pt x="9011" y="7406"/>
                    <a:pt x="9083" y="7970"/>
                    <a:pt x="9106" y="8543"/>
                  </a:cubicBezTo>
                  <a:cubicBezTo>
                    <a:pt x="9048" y="8609"/>
                    <a:pt x="8988" y="8669"/>
                    <a:pt x="8927" y="8731"/>
                  </a:cubicBezTo>
                  <a:cubicBezTo>
                    <a:pt x="8726" y="8934"/>
                    <a:pt x="8513" y="9126"/>
                    <a:pt x="8296" y="9314"/>
                  </a:cubicBezTo>
                  <a:cubicBezTo>
                    <a:pt x="8355" y="8301"/>
                    <a:pt x="7978" y="7324"/>
                    <a:pt x="7266" y="6583"/>
                  </a:cubicBezTo>
                  <a:cubicBezTo>
                    <a:pt x="7244" y="6560"/>
                    <a:pt x="7218" y="6550"/>
                    <a:pt x="7192" y="6550"/>
                  </a:cubicBezTo>
                  <a:cubicBezTo>
                    <a:pt x="7113" y="6550"/>
                    <a:pt x="7041" y="6643"/>
                    <a:pt x="7109" y="6720"/>
                  </a:cubicBezTo>
                  <a:cubicBezTo>
                    <a:pt x="7782" y="7489"/>
                    <a:pt x="8119" y="8448"/>
                    <a:pt x="8119" y="9460"/>
                  </a:cubicBezTo>
                  <a:cubicBezTo>
                    <a:pt x="7703" y="9798"/>
                    <a:pt x="7258" y="10108"/>
                    <a:pt x="6792" y="10376"/>
                  </a:cubicBezTo>
                  <a:cubicBezTo>
                    <a:pt x="7171" y="9430"/>
                    <a:pt x="7078" y="8334"/>
                    <a:pt x="6554" y="7457"/>
                  </a:cubicBezTo>
                  <a:cubicBezTo>
                    <a:pt x="7036" y="6648"/>
                    <a:pt x="7471" y="5814"/>
                    <a:pt x="7962" y="5015"/>
                  </a:cubicBezTo>
                  <a:close/>
                  <a:moveTo>
                    <a:pt x="4077" y="8984"/>
                  </a:moveTo>
                  <a:cubicBezTo>
                    <a:pt x="4388" y="8984"/>
                    <a:pt x="4694" y="9029"/>
                    <a:pt x="5003" y="9108"/>
                  </a:cubicBezTo>
                  <a:cubicBezTo>
                    <a:pt x="4599" y="9540"/>
                    <a:pt x="4141" y="9910"/>
                    <a:pt x="3601" y="10171"/>
                  </a:cubicBezTo>
                  <a:cubicBezTo>
                    <a:pt x="3388" y="10273"/>
                    <a:pt x="3159" y="10358"/>
                    <a:pt x="2918" y="10415"/>
                  </a:cubicBezTo>
                  <a:cubicBezTo>
                    <a:pt x="2938" y="10399"/>
                    <a:pt x="2949" y="10376"/>
                    <a:pt x="2946" y="10345"/>
                  </a:cubicBezTo>
                  <a:cubicBezTo>
                    <a:pt x="2907" y="10075"/>
                    <a:pt x="2742" y="9854"/>
                    <a:pt x="2514" y="9731"/>
                  </a:cubicBezTo>
                  <a:cubicBezTo>
                    <a:pt x="2841" y="9545"/>
                    <a:pt x="3108" y="9289"/>
                    <a:pt x="3332" y="8993"/>
                  </a:cubicBezTo>
                  <a:cubicBezTo>
                    <a:pt x="3345" y="9027"/>
                    <a:pt x="3372" y="9052"/>
                    <a:pt x="3412" y="9052"/>
                  </a:cubicBezTo>
                  <a:cubicBezTo>
                    <a:pt x="3419" y="9052"/>
                    <a:pt x="3425" y="9052"/>
                    <a:pt x="3432" y="9050"/>
                  </a:cubicBezTo>
                  <a:cubicBezTo>
                    <a:pt x="3651" y="9005"/>
                    <a:pt x="3865" y="8984"/>
                    <a:pt x="4077" y="8984"/>
                  </a:cubicBezTo>
                  <a:close/>
                  <a:moveTo>
                    <a:pt x="328" y="9168"/>
                  </a:moveTo>
                  <a:lnTo>
                    <a:pt x="328" y="9168"/>
                  </a:lnTo>
                  <a:cubicBezTo>
                    <a:pt x="423" y="9419"/>
                    <a:pt x="611" y="9633"/>
                    <a:pt x="861" y="9787"/>
                  </a:cubicBezTo>
                  <a:cubicBezTo>
                    <a:pt x="958" y="9846"/>
                    <a:pt x="1059" y="9892"/>
                    <a:pt x="1164" y="9923"/>
                  </a:cubicBezTo>
                  <a:cubicBezTo>
                    <a:pt x="1231" y="9988"/>
                    <a:pt x="1310" y="10050"/>
                    <a:pt x="1369" y="10122"/>
                  </a:cubicBezTo>
                  <a:cubicBezTo>
                    <a:pt x="1449" y="10214"/>
                    <a:pt x="1509" y="10315"/>
                    <a:pt x="1557" y="10427"/>
                  </a:cubicBezTo>
                  <a:cubicBezTo>
                    <a:pt x="1334" y="10368"/>
                    <a:pt x="1120" y="10276"/>
                    <a:pt x="923" y="10142"/>
                  </a:cubicBezTo>
                  <a:cubicBezTo>
                    <a:pt x="593" y="9919"/>
                    <a:pt x="331" y="9564"/>
                    <a:pt x="328" y="9168"/>
                  </a:cubicBezTo>
                  <a:close/>
                  <a:moveTo>
                    <a:pt x="2306" y="9836"/>
                  </a:moveTo>
                  <a:cubicBezTo>
                    <a:pt x="2548" y="9913"/>
                    <a:pt x="2742" y="10124"/>
                    <a:pt x="2794" y="10376"/>
                  </a:cubicBezTo>
                  <a:cubicBezTo>
                    <a:pt x="2800" y="10409"/>
                    <a:pt x="2823" y="10425"/>
                    <a:pt x="2846" y="10430"/>
                  </a:cubicBezTo>
                  <a:cubicBezTo>
                    <a:pt x="2630" y="10478"/>
                    <a:pt x="2409" y="10505"/>
                    <a:pt x="2190" y="10505"/>
                  </a:cubicBezTo>
                  <a:cubicBezTo>
                    <a:pt x="2030" y="10505"/>
                    <a:pt x="1870" y="10491"/>
                    <a:pt x="1714" y="10461"/>
                  </a:cubicBezTo>
                  <a:lnTo>
                    <a:pt x="1714" y="10456"/>
                  </a:lnTo>
                  <a:cubicBezTo>
                    <a:pt x="1670" y="10309"/>
                    <a:pt x="1590" y="10129"/>
                    <a:pt x="1477" y="9983"/>
                  </a:cubicBezTo>
                  <a:lnTo>
                    <a:pt x="1477" y="9983"/>
                  </a:lnTo>
                  <a:cubicBezTo>
                    <a:pt x="1518" y="9987"/>
                    <a:pt x="1559" y="9988"/>
                    <a:pt x="1600" y="9988"/>
                  </a:cubicBezTo>
                  <a:cubicBezTo>
                    <a:pt x="1840" y="9988"/>
                    <a:pt x="2080" y="9932"/>
                    <a:pt x="2306" y="9836"/>
                  </a:cubicBezTo>
                  <a:close/>
                  <a:moveTo>
                    <a:pt x="6430" y="7666"/>
                  </a:moveTo>
                  <a:cubicBezTo>
                    <a:pt x="6833" y="8538"/>
                    <a:pt x="6906" y="9458"/>
                    <a:pt x="6661" y="10402"/>
                  </a:cubicBezTo>
                  <a:cubicBezTo>
                    <a:pt x="6656" y="10420"/>
                    <a:pt x="6659" y="10435"/>
                    <a:pt x="6664" y="10448"/>
                  </a:cubicBezTo>
                  <a:cubicBezTo>
                    <a:pt x="6489" y="10543"/>
                    <a:pt x="6311" y="10638"/>
                    <a:pt x="6129" y="10721"/>
                  </a:cubicBezTo>
                  <a:cubicBezTo>
                    <a:pt x="6365" y="9954"/>
                    <a:pt x="6317" y="9126"/>
                    <a:pt x="5952" y="8396"/>
                  </a:cubicBezTo>
                  <a:cubicBezTo>
                    <a:pt x="6100" y="8185"/>
                    <a:pt x="6242" y="7972"/>
                    <a:pt x="6373" y="7759"/>
                  </a:cubicBezTo>
                  <a:cubicBezTo>
                    <a:pt x="6391" y="7728"/>
                    <a:pt x="6409" y="7699"/>
                    <a:pt x="6430" y="7666"/>
                  </a:cubicBezTo>
                  <a:close/>
                  <a:moveTo>
                    <a:pt x="1040" y="10571"/>
                  </a:moveTo>
                  <a:lnTo>
                    <a:pt x="1040" y="10571"/>
                  </a:lnTo>
                  <a:cubicBezTo>
                    <a:pt x="1311" y="10685"/>
                    <a:pt x="1614" y="10754"/>
                    <a:pt x="1915" y="10783"/>
                  </a:cubicBezTo>
                  <a:cubicBezTo>
                    <a:pt x="1905" y="10792"/>
                    <a:pt x="1894" y="10801"/>
                    <a:pt x="1882" y="10810"/>
                  </a:cubicBezTo>
                  <a:cubicBezTo>
                    <a:pt x="1815" y="10867"/>
                    <a:pt x="1750" y="10927"/>
                    <a:pt x="1681" y="10988"/>
                  </a:cubicBezTo>
                  <a:cubicBezTo>
                    <a:pt x="1450" y="10870"/>
                    <a:pt x="1238" y="10731"/>
                    <a:pt x="1040" y="10571"/>
                  </a:cubicBezTo>
                  <a:close/>
                  <a:moveTo>
                    <a:pt x="5811" y="8600"/>
                  </a:moveTo>
                  <a:cubicBezTo>
                    <a:pt x="6064" y="9338"/>
                    <a:pt x="6100" y="10081"/>
                    <a:pt x="5883" y="10834"/>
                  </a:cubicBezTo>
                  <a:cubicBezTo>
                    <a:pt x="5532" y="10981"/>
                    <a:pt x="5173" y="11106"/>
                    <a:pt x="4807" y="11201"/>
                  </a:cubicBezTo>
                  <a:cubicBezTo>
                    <a:pt x="4731" y="11220"/>
                    <a:pt x="4655" y="11237"/>
                    <a:pt x="4578" y="11255"/>
                  </a:cubicBezTo>
                  <a:cubicBezTo>
                    <a:pt x="4774" y="10810"/>
                    <a:pt x="4869" y="10302"/>
                    <a:pt x="4758" y="9829"/>
                  </a:cubicBezTo>
                  <a:cubicBezTo>
                    <a:pt x="4754" y="9811"/>
                    <a:pt x="4745" y="9798"/>
                    <a:pt x="4731" y="9790"/>
                  </a:cubicBezTo>
                  <a:cubicBezTo>
                    <a:pt x="5134" y="9443"/>
                    <a:pt x="5492" y="9032"/>
                    <a:pt x="5811" y="8600"/>
                  </a:cubicBezTo>
                  <a:close/>
                  <a:moveTo>
                    <a:pt x="3519" y="10551"/>
                  </a:moveTo>
                  <a:cubicBezTo>
                    <a:pt x="3489" y="10693"/>
                    <a:pt x="3468" y="10836"/>
                    <a:pt x="3406" y="10973"/>
                  </a:cubicBezTo>
                  <a:cubicBezTo>
                    <a:pt x="3337" y="11124"/>
                    <a:pt x="3236" y="11258"/>
                    <a:pt x="3118" y="11373"/>
                  </a:cubicBezTo>
                  <a:cubicBezTo>
                    <a:pt x="2797" y="11348"/>
                    <a:pt x="2478" y="11291"/>
                    <a:pt x="2169" y="11189"/>
                  </a:cubicBezTo>
                  <a:cubicBezTo>
                    <a:pt x="2061" y="11155"/>
                    <a:pt x="1956" y="11114"/>
                    <a:pt x="1853" y="11070"/>
                  </a:cubicBezTo>
                  <a:cubicBezTo>
                    <a:pt x="1899" y="11031"/>
                    <a:pt x="1940" y="10990"/>
                    <a:pt x="1979" y="10959"/>
                  </a:cubicBezTo>
                  <a:cubicBezTo>
                    <a:pt x="2041" y="10908"/>
                    <a:pt x="2112" y="10857"/>
                    <a:pt x="2177" y="10801"/>
                  </a:cubicBezTo>
                  <a:cubicBezTo>
                    <a:pt x="2208" y="10802"/>
                    <a:pt x="2240" y="10803"/>
                    <a:pt x="2271" y="10803"/>
                  </a:cubicBezTo>
                  <a:cubicBezTo>
                    <a:pt x="2549" y="10803"/>
                    <a:pt x="2817" y="10770"/>
                    <a:pt x="3048" y="10711"/>
                  </a:cubicBezTo>
                  <a:cubicBezTo>
                    <a:pt x="3211" y="10669"/>
                    <a:pt x="3367" y="10615"/>
                    <a:pt x="3519" y="10551"/>
                  </a:cubicBezTo>
                  <a:close/>
                  <a:moveTo>
                    <a:pt x="4633" y="9872"/>
                  </a:moveTo>
                  <a:lnTo>
                    <a:pt x="4633" y="9872"/>
                  </a:lnTo>
                  <a:cubicBezTo>
                    <a:pt x="4571" y="10366"/>
                    <a:pt x="4519" y="10829"/>
                    <a:pt x="4371" y="11299"/>
                  </a:cubicBezTo>
                  <a:cubicBezTo>
                    <a:pt x="4067" y="11352"/>
                    <a:pt x="3756" y="11384"/>
                    <a:pt x="3447" y="11384"/>
                  </a:cubicBezTo>
                  <a:cubicBezTo>
                    <a:pt x="3412" y="11384"/>
                    <a:pt x="3377" y="11383"/>
                    <a:pt x="3342" y="11382"/>
                  </a:cubicBezTo>
                  <a:cubicBezTo>
                    <a:pt x="3584" y="11140"/>
                    <a:pt x="3758" y="10793"/>
                    <a:pt x="3694" y="10474"/>
                  </a:cubicBezTo>
                  <a:cubicBezTo>
                    <a:pt x="4033" y="10317"/>
                    <a:pt x="4345" y="10109"/>
                    <a:pt x="4633" y="9872"/>
                  </a:cubicBezTo>
                  <a:close/>
                  <a:moveTo>
                    <a:pt x="13712" y="1"/>
                  </a:moveTo>
                  <a:cubicBezTo>
                    <a:pt x="13705" y="1"/>
                    <a:pt x="13697" y="2"/>
                    <a:pt x="13689" y="4"/>
                  </a:cubicBezTo>
                  <a:cubicBezTo>
                    <a:pt x="13346" y="103"/>
                    <a:pt x="13009" y="230"/>
                    <a:pt x="12678" y="379"/>
                  </a:cubicBezTo>
                  <a:cubicBezTo>
                    <a:pt x="12658" y="364"/>
                    <a:pt x="12635" y="355"/>
                    <a:pt x="12608" y="351"/>
                  </a:cubicBezTo>
                  <a:cubicBezTo>
                    <a:pt x="12316" y="313"/>
                    <a:pt x="12028" y="294"/>
                    <a:pt x="11742" y="294"/>
                  </a:cubicBezTo>
                  <a:cubicBezTo>
                    <a:pt x="9264" y="294"/>
                    <a:pt x="7031" y="1701"/>
                    <a:pt x="5630" y="3742"/>
                  </a:cubicBezTo>
                  <a:cubicBezTo>
                    <a:pt x="4844" y="4886"/>
                    <a:pt x="4286" y="6161"/>
                    <a:pt x="3771" y="7442"/>
                  </a:cubicBezTo>
                  <a:cubicBezTo>
                    <a:pt x="3462" y="8209"/>
                    <a:pt x="3113" y="9067"/>
                    <a:pt x="2347" y="9482"/>
                  </a:cubicBezTo>
                  <a:cubicBezTo>
                    <a:pt x="2126" y="9602"/>
                    <a:pt x="1879" y="9660"/>
                    <a:pt x="1638" y="9660"/>
                  </a:cubicBezTo>
                  <a:cubicBezTo>
                    <a:pt x="1069" y="9660"/>
                    <a:pt x="534" y="9335"/>
                    <a:pt x="454" y="8718"/>
                  </a:cubicBezTo>
                  <a:cubicBezTo>
                    <a:pt x="586" y="8512"/>
                    <a:pt x="813" y="8398"/>
                    <a:pt x="1034" y="8398"/>
                  </a:cubicBezTo>
                  <a:cubicBezTo>
                    <a:pt x="1263" y="8398"/>
                    <a:pt x="1485" y="8521"/>
                    <a:pt x="1588" y="8792"/>
                  </a:cubicBezTo>
                  <a:cubicBezTo>
                    <a:pt x="1605" y="8837"/>
                    <a:pt x="1644" y="8856"/>
                    <a:pt x="1685" y="8856"/>
                  </a:cubicBezTo>
                  <a:cubicBezTo>
                    <a:pt x="1756" y="8856"/>
                    <a:pt x="1832" y="8799"/>
                    <a:pt x="1809" y="8717"/>
                  </a:cubicBezTo>
                  <a:cubicBezTo>
                    <a:pt x="1699" y="8336"/>
                    <a:pt x="1354" y="8082"/>
                    <a:pt x="967" y="8082"/>
                  </a:cubicBezTo>
                  <a:cubicBezTo>
                    <a:pt x="903" y="8082"/>
                    <a:pt x="838" y="8089"/>
                    <a:pt x="773" y="8103"/>
                  </a:cubicBezTo>
                  <a:cubicBezTo>
                    <a:pt x="264" y="8216"/>
                    <a:pt x="1" y="8749"/>
                    <a:pt x="23" y="9237"/>
                  </a:cubicBezTo>
                  <a:cubicBezTo>
                    <a:pt x="30" y="9404"/>
                    <a:pt x="64" y="9556"/>
                    <a:pt x="117" y="9695"/>
                  </a:cubicBezTo>
                  <a:cubicBezTo>
                    <a:pt x="91" y="9716"/>
                    <a:pt x="74" y="9756"/>
                    <a:pt x="91" y="9795"/>
                  </a:cubicBezTo>
                  <a:cubicBezTo>
                    <a:pt x="519" y="10860"/>
                    <a:pt x="1737" y="11467"/>
                    <a:pt x="2822" y="11621"/>
                  </a:cubicBezTo>
                  <a:cubicBezTo>
                    <a:pt x="3035" y="11652"/>
                    <a:pt x="3250" y="11666"/>
                    <a:pt x="3464" y="11666"/>
                  </a:cubicBezTo>
                  <a:cubicBezTo>
                    <a:pt x="3746" y="11666"/>
                    <a:pt x="4027" y="11641"/>
                    <a:pt x="4306" y="11597"/>
                  </a:cubicBezTo>
                  <a:cubicBezTo>
                    <a:pt x="4320" y="11613"/>
                    <a:pt x="4340" y="11623"/>
                    <a:pt x="4361" y="11623"/>
                  </a:cubicBezTo>
                  <a:cubicBezTo>
                    <a:pt x="4380" y="11623"/>
                    <a:pt x="4399" y="11614"/>
                    <a:pt x="4411" y="11593"/>
                  </a:cubicBezTo>
                  <a:cubicBezTo>
                    <a:pt x="4412" y="11589"/>
                    <a:pt x="4417" y="11582"/>
                    <a:pt x="4419" y="11579"/>
                  </a:cubicBezTo>
                  <a:cubicBezTo>
                    <a:pt x="5280" y="11425"/>
                    <a:pt x="6119" y="11083"/>
                    <a:pt x="6872" y="10666"/>
                  </a:cubicBezTo>
                  <a:cubicBezTo>
                    <a:pt x="7716" y="10199"/>
                    <a:pt x="8487" y="9607"/>
                    <a:pt x="9168" y="8923"/>
                  </a:cubicBezTo>
                  <a:cubicBezTo>
                    <a:pt x="9177" y="8926"/>
                    <a:pt x="9186" y="8928"/>
                    <a:pt x="9196" y="8928"/>
                  </a:cubicBezTo>
                  <a:cubicBezTo>
                    <a:pt x="9228" y="8928"/>
                    <a:pt x="9259" y="8908"/>
                    <a:pt x="9264" y="8864"/>
                  </a:cubicBezTo>
                  <a:cubicBezTo>
                    <a:pt x="9266" y="8849"/>
                    <a:pt x="9266" y="8833"/>
                    <a:pt x="9269" y="8820"/>
                  </a:cubicBezTo>
                  <a:cubicBezTo>
                    <a:pt x="9858" y="8208"/>
                    <a:pt x="10375" y="7527"/>
                    <a:pt x="10803" y="6792"/>
                  </a:cubicBezTo>
                  <a:cubicBezTo>
                    <a:pt x="10805" y="6792"/>
                    <a:pt x="10808" y="6793"/>
                    <a:pt x="10810" y="6793"/>
                  </a:cubicBezTo>
                  <a:cubicBezTo>
                    <a:pt x="10846" y="6793"/>
                    <a:pt x="10878" y="6771"/>
                    <a:pt x="10881" y="6722"/>
                  </a:cubicBezTo>
                  <a:lnTo>
                    <a:pt x="10881" y="6656"/>
                  </a:lnTo>
                  <a:cubicBezTo>
                    <a:pt x="11148" y="6180"/>
                    <a:pt x="11380" y="5683"/>
                    <a:pt x="11570" y="5172"/>
                  </a:cubicBezTo>
                  <a:cubicBezTo>
                    <a:pt x="11811" y="4521"/>
                    <a:pt x="11974" y="3850"/>
                    <a:pt x="12084" y="3166"/>
                  </a:cubicBezTo>
                  <a:cubicBezTo>
                    <a:pt x="12223" y="2284"/>
                    <a:pt x="12313" y="1387"/>
                    <a:pt x="12850" y="643"/>
                  </a:cubicBezTo>
                  <a:cubicBezTo>
                    <a:pt x="12861" y="629"/>
                    <a:pt x="12866" y="615"/>
                    <a:pt x="12871" y="602"/>
                  </a:cubicBezTo>
                  <a:cubicBezTo>
                    <a:pt x="13159" y="454"/>
                    <a:pt x="13452" y="312"/>
                    <a:pt x="13750" y="171"/>
                  </a:cubicBezTo>
                  <a:cubicBezTo>
                    <a:pt x="13828" y="134"/>
                    <a:pt x="13794" y="1"/>
                    <a:pt x="13712" y="1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EE92727D-EE9C-4C18-A939-36CE205D0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1650" y="1276441"/>
            <a:ext cx="2191790" cy="19241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FE1EF5A-3F41-4426-B510-D8F0DA7818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7317" y="3202632"/>
            <a:ext cx="2659971" cy="15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874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4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9875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BACKGROUND/SCENARIO</a:t>
            </a:r>
            <a:endParaRPr dirty="0"/>
          </a:p>
        </p:txBody>
      </p:sp>
      <p:sp>
        <p:nvSpPr>
          <p:cNvPr id="423" name="Google Shape;423;p34"/>
          <p:cNvSpPr txBox="1">
            <a:spLocks noGrp="1"/>
          </p:cNvSpPr>
          <p:nvPr>
            <p:ph type="body" idx="1"/>
          </p:nvPr>
        </p:nvSpPr>
        <p:spPr>
          <a:xfrm>
            <a:off x="605486" y="1383338"/>
            <a:ext cx="7704000" cy="32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Nunito" panose="020B0604020202020204" charset="0"/>
              </a:rPr>
              <a:t>WLAN</a:t>
            </a:r>
          </a:p>
          <a:p>
            <a:pPr marL="742950" lvl="1" indent="-28575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rgbClr val="000000"/>
                </a:solidFill>
                <a:latin typeface="Nunito" panose="020B0604020202020204" charset="0"/>
              </a:rPr>
              <a:t>WLC Configuration</a:t>
            </a:r>
          </a:p>
          <a:p>
            <a:pPr marL="742950" lvl="1" indent="-28575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rgbClr val="000000"/>
                </a:solidFill>
                <a:latin typeface="Nunito" panose="020B0604020202020204" charset="0"/>
              </a:rPr>
              <a:t>AAA/RADIUS Security</a:t>
            </a:r>
          </a:p>
          <a:p>
            <a:pPr marL="742950" lvl="1" indent="-28575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rgbClr val="000000"/>
                </a:solidFill>
                <a:latin typeface="Nunito" panose="020B0604020202020204" charset="0"/>
              </a:rPr>
              <a:t>Automatic DHCP Addressing</a:t>
            </a:r>
          </a:p>
          <a:p>
            <a:pPr marL="742950" lvl="1" indent="-28575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rgbClr val="000000"/>
                </a:solidFill>
                <a:latin typeface="Nunito" panose="020B0604020202020204" charset="0"/>
              </a:rPr>
              <a:t>Access Points</a:t>
            </a:r>
            <a:endParaRPr lang="en-PH" sz="1500" dirty="0">
              <a:solidFill>
                <a:srgbClr val="000000"/>
              </a:solidFill>
              <a:latin typeface="Nunito" panose="020B060402020202020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43BE2BB-EEF0-494E-9F3A-BF61CBBF2087}"/>
              </a:ext>
            </a:extLst>
          </p:cNvPr>
          <p:cNvGrpSpPr/>
          <p:nvPr/>
        </p:nvGrpSpPr>
        <p:grpSpPr>
          <a:xfrm rot="1447952">
            <a:off x="7965541" y="873092"/>
            <a:ext cx="1158287" cy="765214"/>
            <a:chOff x="6518491" y="1599754"/>
            <a:chExt cx="1158287" cy="765214"/>
          </a:xfrm>
        </p:grpSpPr>
        <p:sp>
          <p:nvSpPr>
            <p:cNvPr id="4" name="Google Shape;417;p33">
              <a:extLst>
                <a:ext uri="{FF2B5EF4-FFF2-40B4-BE49-F238E27FC236}">
                  <a16:creationId xmlns:a16="http://schemas.microsoft.com/office/drawing/2014/main" id="{01DAF2A5-5940-4EEC-9C6C-C815D26A15C7}"/>
                </a:ext>
              </a:extLst>
            </p:cNvPr>
            <p:cNvSpPr/>
            <p:nvPr/>
          </p:nvSpPr>
          <p:spPr>
            <a:xfrm>
              <a:off x="6518491" y="1599754"/>
              <a:ext cx="728908" cy="614944"/>
            </a:xfrm>
            <a:custGeom>
              <a:avLst/>
              <a:gdLst/>
              <a:ahLst/>
              <a:cxnLst/>
              <a:rect l="l" t="t" r="r" b="b"/>
              <a:pathLst>
                <a:path w="13828" h="11666" extrusionOk="0">
                  <a:moveTo>
                    <a:pt x="11902" y="622"/>
                  </a:moveTo>
                  <a:cubicBezTo>
                    <a:pt x="11993" y="622"/>
                    <a:pt x="12084" y="623"/>
                    <a:pt x="12176" y="626"/>
                  </a:cubicBezTo>
                  <a:cubicBezTo>
                    <a:pt x="11748" y="854"/>
                    <a:pt x="11336" y="1117"/>
                    <a:pt x="10943" y="1400"/>
                  </a:cubicBezTo>
                  <a:cubicBezTo>
                    <a:pt x="10565" y="1156"/>
                    <a:pt x="10148" y="999"/>
                    <a:pt x="9708" y="944"/>
                  </a:cubicBezTo>
                  <a:cubicBezTo>
                    <a:pt x="10413" y="725"/>
                    <a:pt x="11153" y="622"/>
                    <a:pt x="11902" y="622"/>
                  </a:cubicBezTo>
                  <a:close/>
                  <a:moveTo>
                    <a:pt x="9181" y="1132"/>
                  </a:moveTo>
                  <a:cubicBezTo>
                    <a:pt x="9191" y="1137"/>
                    <a:pt x="9204" y="1138"/>
                    <a:pt x="9215" y="1138"/>
                  </a:cubicBezTo>
                  <a:cubicBezTo>
                    <a:pt x="9219" y="1138"/>
                    <a:pt x="9223" y="1138"/>
                    <a:pt x="9227" y="1138"/>
                  </a:cubicBezTo>
                  <a:cubicBezTo>
                    <a:pt x="9787" y="1138"/>
                    <a:pt x="10315" y="1253"/>
                    <a:pt x="10812" y="1497"/>
                  </a:cubicBezTo>
                  <a:cubicBezTo>
                    <a:pt x="10488" y="1739"/>
                    <a:pt x="10174" y="1996"/>
                    <a:pt x="9880" y="2259"/>
                  </a:cubicBezTo>
                  <a:cubicBezTo>
                    <a:pt x="9845" y="2290"/>
                    <a:pt x="9811" y="2323"/>
                    <a:pt x="9777" y="2356"/>
                  </a:cubicBezTo>
                  <a:cubicBezTo>
                    <a:pt x="9795" y="2326"/>
                    <a:pt x="9795" y="2287"/>
                    <a:pt x="9762" y="2266"/>
                  </a:cubicBezTo>
                  <a:cubicBezTo>
                    <a:pt x="9330" y="1986"/>
                    <a:pt x="8732" y="1780"/>
                    <a:pt x="8170" y="1780"/>
                  </a:cubicBezTo>
                  <a:cubicBezTo>
                    <a:pt x="8094" y="1780"/>
                    <a:pt x="8019" y="1784"/>
                    <a:pt x="7945" y="1791"/>
                  </a:cubicBezTo>
                  <a:cubicBezTo>
                    <a:pt x="8337" y="1525"/>
                    <a:pt x="8749" y="1305"/>
                    <a:pt x="9181" y="1132"/>
                  </a:cubicBezTo>
                  <a:close/>
                  <a:moveTo>
                    <a:pt x="8294" y="2015"/>
                  </a:moveTo>
                  <a:cubicBezTo>
                    <a:pt x="8380" y="2015"/>
                    <a:pt x="8467" y="2019"/>
                    <a:pt x="8554" y="2030"/>
                  </a:cubicBezTo>
                  <a:cubicBezTo>
                    <a:pt x="8963" y="2079"/>
                    <a:pt x="9335" y="2210"/>
                    <a:pt x="9706" y="2382"/>
                  </a:cubicBezTo>
                  <a:cubicBezTo>
                    <a:pt x="9714" y="2386"/>
                    <a:pt x="9721" y="2388"/>
                    <a:pt x="9728" y="2388"/>
                  </a:cubicBezTo>
                  <a:cubicBezTo>
                    <a:pt x="9736" y="2388"/>
                    <a:pt x="9744" y="2385"/>
                    <a:pt x="9752" y="2382"/>
                  </a:cubicBezTo>
                  <a:lnTo>
                    <a:pt x="9752" y="2382"/>
                  </a:lnTo>
                  <a:cubicBezTo>
                    <a:pt x="9557" y="2562"/>
                    <a:pt x="9371" y="2750"/>
                    <a:pt x="9196" y="2942"/>
                  </a:cubicBezTo>
                  <a:cubicBezTo>
                    <a:pt x="9191" y="2914"/>
                    <a:pt x="9176" y="2889"/>
                    <a:pt x="9148" y="2875"/>
                  </a:cubicBezTo>
                  <a:cubicBezTo>
                    <a:pt x="8661" y="2622"/>
                    <a:pt x="8130" y="2482"/>
                    <a:pt x="7595" y="2482"/>
                  </a:cubicBezTo>
                  <a:cubicBezTo>
                    <a:pt x="7411" y="2482"/>
                    <a:pt x="7227" y="2498"/>
                    <a:pt x="7044" y="2533"/>
                  </a:cubicBezTo>
                  <a:cubicBezTo>
                    <a:pt x="7212" y="2366"/>
                    <a:pt x="7397" y="2209"/>
                    <a:pt x="7589" y="2056"/>
                  </a:cubicBezTo>
                  <a:cubicBezTo>
                    <a:pt x="7826" y="2047"/>
                    <a:pt x="8058" y="2015"/>
                    <a:pt x="8294" y="2015"/>
                  </a:cubicBezTo>
                  <a:close/>
                  <a:moveTo>
                    <a:pt x="12367" y="868"/>
                  </a:moveTo>
                  <a:cubicBezTo>
                    <a:pt x="12076" y="1395"/>
                    <a:pt x="11953" y="1991"/>
                    <a:pt x="11856" y="2596"/>
                  </a:cubicBezTo>
                  <a:cubicBezTo>
                    <a:pt x="11835" y="2729"/>
                    <a:pt x="11812" y="2860"/>
                    <a:pt x="11793" y="2991"/>
                  </a:cubicBezTo>
                  <a:cubicBezTo>
                    <a:pt x="11636" y="2513"/>
                    <a:pt x="11334" y="2078"/>
                    <a:pt x="10968" y="1739"/>
                  </a:cubicBezTo>
                  <a:cubicBezTo>
                    <a:pt x="11415" y="1423"/>
                    <a:pt x="11883" y="1133"/>
                    <a:pt x="12367" y="868"/>
                  </a:cubicBezTo>
                  <a:close/>
                  <a:moveTo>
                    <a:pt x="7606" y="2726"/>
                  </a:moveTo>
                  <a:cubicBezTo>
                    <a:pt x="8095" y="2726"/>
                    <a:pt x="8574" y="2832"/>
                    <a:pt x="9045" y="3069"/>
                  </a:cubicBezTo>
                  <a:cubicBezTo>
                    <a:pt x="9053" y="3073"/>
                    <a:pt x="9061" y="3076"/>
                    <a:pt x="9070" y="3078"/>
                  </a:cubicBezTo>
                  <a:cubicBezTo>
                    <a:pt x="8873" y="3295"/>
                    <a:pt x="8688" y="3521"/>
                    <a:pt x="8510" y="3752"/>
                  </a:cubicBezTo>
                  <a:lnTo>
                    <a:pt x="8500" y="3742"/>
                  </a:lnTo>
                  <a:cubicBezTo>
                    <a:pt x="8081" y="3488"/>
                    <a:pt x="7623" y="3369"/>
                    <a:pt x="7162" y="3369"/>
                  </a:cubicBezTo>
                  <a:cubicBezTo>
                    <a:pt x="6817" y="3369"/>
                    <a:pt x="6471" y="3435"/>
                    <a:pt x="6137" y="3562"/>
                  </a:cubicBezTo>
                  <a:cubicBezTo>
                    <a:pt x="6329" y="3307"/>
                    <a:pt x="6536" y="3061"/>
                    <a:pt x="6754" y="2826"/>
                  </a:cubicBezTo>
                  <a:cubicBezTo>
                    <a:pt x="7042" y="2761"/>
                    <a:pt x="7326" y="2726"/>
                    <a:pt x="7606" y="2726"/>
                  </a:cubicBezTo>
                  <a:close/>
                  <a:moveTo>
                    <a:pt x="7086" y="3587"/>
                  </a:moveTo>
                  <a:cubicBezTo>
                    <a:pt x="7532" y="3587"/>
                    <a:pt x="7976" y="3699"/>
                    <a:pt x="8399" y="3899"/>
                  </a:cubicBezTo>
                  <a:cubicBezTo>
                    <a:pt x="8191" y="4177"/>
                    <a:pt x="7990" y="4464"/>
                    <a:pt x="7800" y="4758"/>
                  </a:cubicBezTo>
                  <a:cubicBezTo>
                    <a:pt x="7790" y="4748"/>
                    <a:pt x="7780" y="4740"/>
                    <a:pt x="7765" y="4734"/>
                  </a:cubicBezTo>
                  <a:cubicBezTo>
                    <a:pt x="7219" y="4528"/>
                    <a:pt x="6648" y="4435"/>
                    <a:pt x="6072" y="4435"/>
                  </a:cubicBezTo>
                  <a:cubicBezTo>
                    <a:pt x="5891" y="4435"/>
                    <a:pt x="5709" y="4444"/>
                    <a:pt x="5527" y="4462"/>
                  </a:cubicBezTo>
                  <a:cubicBezTo>
                    <a:pt x="5661" y="4241"/>
                    <a:pt x="5802" y="4027"/>
                    <a:pt x="5951" y="3817"/>
                  </a:cubicBezTo>
                  <a:cubicBezTo>
                    <a:pt x="5961" y="3820"/>
                    <a:pt x="5972" y="3823"/>
                    <a:pt x="5983" y="3823"/>
                  </a:cubicBezTo>
                  <a:cubicBezTo>
                    <a:pt x="5994" y="3823"/>
                    <a:pt x="6005" y="3820"/>
                    <a:pt x="6018" y="3816"/>
                  </a:cubicBezTo>
                  <a:cubicBezTo>
                    <a:pt x="6368" y="3659"/>
                    <a:pt x="6728" y="3587"/>
                    <a:pt x="7086" y="3587"/>
                  </a:cubicBezTo>
                  <a:close/>
                  <a:moveTo>
                    <a:pt x="10762" y="1893"/>
                  </a:moveTo>
                  <a:cubicBezTo>
                    <a:pt x="11246" y="2333"/>
                    <a:pt x="11523" y="2855"/>
                    <a:pt x="11712" y="3456"/>
                  </a:cubicBezTo>
                  <a:cubicBezTo>
                    <a:pt x="11622" y="3932"/>
                    <a:pt x="11511" y="4405"/>
                    <a:pt x="11349" y="4871"/>
                  </a:cubicBezTo>
                  <a:cubicBezTo>
                    <a:pt x="11334" y="4905"/>
                    <a:pt x="11320" y="4941"/>
                    <a:pt x="11308" y="4977"/>
                  </a:cubicBezTo>
                  <a:cubicBezTo>
                    <a:pt x="11112" y="4046"/>
                    <a:pt x="10711" y="3145"/>
                    <a:pt x="10148" y="2382"/>
                  </a:cubicBezTo>
                  <a:cubicBezTo>
                    <a:pt x="10346" y="2210"/>
                    <a:pt x="10551" y="2048"/>
                    <a:pt x="10762" y="1893"/>
                  </a:cubicBezTo>
                  <a:close/>
                  <a:moveTo>
                    <a:pt x="6023" y="4652"/>
                  </a:moveTo>
                  <a:cubicBezTo>
                    <a:pt x="6592" y="4652"/>
                    <a:pt x="7146" y="4734"/>
                    <a:pt x="7711" y="4884"/>
                  </a:cubicBezTo>
                  <a:lnTo>
                    <a:pt x="7716" y="4884"/>
                  </a:lnTo>
                  <a:cubicBezTo>
                    <a:pt x="7638" y="5007"/>
                    <a:pt x="7561" y="5130"/>
                    <a:pt x="7486" y="5254"/>
                  </a:cubicBezTo>
                  <a:cubicBezTo>
                    <a:pt x="7489" y="5220"/>
                    <a:pt x="7472" y="5184"/>
                    <a:pt x="7430" y="5167"/>
                  </a:cubicBezTo>
                  <a:cubicBezTo>
                    <a:pt x="7004" y="5014"/>
                    <a:pt x="6566" y="4941"/>
                    <a:pt x="6125" y="4941"/>
                  </a:cubicBezTo>
                  <a:cubicBezTo>
                    <a:pt x="5814" y="4941"/>
                    <a:pt x="5500" y="4978"/>
                    <a:pt x="5190" y="5048"/>
                  </a:cubicBezTo>
                  <a:cubicBezTo>
                    <a:pt x="5257" y="4927"/>
                    <a:pt x="5325" y="4806"/>
                    <a:pt x="5394" y="4684"/>
                  </a:cubicBezTo>
                  <a:lnTo>
                    <a:pt x="5399" y="4684"/>
                  </a:lnTo>
                  <a:cubicBezTo>
                    <a:pt x="5610" y="4662"/>
                    <a:pt x="5817" y="4652"/>
                    <a:pt x="6023" y="4652"/>
                  </a:cubicBezTo>
                  <a:close/>
                  <a:moveTo>
                    <a:pt x="6110" y="5154"/>
                  </a:moveTo>
                  <a:cubicBezTo>
                    <a:pt x="6531" y="5154"/>
                    <a:pt x="6950" y="5217"/>
                    <a:pt x="7374" y="5334"/>
                  </a:cubicBezTo>
                  <a:cubicBezTo>
                    <a:pt x="7383" y="5336"/>
                    <a:pt x="7391" y="5337"/>
                    <a:pt x="7398" y="5337"/>
                  </a:cubicBezTo>
                  <a:cubicBezTo>
                    <a:pt x="7415" y="5337"/>
                    <a:pt x="7431" y="5333"/>
                    <a:pt x="7443" y="5326"/>
                  </a:cubicBezTo>
                  <a:lnTo>
                    <a:pt x="7443" y="5326"/>
                  </a:lnTo>
                  <a:cubicBezTo>
                    <a:pt x="7271" y="5607"/>
                    <a:pt x="7106" y="5894"/>
                    <a:pt x="6942" y="6182"/>
                  </a:cubicBezTo>
                  <a:cubicBezTo>
                    <a:pt x="6916" y="6229"/>
                    <a:pt x="6887" y="6278"/>
                    <a:pt x="6860" y="6327"/>
                  </a:cubicBezTo>
                  <a:cubicBezTo>
                    <a:pt x="6457" y="6131"/>
                    <a:pt x="5990" y="6017"/>
                    <a:pt x="5529" y="6017"/>
                  </a:cubicBezTo>
                  <a:cubicBezTo>
                    <a:pt x="5222" y="6017"/>
                    <a:pt x="4917" y="6067"/>
                    <a:pt x="4635" y="6179"/>
                  </a:cubicBezTo>
                  <a:cubicBezTo>
                    <a:pt x="4664" y="6108"/>
                    <a:pt x="4695" y="6038"/>
                    <a:pt x="4728" y="5969"/>
                  </a:cubicBezTo>
                  <a:cubicBezTo>
                    <a:pt x="4836" y="5737"/>
                    <a:pt x="4951" y="5506"/>
                    <a:pt x="5072" y="5277"/>
                  </a:cubicBezTo>
                  <a:cubicBezTo>
                    <a:pt x="5076" y="5277"/>
                    <a:pt x="5080" y="5278"/>
                    <a:pt x="5085" y="5278"/>
                  </a:cubicBezTo>
                  <a:cubicBezTo>
                    <a:pt x="5093" y="5278"/>
                    <a:pt x="5101" y="5277"/>
                    <a:pt x="5109" y="5274"/>
                  </a:cubicBezTo>
                  <a:cubicBezTo>
                    <a:pt x="5446" y="5193"/>
                    <a:pt x="5779" y="5154"/>
                    <a:pt x="6110" y="5154"/>
                  </a:cubicBezTo>
                  <a:close/>
                  <a:moveTo>
                    <a:pt x="5512" y="6265"/>
                  </a:moveTo>
                  <a:cubicBezTo>
                    <a:pt x="5932" y="6265"/>
                    <a:pt x="6337" y="6325"/>
                    <a:pt x="6775" y="6476"/>
                  </a:cubicBezTo>
                  <a:cubicBezTo>
                    <a:pt x="6581" y="6820"/>
                    <a:pt x="6383" y="7172"/>
                    <a:pt x="6170" y="7520"/>
                  </a:cubicBezTo>
                  <a:cubicBezTo>
                    <a:pt x="5751" y="7293"/>
                    <a:pt x="5247" y="7143"/>
                    <a:pt x="4754" y="7143"/>
                  </a:cubicBezTo>
                  <a:cubicBezTo>
                    <a:pt x="4577" y="7143"/>
                    <a:pt x="4401" y="7162"/>
                    <a:pt x="4231" y="7205"/>
                  </a:cubicBezTo>
                  <a:cubicBezTo>
                    <a:pt x="4349" y="6894"/>
                    <a:pt x="4461" y="6589"/>
                    <a:pt x="4581" y="6303"/>
                  </a:cubicBezTo>
                  <a:cubicBezTo>
                    <a:pt x="4596" y="6322"/>
                    <a:pt x="4618" y="6335"/>
                    <a:pt x="4643" y="6335"/>
                  </a:cubicBezTo>
                  <a:cubicBezTo>
                    <a:pt x="4646" y="6335"/>
                    <a:pt x="4648" y="6334"/>
                    <a:pt x="4651" y="6334"/>
                  </a:cubicBezTo>
                  <a:cubicBezTo>
                    <a:pt x="4954" y="6291"/>
                    <a:pt x="5237" y="6265"/>
                    <a:pt x="5512" y="6265"/>
                  </a:cubicBezTo>
                  <a:close/>
                  <a:moveTo>
                    <a:pt x="9975" y="2533"/>
                  </a:moveTo>
                  <a:cubicBezTo>
                    <a:pt x="10501" y="3392"/>
                    <a:pt x="10911" y="4262"/>
                    <a:pt x="11218" y="5216"/>
                  </a:cubicBezTo>
                  <a:cubicBezTo>
                    <a:pt x="11104" y="5508"/>
                    <a:pt x="10976" y="5792"/>
                    <a:pt x="10837" y="6071"/>
                  </a:cubicBezTo>
                  <a:cubicBezTo>
                    <a:pt x="10696" y="4999"/>
                    <a:pt x="10156" y="4022"/>
                    <a:pt x="9317" y="3315"/>
                  </a:cubicBezTo>
                  <a:cubicBezTo>
                    <a:pt x="9298" y="3299"/>
                    <a:pt x="9280" y="3292"/>
                    <a:pt x="9262" y="3292"/>
                  </a:cubicBezTo>
                  <a:cubicBezTo>
                    <a:pt x="9188" y="3292"/>
                    <a:pt x="9133" y="3409"/>
                    <a:pt x="9207" y="3475"/>
                  </a:cubicBezTo>
                  <a:cubicBezTo>
                    <a:pt x="10058" y="4220"/>
                    <a:pt x="10572" y="5239"/>
                    <a:pt x="10695" y="6345"/>
                  </a:cubicBezTo>
                  <a:cubicBezTo>
                    <a:pt x="10475" y="6753"/>
                    <a:pt x="10230" y="7146"/>
                    <a:pt x="9958" y="7520"/>
                  </a:cubicBezTo>
                  <a:cubicBezTo>
                    <a:pt x="9994" y="6375"/>
                    <a:pt x="9269" y="5048"/>
                    <a:pt x="8458" y="4374"/>
                  </a:cubicBezTo>
                  <a:cubicBezTo>
                    <a:pt x="8445" y="4362"/>
                    <a:pt x="8430" y="4358"/>
                    <a:pt x="8416" y="4358"/>
                  </a:cubicBezTo>
                  <a:cubicBezTo>
                    <a:pt x="8405" y="4358"/>
                    <a:pt x="8394" y="4360"/>
                    <a:pt x="8384" y="4365"/>
                  </a:cubicBezTo>
                  <a:cubicBezTo>
                    <a:pt x="8636" y="3997"/>
                    <a:pt x="8906" y="3639"/>
                    <a:pt x="9209" y="3302"/>
                  </a:cubicBezTo>
                  <a:cubicBezTo>
                    <a:pt x="9454" y="3028"/>
                    <a:pt x="9709" y="2773"/>
                    <a:pt x="9975" y="2533"/>
                  </a:cubicBezTo>
                  <a:close/>
                  <a:moveTo>
                    <a:pt x="8330" y="4442"/>
                  </a:moveTo>
                  <a:lnTo>
                    <a:pt x="8330" y="4442"/>
                  </a:lnTo>
                  <a:cubicBezTo>
                    <a:pt x="8328" y="4460"/>
                    <a:pt x="8333" y="4478"/>
                    <a:pt x="8348" y="4495"/>
                  </a:cubicBezTo>
                  <a:cubicBezTo>
                    <a:pt x="8782" y="4992"/>
                    <a:pt x="9160" y="5499"/>
                    <a:pt x="9412" y="6115"/>
                  </a:cubicBezTo>
                  <a:cubicBezTo>
                    <a:pt x="9641" y="6671"/>
                    <a:pt x="9665" y="7216"/>
                    <a:pt x="9754" y="7786"/>
                  </a:cubicBezTo>
                  <a:cubicBezTo>
                    <a:pt x="9608" y="7980"/>
                    <a:pt x="9454" y="8165"/>
                    <a:pt x="9294" y="8342"/>
                  </a:cubicBezTo>
                  <a:cubicBezTo>
                    <a:pt x="9313" y="7154"/>
                    <a:pt x="8939" y="5745"/>
                    <a:pt x="8107" y="4946"/>
                  </a:cubicBezTo>
                  <a:cubicBezTo>
                    <a:pt x="8088" y="4929"/>
                    <a:pt x="8066" y="4923"/>
                    <a:pt x="8045" y="4923"/>
                  </a:cubicBezTo>
                  <a:cubicBezTo>
                    <a:pt x="8036" y="4923"/>
                    <a:pt x="8026" y="4924"/>
                    <a:pt x="8017" y="4927"/>
                  </a:cubicBezTo>
                  <a:cubicBezTo>
                    <a:pt x="8119" y="4763"/>
                    <a:pt x="8224" y="4601"/>
                    <a:pt x="8330" y="4442"/>
                  </a:cubicBezTo>
                  <a:close/>
                  <a:moveTo>
                    <a:pt x="4654" y="7393"/>
                  </a:moveTo>
                  <a:cubicBezTo>
                    <a:pt x="5138" y="7393"/>
                    <a:pt x="5588" y="7461"/>
                    <a:pt x="6067" y="7687"/>
                  </a:cubicBezTo>
                  <a:cubicBezTo>
                    <a:pt x="5887" y="7974"/>
                    <a:pt x="5697" y="8255"/>
                    <a:pt x="5494" y="8522"/>
                  </a:cubicBezTo>
                  <a:cubicBezTo>
                    <a:pt x="5486" y="8519"/>
                    <a:pt x="5478" y="8512"/>
                    <a:pt x="5469" y="8509"/>
                  </a:cubicBezTo>
                  <a:cubicBezTo>
                    <a:pt x="5110" y="8359"/>
                    <a:pt x="4734" y="8293"/>
                    <a:pt x="4355" y="8293"/>
                  </a:cubicBezTo>
                  <a:cubicBezTo>
                    <a:pt x="4148" y="8293"/>
                    <a:pt x="3940" y="8313"/>
                    <a:pt x="3733" y="8348"/>
                  </a:cubicBezTo>
                  <a:cubicBezTo>
                    <a:pt x="3889" y="8047"/>
                    <a:pt x="4025" y="7732"/>
                    <a:pt x="4151" y="7412"/>
                  </a:cubicBezTo>
                  <a:cubicBezTo>
                    <a:pt x="4324" y="7400"/>
                    <a:pt x="4491" y="7393"/>
                    <a:pt x="4654" y="7393"/>
                  </a:cubicBezTo>
                  <a:close/>
                  <a:moveTo>
                    <a:pt x="4223" y="8516"/>
                  </a:moveTo>
                  <a:cubicBezTo>
                    <a:pt x="4608" y="8516"/>
                    <a:pt x="4987" y="8579"/>
                    <a:pt x="5371" y="8682"/>
                  </a:cubicBezTo>
                  <a:cubicBezTo>
                    <a:pt x="5286" y="8790"/>
                    <a:pt x="5196" y="8895"/>
                    <a:pt x="5106" y="8996"/>
                  </a:cubicBezTo>
                  <a:cubicBezTo>
                    <a:pt x="4769" y="8865"/>
                    <a:pt x="4416" y="8805"/>
                    <a:pt x="4059" y="8805"/>
                  </a:cubicBezTo>
                  <a:cubicBezTo>
                    <a:pt x="3848" y="8805"/>
                    <a:pt x="3635" y="8826"/>
                    <a:pt x="3424" y="8866"/>
                  </a:cubicBezTo>
                  <a:cubicBezTo>
                    <a:pt x="3489" y="8772"/>
                    <a:pt x="3552" y="8672"/>
                    <a:pt x="3610" y="8571"/>
                  </a:cubicBezTo>
                  <a:cubicBezTo>
                    <a:pt x="3818" y="8533"/>
                    <a:pt x="4021" y="8516"/>
                    <a:pt x="4223" y="8516"/>
                  </a:cubicBezTo>
                  <a:close/>
                  <a:moveTo>
                    <a:pt x="7962" y="5015"/>
                  </a:moveTo>
                  <a:cubicBezTo>
                    <a:pt x="7963" y="5023"/>
                    <a:pt x="7963" y="5031"/>
                    <a:pt x="7968" y="5040"/>
                  </a:cubicBezTo>
                  <a:cubicBezTo>
                    <a:pt x="8271" y="5650"/>
                    <a:pt x="8643" y="6187"/>
                    <a:pt x="8844" y="6851"/>
                  </a:cubicBezTo>
                  <a:cubicBezTo>
                    <a:pt x="9011" y="7406"/>
                    <a:pt x="9083" y="7970"/>
                    <a:pt x="9106" y="8543"/>
                  </a:cubicBezTo>
                  <a:cubicBezTo>
                    <a:pt x="9048" y="8609"/>
                    <a:pt x="8988" y="8669"/>
                    <a:pt x="8927" y="8731"/>
                  </a:cubicBezTo>
                  <a:cubicBezTo>
                    <a:pt x="8726" y="8934"/>
                    <a:pt x="8513" y="9126"/>
                    <a:pt x="8296" y="9314"/>
                  </a:cubicBezTo>
                  <a:cubicBezTo>
                    <a:pt x="8355" y="8301"/>
                    <a:pt x="7978" y="7324"/>
                    <a:pt x="7266" y="6583"/>
                  </a:cubicBezTo>
                  <a:cubicBezTo>
                    <a:pt x="7244" y="6560"/>
                    <a:pt x="7218" y="6550"/>
                    <a:pt x="7192" y="6550"/>
                  </a:cubicBezTo>
                  <a:cubicBezTo>
                    <a:pt x="7113" y="6550"/>
                    <a:pt x="7041" y="6643"/>
                    <a:pt x="7109" y="6720"/>
                  </a:cubicBezTo>
                  <a:cubicBezTo>
                    <a:pt x="7782" y="7489"/>
                    <a:pt x="8119" y="8448"/>
                    <a:pt x="8119" y="9460"/>
                  </a:cubicBezTo>
                  <a:cubicBezTo>
                    <a:pt x="7703" y="9798"/>
                    <a:pt x="7258" y="10108"/>
                    <a:pt x="6792" y="10376"/>
                  </a:cubicBezTo>
                  <a:cubicBezTo>
                    <a:pt x="7171" y="9430"/>
                    <a:pt x="7078" y="8334"/>
                    <a:pt x="6554" y="7457"/>
                  </a:cubicBezTo>
                  <a:cubicBezTo>
                    <a:pt x="7036" y="6648"/>
                    <a:pt x="7471" y="5814"/>
                    <a:pt x="7962" y="5015"/>
                  </a:cubicBezTo>
                  <a:close/>
                  <a:moveTo>
                    <a:pt x="4077" y="8984"/>
                  </a:moveTo>
                  <a:cubicBezTo>
                    <a:pt x="4388" y="8984"/>
                    <a:pt x="4694" y="9029"/>
                    <a:pt x="5003" y="9108"/>
                  </a:cubicBezTo>
                  <a:cubicBezTo>
                    <a:pt x="4599" y="9540"/>
                    <a:pt x="4141" y="9910"/>
                    <a:pt x="3601" y="10171"/>
                  </a:cubicBezTo>
                  <a:cubicBezTo>
                    <a:pt x="3388" y="10273"/>
                    <a:pt x="3159" y="10358"/>
                    <a:pt x="2918" y="10415"/>
                  </a:cubicBezTo>
                  <a:cubicBezTo>
                    <a:pt x="2938" y="10399"/>
                    <a:pt x="2949" y="10376"/>
                    <a:pt x="2946" y="10345"/>
                  </a:cubicBezTo>
                  <a:cubicBezTo>
                    <a:pt x="2907" y="10075"/>
                    <a:pt x="2742" y="9854"/>
                    <a:pt x="2514" y="9731"/>
                  </a:cubicBezTo>
                  <a:cubicBezTo>
                    <a:pt x="2841" y="9545"/>
                    <a:pt x="3108" y="9289"/>
                    <a:pt x="3332" y="8993"/>
                  </a:cubicBezTo>
                  <a:cubicBezTo>
                    <a:pt x="3345" y="9027"/>
                    <a:pt x="3372" y="9052"/>
                    <a:pt x="3412" y="9052"/>
                  </a:cubicBezTo>
                  <a:cubicBezTo>
                    <a:pt x="3419" y="9052"/>
                    <a:pt x="3425" y="9052"/>
                    <a:pt x="3432" y="9050"/>
                  </a:cubicBezTo>
                  <a:cubicBezTo>
                    <a:pt x="3651" y="9005"/>
                    <a:pt x="3865" y="8984"/>
                    <a:pt x="4077" y="8984"/>
                  </a:cubicBezTo>
                  <a:close/>
                  <a:moveTo>
                    <a:pt x="328" y="9168"/>
                  </a:moveTo>
                  <a:lnTo>
                    <a:pt x="328" y="9168"/>
                  </a:lnTo>
                  <a:cubicBezTo>
                    <a:pt x="423" y="9419"/>
                    <a:pt x="611" y="9633"/>
                    <a:pt x="861" y="9787"/>
                  </a:cubicBezTo>
                  <a:cubicBezTo>
                    <a:pt x="958" y="9846"/>
                    <a:pt x="1059" y="9892"/>
                    <a:pt x="1164" y="9923"/>
                  </a:cubicBezTo>
                  <a:cubicBezTo>
                    <a:pt x="1231" y="9988"/>
                    <a:pt x="1310" y="10050"/>
                    <a:pt x="1369" y="10122"/>
                  </a:cubicBezTo>
                  <a:cubicBezTo>
                    <a:pt x="1449" y="10214"/>
                    <a:pt x="1509" y="10315"/>
                    <a:pt x="1557" y="10427"/>
                  </a:cubicBezTo>
                  <a:cubicBezTo>
                    <a:pt x="1334" y="10368"/>
                    <a:pt x="1120" y="10276"/>
                    <a:pt x="923" y="10142"/>
                  </a:cubicBezTo>
                  <a:cubicBezTo>
                    <a:pt x="593" y="9919"/>
                    <a:pt x="331" y="9564"/>
                    <a:pt x="328" y="9168"/>
                  </a:cubicBezTo>
                  <a:close/>
                  <a:moveTo>
                    <a:pt x="2306" y="9836"/>
                  </a:moveTo>
                  <a:cubicBezTo>
                    <a:pt x="2548" y="9913"/>
                    <a:pt x="2742" y="10124"/>
                    <a:pt x="2794" y="10376"/>
                  </a:cubicBezTo>
                  <a:cubicBezTo>
                    <a:pt x="2800" y="10409"/>
                    <a:pt x="2823" y="10425"/>
                    <a:pt x="2846" y="10430"/>
                  </a:cubicBezTo>
                  <a:cubicBezTo>
                    <a:pt x="2630" y="10478"/>
                    <a:pt x="2409" y="10505"/>
                    <a:pt x="2190" y="10505"/>
                  </a:cubicBezTo>
                  <a:cubicBezTo>
                    <a:pt x="2030" y="10505"/>
                    <a:pt x="1870" y="10491"/>
                    <a:pt x="1714" y="10461"/>
                  </a:cubicBezTo>
                  <a:lnTo>
                    <a:pt x="1714" y="10456"/>
                  </a:lnTo>
                  <a:cubicBezTo>
                    <a:pt x="1670" y="10309"/>
                    <a:pt x="1590" y="10129"/>
                    <a:pt x="1477" y="9983"/>
                  </a:cubicBezTo>
                  <a:lnTo>
                    <a:pt x="1477" y="9983"/>
                  </a:lnTo>
                  <a:cubicBezTo>
                    <a:pt x="1518" y="9987"/>
                    <a:pt x="1559" y="9988"/>
                    <a:pt x="1600" y="9988"/>
                  </a:cubicBezTo>
                  <a:cubicBezTo>
                    <a:pt x="1840" y="9988"/>
                    <a:pt x="2080" y="9932"/>
                    <a:pt x="2306" y="9836"/>
                  </a:cubicBezTo>
                  <a:close/>
                  <a:moveTo>
                    <a:pt x="6430" y="7666"/>
                  </a:moveTo>
                  <a:cubicBezTo>
                    <a:pt x="6833" y="8538"/>
                    <a:pt x="6906" y="9458"/>
                    <a:pt x="6661" y="10402"/>
                  </a:cubicBezTo>
                  <a:cubicBezTo>
                    <a:pt x="6656" y="10420"/>
                    <a:pt x="6659" y="10435"/>
                    <a:pt x="6664" y="10448"/>
                  </a:cubicBezTo>
                  <a:cubicBezTo>
                    <a:pt x="6489" y="10543"/>
                    <a:pt x="6311" y="10638"/>
                    <a:pt x="6129" y="10721"/>
                  </a:cubicBezTo>
                  <a:cubicBezTo>
                    <a:pt x="6365" y="9954"/>
                    <a:pt x="6317" y="9126"/>
                    <a:pt x="5952" y="8396"/>
                  </a:cubicBezTo>
                  <a:cubicBezTo>
                    <a:pt x="6100" y="8185"/>
                    <a:pt x="6242" y="7972"/>
                    <a:pt x="6373" y="7759"/>
                  </a:cubicBezTo>
                  <a:cubicBezTo>
                    <a:pt x="6391" y="7728"/>
                    <a:pt x="6409" y="7699"/>
                    <a:pt x="6430" y="7666"/>
                  </a:cubicBezTo>
                  <a:close/>
                  <a:moveTo>
                    <a:pt x="1040" y="10571"/>
                  </a:moveTo>
                  <a:lnTo>
                    <a:pt x="1040" y="10571"/>
                  </a:lnTo>
                  <a:cubicBezTo>
                    <a:pt x="1311" y="10685"/>
                    <a:pt x="1614" y="10754"/>
                    <a:pt x="1915" y="10783"/>
                  </a:cubicBezTo>
                  <a:cubicBezTo>
                    <a:pt x="1905" y="10792"/>
                    <a:pt x="1894" y="10801"/>
                    <a:pt x="1882" y="10810"/>
                  </a:cubicBezTo>
                  <a:cubicBezTo>
                    <a:pt x="1815" y="10867"/>
                    <a:pt x="1750" y="10927"/>
                    <a:pt x="1681" y="10988"/>
                  </a:cubicBezTo>
                  <a:cubicBezTo>
                    <a:pt x="1450" y="10870"/>
                    <a:pt x="1238" y="10731"/>
                    <a:pt x="1040" y="10571"/>
                  </a:cubicBezTo>
                  <a:close/>
                  <a:moveTo>
                    <a:pt x="5811" y="8600"/>
                  </a:moveTo>
                  <a:cubicBezTo>
                    <a:pt x="6064" y="9338"/>
                    <a:pt x="6100" y="10081"/>
                    <a:pt x="5883" y="10834"/>
                  </a:cubicBezTo>
                  <a:cubicBezTo>
                    <a:pt x="5532" y="10981"/>
                    <a:pt x="5173" y="11106"/>
                    <a:pt x="4807" y="11201"/>
                  </a:cubicBezTo>
                  <a:cubicBezTo>
                    <a:pt x="4731" y="11220"/>
                    <a:pt x="4655" y="11237"/>
                    <a:pt x="4578" y="11255"/>
                  </a:cubicBezTo>
                  <a:cubicBezTo>
                    <a:pt x="4774" y="10810"/>
                    <a:pt x="4869" y="10302"/>
                    <a:pt x="4758" y="9829"/>
                  </a:cubicBezTo>
                  <a:cubicBezTo>
                    <a:pt x="4754" y="9811"/>
                    <a:pt x="4745" y="9798"/>
                    <a:pt x="4731" y="9790"/>
                  </a:cubicBezTo>
                  <a:cubicBezTo>
                    <a:pt x="5134" y="9443"/>
                    <a:pt x="5492" y="9032"/>
                    <a:pt x="5811" y="8600"/>
                  </a:cubicBezTo>
                  <a:close/>
                  <a:moveTo>
                    <a:pt x="3519" y="10551"/>
                  </a:moveTo>
                  <a:cubicBezTo>
                    <a:pt x="3489" y="10693"/>
                    <a:pt x="3468" y="10836"/>
                    <a:pt x="3406" y="10973"/>
                  </a:cubicBezTo>
                  <a:cubicBezTo>
                    <a:pt x="3337" y="11124"/>
                    <a:pt x="3236" y="11258"/>
                    <a:pt x="3118" y="11373"/>
                  </a:cubicBezTo>
                  <a:cubicBezTo>
                    <a:pt x="2797" y="11348"/>
                    <a:pt x="2478" y="11291"/>
                    <a:pt x="2169" y="11189"/>
                  </a:cubicBezTo>
                  <a:cubicBezTo>
                    <a:pt x="2061" y="11155"/>
                    <a:pt x="1956" y="11114"/>
                    <a:pt x="1853" y="11070"/>
                  </a:cubicBezTo>
                  <a:cubicBezTo>
                    <a:pt x="1899" y="11031"/>
                    <a:pt x="1940" y="10990"/>
                    <a:pt x="1979" y="10959"/>
                  </a:cubicBezTo>
                  <a:cubicBezTo>
                    <a:pt x="2041" y="10908"/>
                    <a:pt x="2112" y="10857"/>
                    <a:pt x="2177" y="10801"/>
                  </a:cubicBezTo>
                  <a:cubicBezTo>
                    <a:pt x="2208" y="10802"/>
                    <a:pt x="2240" y="10803"/>
                    <a:pt x="2271" y="10803"/>
                  </a:cubicBezTo>
                  <a:cubicBezTo>
                    <a:pt x="2549" y="10803"/>
                    <a:pt x="2817" y="10770"/>
                    <a:pt x="3048" y="10711"/>
                  </a:cubicBezTo>
                  <a:cubicBezTo>
                    <a:pt x="3211" y="10669"/>
                    <a:pt x="3367" y="10615"/>
                    <a:pt x="3519" y="10551"/>
                  </a:cubicBezTo>
                  <a:close/>
                  <a:moveTo>
                    <a:pt x="4633" y="9872"/>
                  </a:moveTo>
                  <a:lnTo>
                    <a:pt x="4633" y="9872"/>
                  </a:lnTo>
                  <a:cubicBezTo>
                    <a:pt x="4571" y="10366"/>
                    <a:pt x="4519" y="10829"/>
                    <a:pt x="4371" y="11299"/>
                  </a:cubicBezTo>
                  <a:cubicBezTo>
                    <a:pt x="4067" y="11352"/>
                    <a:pt x="3756" y="11384"/>
                    <a:pt x="3447" y="11384"/>
                  </a:cubicBezTo>
                  <a:cubicBezTo>
                    <a:pt x="3412" y="11384"/>
                    <a:pt x="3377" y="11383"/>
                    <a:pt x="3342" y="11382"/>
                  </a:cubicBezTo>
                  <a:cubicBezTo>
                    <a:pt x="3584" y="11140"/>
                    <a:pt x="3758" y="10793"/>
                    <a:pt x="3694" y="10474"/>
                  </a:cubicBezTo>
                  <a:cubicBezTo>
                    <a:pt x="4033" y="10317"/>
                    <a:pt x="4345" y="10109"/>
                    <a:pt x="4633" y="9872"/>
                  </a:cubicBezTo>
                  <a:close/>
                  <a:moveTo>
                    <a:pt x="13712" y="1"/>
                  </a:moveTo>
                  <a:cubicBezTo>
                    <a:pt x="13705" y="1"/>
                    <a:pt x="13697" y="2"/>
                    <a:pt x="13689" y="4"/>
                  </a:cubicBezTo>
                  <a:cubicBezTo>
                    <a:pt x="13346" y="103"/>
                    <a:pt x="13009" y="230"/>
                    <a:pt x="12678" y="379"/>
                  </a:cubicBezTo>
                  <a:cubicBezTo>
                    <a:pt x="12658" y="364"/>
                    <a:pt x="12635" y="355"/>
                    <a:pt x="12608" y="351"/>
                  </a:cubicBezTo>
                  <a:cubicBezTo>
                    <a:pt x="12316" y="313"/>
                    <a:pt x="12028" y="294"/>
                    <a:pt x="11742" y="294"/>
                  </a:cubicBezTo>
                  <a:cubicBezTo>
                    <a:pt x="9264" y="294"/>
                    <a:pt x="7031" y="1701"/>
                    <a:pt x="5630" y="3742"/>
                  </a:cubicBezTo>
                  <a:cubicBezTo>
                    <a:pt x="4844" y="4886"/>
                    <a:pt x="4286" y="6161"/>
                    <a:pt x="3771" y="7442"/>
                  </a:cubicBezTo>
                  <a:cubicBezTo>
                    <a:pt x="3462" y="8209"/>
                    <a:pt x="3113" y="9067"/>
                    <a:pt x="2347" y="9482"/>
                  </a:cubicBezTo>
                  <a:cubicBezTo>
                    <a:pt x="2126" y="9602"/>
                    <a:pt x="1879" y="9660"/>
                    <a:pt x="1638" y="9660"/>
                  </a:cubicBezTo>
                  <a:cubicBezTo>
                    <a:pt x="1069" y="9660"/>
                    <a:pt x="534" y="9335"/>
                    <a:pt x="454" y="8718"/>
                  </a:cubicBezTo>
                  <a:cubicBezTo>
                    <a:pt x="586" y="8512"/>
                    <a:pt x="813" y="8398"/>
                    <a:pt x="1034" y="8398"/>
                  </a:cubicBezTo>
                  <a:cubicBezTo>
                    <a:pt x="1263" y="8398"/>
                    <a:pt x="1485" y="8521"/>
                    <a:pt x="1588" y="8792"/>
                  </a:cubicBezTo>
                  <a:cubicBezTo>
                    <a:pt x="1605" y="8837"/>
                    <a:pt x="1644" y="8856"/>
                    <a:pt x="1685" y="8856"/>
                  </a:cubicBezTo>
                  <a:cubicBezTo>
                    <a:pt x="1756" y="8856"/>
                    <a:pt x="1832" y="8799"/>
                    <a:pt x="1809" y="8717"/>
                  </a:cubicBezTo>
                  <a:cubicBezTo>
                    <a:pt x="1699" y="8336"/>
                    <a:pt x="1354" y="8082"/>
                    <a:pt x="967" y="8082"/>
                  </a:cubicBezTo>
                  <a:cubicBezTo>
                    <a:pt x="903" y="8082"/>
                    <a:pt x="838" y="8089"/>
                    <a:pt x="773" y="8103"/>
                  </a:cubicBezTo>
                  <a:cubicBezTo>
                    <a:pt x="264" y="8216"/>
                    <a:pt x="1" y="8749"/>
                    <a:pt x="23" y="9237"/>
                  </a:cubicBezTo>
                  <a:cubicBezTo>
                    <a:pt x="30" y="9404"/>
                    <a:pt x="64" y="9556"/>
                    <a:pt x="117" y="9695"/>
                  </a:cubicBezTo>
                  <a:cubicBezTo>
                    <a:pt x="91" y="9716"/>
                    <a:pt x="74" y="9756"/>
                    <a:pt x="91" y="9795"/>
                  </a:cubicBezTo>
                  <a:cubicBezTo>
                    <a:pt x="519" y="10860"/>
                    <a:pt x="1737" y="11467"/>
                    <a:pt x="2822" y="11621"/>
                  </a:cubicBezTo>
                  <a:cubicBezTo>
                    <a:pt x="3035" y="11652"/>
                    <a:pt x="3250" y="11666"/>
                    <a:pt x="3464" y="11666"/>
                  </a:cubicBezTo>
                  <a:cubicBezTo>
                    <a:pt x="3746" y="11666"/>
                    <a:pt x="4027" y="11641"/>
                    <a:pt x="4306" y="11597"/>
                  </a:cubicBezTo>
                  <a:cubicBezTo>
                    <a:pt x="4320" y="11613"/>
                    <a:pt x="4340" y="11623"/>
                    <a:pt x="4361" y="11623"/>
                  </a:cubicBezTo>
                  <a:cubicBezTo>
                    <a:pt x="4380" y="11623"/>
                    <a:pt x="4399" y="11614"/>
                    <a:pt x="4411" y="11593"/>
                  </a:cubicBezTo>
                  <a:cubicBezTo>
                    <a:pt x="4412" y="11589"/>
                    <a:pt x="4417" y="11582"/>
                    <a:pt x="4419" y="11579"/>
                  </a:cubicBezTo>
                  <a:cubicBezTo>
                    <a:pt x="5280" y="11425"/>
                    <a:pt x="6119" y="11083"/>
                    <a:pt x="6872" y="10666"/>
                  </a:cubicBezTo>
                  <a:cubicBezTo>
                    <a:pt x="7716" y="10199"/>
                    <a:pt x="8487" y="9607"/>
                    <a:pt x="9168" y="8923"/>
                  </a:cubicBezTo>
                  <a:cubicBezTo>
                    <a:pt x="9177" y="8926"/>
                    <a:pt x="9186" y="8928"/>
                    <a:pt x="9196" y="8928"/>
                  </a:cubicBezTo>
                  <a:cubicBezTo>
                    <a:pt x="9228" y="8928"/>
                    <a:pt x="9259" y="8908"/>
                    <a:pt x="9264" y="8864"/>
                  </a:cubicBezTo>
                  <a:cubicBezTo>
                    <a:pt x="9266" y="8849"/>
                    <a:pt x="9266" y="8833"/>
                    <a:pt x="9269" y="8820"/>
                  </a:cubicBezTo>
                  <a:cubicBezTo>
                    <a:pt x="9858" y="8208"/>
                    <a:pt x="10375" y="7527"/>
                    <a:pt x="10803" y="6792"/>
                  </a:cubicBezTo>
                  <a:cubicBezTo>
                    <a:pt x="10805" y="6792"/>
                    <a:pt x="10808" y="6793"/>
                    <a:pt x="10810" y="6793"/>
                  </a:cubicBezTo>
                  <a:cubicBezTo>
                    <a:pt x="10846" y="6793"/>
                    <a:pt x="10878" y="6771"/>
                    <a:pt x="10881" y="6722"/>
                  </a:cubicBezTo>
                  <a:lnTo>
                    <a:pt x="10881" y="6656"/>
                  </a:lnTo>
                  <a:cubicBezTo>
                    <a:pt x="11148" y="6180"/>
                    <a:pt x="11380" y="5683"/>
                    <a:pt x="11570" y="5172"/>
                  </a:cubicBezTo>
                  <a:cubicBezTo>
                    <a:pt x="11811" y="4521"/>
                    <a:pt x="11974" y="3850"/>
                    <a:pt x="12084" y="3166"/>
                  </a:cubicBezTo>
                  <a:cubicBezTo>
                    <a:pt x="12223" y="2284"/>
                    <a:pt x="12313" y="1387"/>
                    <a:pt x="12850" y="643"/>
                  </a:cubicBezTo>
                  <a:cubicBezTo>
                    <a:pt x="12861" y="629"/>
                    <a:pt x="12866" y="615"/>
                    <a:pt x="12871" y="602"/>
                  </a:cubicBezTo>
                  <a:cubicBezTo>
                    <a:pt x="13159" y="454"/>
                    <a:pt x="13452" y="312"/>
                    <a:pt x="13750" y="171"/>
                  </a:cubicBezTo>
                  <a:cubicBezTo>
                    <a:pt x="13828" y="134"/>
                    <a:pt x="13794" y="1"/>
                    <a:pt x="13712" y="1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417;p33">
              <a:extLst>
                <a:ext uri="{FF2B5EF4-FFF2-40B4-BE49-F238E27FC236}">
                  <a16:creationId xmlns:a16="http://schemas.microsoft.com/office/drawing/2014/main" id="{59944E90-27D8-41F3-B218-A438FE6469EF}"/>
                </a:ext>
              </a:extLst>
            </p:cNvPr>
            <p:cNvSpPr/>
            <p:nvPr/>
          </p:nvSpPr>
          <p:spPr>
            <a:xfrm rot="19571255">
              <a:off x="6749858" y="1698797"/>
              <a:ext cx="728908" cy="614944"/>
            </a:xfrm>
            <a:custGeom>
              <a:avLst/>
              <a:gdLst/>
              <a:ahLst/>
              <a:cxnLst/>
              <a:rect l="l" t="t" r="r" b="b"/>
              <a:pathLst>
                <a:path w="13828" h="11666" extrusionOk="0">
                  <a:moveTo>
                    <a:pt x="11902" y="622"/>
                  </a:moveTo>
                  <a:cubicBezTo>
                    <a:pt x="11993" y="622"/>
                    <a:pt x="12084" y="623"/>
                    <a:pt x="12176" y="626"/>
                  </a:cubicBezTo>
                  <a:cubicBezTo>
                    <a:pt x="11748" y="854"/>
                    <a:pt x="11336" y="1117"/>
                    <a:pt x="10943" y="1400"/>
                  </a:cubicBezTo>
                  <a:cubicBezTo>
                    <a:pt x="10565" y="1156"/>
                    <a:pt x="10148" y="999"/>
                    <a:pt x="9708" y="944"/>
                  </a:cubicBezTo>
                  <a:cubicBezTo>
                    <a:pt x="10413" y="725"/>
                    <a:pt x="11153" y="622"/>
                    <a:pt x="11902" y="622"/>
                  </a:cubicBezTo>
                  <a:close/>
                  <a:moveTo>
                    <a:pt x="9181" y="1132"/>
                  </a:moveTo>
                  <a:cubicBezTo>
                    <a:pt x="9191" y="1137"/>
                    <a:pt x="9204" y="1138"/>
                    <a:pt x="9215" y="1138"/>
                  </a:cubicBezTo>
                  <a:cubicBezTo>
                    <a:pt x="9219" y="1138"/>
                    <a:pt x="9223" y="1138"/>
                    <a:pt x="9227" y="1138"/>
                  </a:cubicBezTo>
                  <a:cubicBezTo>
                    <a:pt x="9787" y="1138"/>
                    <a:pt x="10315" y="1253"/>
                    <a:pt x="10812" y="1497"/>
                  </a:cubicBezTo>
                  <a:cubicBezTo>
                    <a:pt x="10488" y="1739"/>
                    <a:pt x="10174" y="1996"/>
                    <a:pt x="9880" y="2259"/>
                  </a:cubicBezTo>
                  <a:cubicBezTo>
                    <a:pt x="9845" y="2290"/>
                    <a:pt x="9811" y="2323"/>
                    <a:pt x="9777" y="2356"/>
                  </a:cubicBezTo>
                  <a:cubicBezTo>
                    <a:pt x="9795" y="2326"/>
                    <a:pt x="9795" y="2287"/>
                    <a:pt x="9762" y="2266"/>
                  </a:cubicBezTo>
                  <a:cubicBezTo>
                    <a:pt x="9330" y="1986"/>
                    <a:pt x="8732" y="1780"/>
                    <a:pt x="8170" y="1780"/>
                  </a:cubicBezTo>
                  <a:cubicBezTo>
                    <a:pt x="8094" y="1780"/>
                    <a:pt x="8019" y="1784"/>
                    <a:pt x="7945" y="1791"/>
                  </a:cubicBezTo>
                  <a:cubicBezTo>
                    <a:pt x="8337" y="1525"/>
                    <a:pt x="8749" y="1305"/>
                    <a:pt x="9181" y="1132"/>
                  </a:cubicBezTo>
                  <a:close/>
                  <a:moveTo>
                    <a:pt x="8294" y="2015"/>
                  </a:moveTo>
                  <a:cubicBezTo>
                    <a:pt x="8380" y="2015"/>
                    <a:pt x="8467" y="2019"/>
                    <a:pt x="8554" y="2030"/>
                  </a:cubicBezTo>
                  <a:cubicBezTo>
                    <a:pt x="8963" y="2079"/>
                    <a:pt x="9335" y="2210"/>
                    <a:pt x="9706" y="2382"/>
                  </a:cubicBezTo>
                  <a:cubicBezTo>
                    <a:pt x="9714" y="2386"/>
                    <a:pt x="9721" y="2388"/>
                    <a:pt x="9728" y="2388"/>
                  </a:cubicBezTo>
                  <a:cubicBezTo>
                    <a:pt x="9736" y="2388"/>
                    <a:pt x="9744" y="2385"/>
                    <a:pt x="9752" y="2382"/>
                  </a:cubicBezTo>
                  <a:lnTo>
                    <a:pt x="9752" y="2382"/>
                  </a:lnTo>
                  <a:cubicBezTo>
                    <a:pt x="9557" y="2562"/>
                    <a:pt x="9371" y="2750"/>
                    <a:pt x="9196" y="2942"/>
                  </a:cubicBezTo>
                  <a:cubicBezTo>
                    <a:pt x="9191" y="2914"/>
                    <a:pt x="9176" y="2889"/>
                    <a:pt x="9148" y="2875"/>
                  </a:cubicBezTo>
                  <a:cubicBezTo>
                    <a:pt x="8661" y="2622"/>
                    <a:pt x="8130" y="2482"/>
                    <a:pt x="7595" y="2482"/>
                  </a:cubicBezTo>
                  <a:cubicBezTo>
                    <a:pt x="7411" y="2482"/>
                    <a:pt x="7227" y="2498"/>
                    <a:pt x="7044" y="2533"/>
                  </a:cubicBezTo>
                  <a:cubicBezTo>
                    <a:pt x="7212" y="2366"/>
                    <a:pt x="7397" y="2209"/>
                    <a:pt x="7589" y="2056"/>
                  </a:cubicBezTo>
                  <a:cubicBezTo>
                    <a:pt x="7826" y="2047"/>
                    <a:pt x="8058" y="2015"/>
                    <a:pt x="8294" y="2015"/>
                  </a:cubicBezTo>
                  <a:close/>
                  <a:moveTo>
                    <a:pt x="12367" y="868"/>
                  </a:moveTo>
                  <a:cubicBezTo>
                    <a:pt x="12076" y="1395"/>
                    <a:pt x="11953" y="1991"/>
                    <a:pt x="11856" y="2596"/>
                  </a:cubicBezTo>
                  <a:cubicBezTo>
                    <a:pt x="11835" y="2729"/>
                    <a:pt x="11812" y="2860"/>
                    <a:pt x="11793" y="2991"/>
                  </a:cubicBezTo>
                  <a:cubicBezTo>
                    <a:pt x="11636" y="2513"/>
                    <a:pt x="11334" y="2078"/>
                    <a:pt x="10968" y="1739"/>
                  </a:cubicBezTo>
                  <a:cubicBezTo>
                    <a:pt x="11415" y="1423"/>
                    <a:pt x="11883" y="1133"/>
                    <a:pt x="12367" y="868"/>
                  </a:cubicBezTo>
                  <a:close/>
                  <a:moveTo>
                    <a:pt x="7606" y="2726"/>
                  </a:moveTo>
                  <a:cubicBezTo>
                    <a:pt x="8095" y="2726"/>
                    <a:pt x="8574" y="2832"/>
                    <a:pt x="9045" y="3069"/>
                  </a:cubicBezTo>
                  <a:cubicBezTo>
                    <a:pt x="9053" y="3073"/>
                    <a:pt x="9061" y="3076"/>
                    <a:pt x="9070" y="3078"/>
                  </a:cubicBezTo>
                  <a:cubicBezTo>
                    <a:pt x="8873" y="3295"/>
                    <a:pt x="8688" y="3521"/>
                    <a:pt x="8510" y="3752"/>
                  </a:cubicBezTo>
                  <a:lnTo>
                    <a:pt x="8500" y="3742"/>
                  </a:lnTo>
                  <a:cubicBezTo>
                    <a:pt x="8081" y="3488"/>
                    <a:pt x="7623" y="3369"/>
                    <a:pt x="7162" y="3369"/>
                  </a:cubicBezTo>
                  <a:cubicBezTo>
                    <a:pt x="6817" y="3369"/>
                    <a:pt x="6471" y="3435"/>
                    <a:pt x="6137" y="3562"/>
                  </a:cubicBezTo>
                  <a:cubicBezTo>
                    <a:pt x="6329" y="3307"/>
                    <a:pt x="6536" y="3061"/>
                    <a:pt x="6754" y="2826"/>
                  </a:cubicBezTo>
                  <a:cubicBezTo>
                    <a:pt x="7042" y="2761"/>
                    <a:pt x="7326" y="2726"/>
                    <a:pt x="7606" y="2726"/>
                  </a:cubicBezTo>
                  <a:close/>
                  <a:moveTo>
                    <a:pt x="7086" y="3587"/>
                  </a:moveTo>
                  <a:cubicBezTo>
                    <a:pt x="7532" y="3587"/>
                    <a:pt x="7976" y="3699"/>
                    <a:pt x="8399" y="3899"/>
                  </a:cubicBezTo>
                  <a:cubicBezTo>
                    <a:pt x="8191" y="4177"/>
                    <a:pt x="7990" y="4464"/>
                    <a:pt x="7800" y="4758"/>
                  </a:cubicBezTo>
                  <a:cubicBezTo>
                    <a:pt x="7790" y="4748"/>
                    <a:pt x="7780" y="4740"/>
                    <a:pt x="7765" y="4734"/>
                  </a:cubicBezTo>
                  <a:cubicBezTo>
                    <a:pt x="7219" y="4528"/>
                    <a:pt x="6648" y="4435"/>
                    <a:pt x="6072" y="4435"/>
                  </a:cubicBezTo>
                  <a:cubicBezTo>
                    <a:pt x="5891" y="4435"/>
                    <a:pt x="5709" y="4444"/>
                    <a:pt x="5527" y="4462"/>
                  </a:cubicBezTo>
                  <a:cubicBezTo>
                    <a:pt x="5661" y="4241"/>
                    <a:pt x="5802" y="4027"/>
                    <a:pt x="5951" y="3817"/>
                  </a:cubicBezTo>
                  <a:cubicBezTo>
                    <a:pt x="5961" y="3820"/>
                    <a:pt x="5972" y="3823"/>
                    <a:pt x="5983" y="3823"/>
                  </a:cubicBezTo>
                  <a:cubicBezTo>
                    <a:pt x="5994" y="3823"/>
                    <a:pt x="6005" y="3820"/>
                    <a:pt x="6018" y="3816"/>
                  </a:cubicBezTo>
                  <a:cubicBezTo>
                    <a:pt x="6368" y="3659"/>
                    <a:pt x="6728" y="3587"/>
                    <a:pt x="7086" y="3587"/>
                  </a:cubicBezTo>
                  <a:close/>
                  <a:moveTo>
                    <a:pt x="10762" y="1893"/>
                  </a:moveTo>
                  <a:cubicBezTo>
                    <a:pt x="11246" y="2333"/>
                    <a:pt x="11523" y="2855"/>
                    <a:pt x="11712" y="3456"/>
                  </a:cubicBezTo>
                  <a:cubicBezTo>
                    <a:pt x="11622" y="3932"/>
                    <a:pt x="11511" y="4405"/>
                    <a:pt x="11349" y="4871"/>
                  </a:cubicBezTo>
                  <a:cubicBezTo>
                    <a:pt x="11334" y="4905"/>
                    <a:pt x="11320" y="4941"/>
                    <a:pt x="11308" y="4977"/>
                  </a:cubicBezTo>
                  <a:cubicBezTo>
                    <a:pt x="11112" y="4046"/>
                    <a:pt x="10711" y="3145"/>
                    <a:pt x="10148" y="2382"/>
                  </a:cubicBezTo>
                  <a:cubicBezTo>
                    <a:pt x="10346" y="2210"/>
                    <a:pt x="10551" y="2048"/>
                    <a:pt x="10762" y="1893"/>
                  </a:cubicBezTo>
                  <a:close/>
                  <a:moveTo>
                    <a:pt x="6023" y="4652"/>
                  </a:moveTo>
                  <a:cubicBezTo>
                    <a:pt x="6592" y="4652"/>
                    <a:pt x="7146" y="4734"/>
                    <a:pt x="7711" y="4884"/>
                  </a:cubicBezTo>
                  <a:lnTo>
                    <a:pt x="7716" y="4884"/>
                  </a:lnTo>
                  <a:cubicBezTo>
                    <a:pt x="7638" y="5007"/>
                    <a:pt x="7561" y="5130"/>
                    <a:pt x="7486" y="5254"/>
                  </a:cubicBezTo>
                  <a:cubicBezTo>
                    <a:pt x="7489" y="5220"/>
                    <a:pt x="7472" y="5184"/>
                    <a:pt x="7430" y="5167"/>
                  </a:cubicBezTo>
                  <a:cubicBezTo>
                    <a:pt x="7004" y="5014"/>
                    <a:pt x="6566" y="4941"/>
                    <a:pt x="6125" y="4941"/>
                  </a:cubicBezTo>
                  <a:cubicBezTo>
                    <a:pt x="5814" y="4941"/>
                    <a:pt x="5500" y="4978"/>
                    <a:pt x="5190" y="5048"/>
                  </a:cubicBezTo>
                  <a:cubicBezTo>
                    <a:pt x="5257" y="4927"/>
                    <a:pt x="5325" y="4806"/>
                    <a:pt x="5394" y="4684"/>
                  </a:cubicBezTo>
                  <a:lnTo>
                    <a:pt x="5399" y="4684"/>
                  </a:lnTo>
                  <a:cubicBezTo>
                    <a:pt x="5610" y="4662"/>
                    <a:pt x="5817" y="4652"/>
                    <a:pt x="6023" y="4652"/>
                  </a:cubicBezTo>
                  <a:close/>
                  <a:moveTo>
                    <a:pt x="6110" y="5154"/>
                  </a:moveTo>
                  <a:cubicBezTo>
                    <a:pt x="6531" y="5154"/>
                    <a:pt x="6950" y="5217"/>
                    <a:pt x="7374" y="5334"/>
                  </a:cubicBezTo>
                  <a:cubicBezTo>
                    <a:pt x="7383" y="5336"/>
                    <a:pt x="7391" y="5337"/>
                    <a:pt x="7398" y="5337"/>
                  </a:cubicBezTo>
                  <a:cubicBezTo>
                    <a:pt x="7415" y="5337"/>
                    <a:pt x="7431" y="5333"/>
                    <a:pt x="7443" y="5326"/>
                  </a:cubicBezTo>
                  <a:lnTo>
                    <a:pt x="7443" y="5326"/>
                  </a:lnTo>
                  <a:cubicBezTo>
                    <a:pt x="7271" y="5607"/>
                    <a:pt x="7106" y="5894"/>
                    <a:pt x="6942" y="6182"/>
                  </a:cubicBezTo>
                  <a:cubicBezTo>
                    <a:pt x="6916" y="6229"/>
                    <a:pt x="6887" y="6278"/>
                    <a:pt x="6860" y="6327"/>
                  </a:cubicBezTo>
                  <a:cubicBezTo>
                    <a:pt x="6457" y="6131"/>
                    <a:pt x="5990" y="6017"/>
                    <a:pt x="5529" y="6017"/>
                  </a:cubicBezTo>
                  <a:cubicBezTo>
                    <a:pt x="5222" y="6017"/>
                    <a:pt x="4917" y="6067"/>
                    <a:pt x="4635" y="6179"/>
                  </a:cubicBezTo>
                  <a:cubicBezTo>
                    <a:pt x="4664" y="6108"/>
                    <a:pt x="4695" y="6038"/>
                    <a:pt x="4728" y="5969"/>
                  </a:cubicBezTo>
                  <a:cubicBezTo>
                    <a:pt x="4836" y="5737"/>
                    <a:pt x="4951" y="5506"/>
                    <a:pt x="5072" y="5277"/>
                  </a:cubicBezTo>
                  <a:cubicBezTo>
                    <a:pt x="5076" y="5277"/>
                    <a:pt x="5080" y="5278"/>
                    <a:pt x="5085" y="5278"/>
                  </a:cubicBezTo>
                  <a:cubicBezTo>
                    <a:pt x="5093" y="5278"/>
                    <a:pt x="5101" y="5277"/>
                    <a:pt x="5109" y="5274"/>
                  </a:cubicBezTo>
                  <a:cubicBezTo>
                    <a:pt x="5446" y="5193"/>
                    <a:pt x="5779" y="5154"/>
                    <a:pt x="6110" y="5154"/>
                  </a:cubicBezTo>
                  <a:close/>
                  <a:moveTo>
                    <a:pt x="5512" y="6265"/>
                  </a:moveTo>
                  <a:cubicBezTo>
                    <a:pt x="5932" y="6265"/>
                    <a:pt x="6337" y="6325"/>
                    <a:pt x="6775" y="6476"/>
                  </a:cubicBezTo>
                  <a:cubicBezTo>
                    <a:pt x="6581" y="6820"/>
                    <a:pt x="6383" y="7172"/>
                    <a:pt x="6170" y="7520"/>
                  </a:cubicBezTo>
                  <a:cubicBezTo>
                    <a:pt x="5751" y="7293"/>
                    <a:pt x="5247" y="7143"/>
                    <a:pt x="4754" y="7143"/>
                  </a:cubicBezTo>
                  <a:cubicBezTo>
                    <a:pt x="4577" y="7143"/>
                    <a:pt x="4401" y="7162"/>
                    <a:pt x="4231" y="7205"/>
                  </a:cubicBezTo>
                  <a:cubicBezTo>
                    <a:pt x="4349" y="6894"/>
                    <a:pt x="4461" y="6589"/>
                    <a:pt x="4581" y="6303"/>
                  </a:cubicBezTo>
                  <a:cubicBezTo>
                    <a:pt x="4596" y="6322"/>
                    <a:pt x="4618" y="6335"/>
                    <a:pt x="4643" y="6335"/>
                  </a:cubicBezTo>
                  <a:cubicBezTo>
                    <a:pt x="4646" y="6335"/>
                    <a:pt x="4648" y="6334"/>
                    <a:pt x="4651" y="6334"/>
                  </a:cubicBezTo>
                  <a:cubicBezTo>
                    <a:pt x="4954" y="6291"/>
                    <a:pt x="5237" y="6265"/>
                    <a:pt x="5512" y="6265"/>
                  </a:cubicBezTo>
                  <a:close/>
                  <a:moveTo>
                    <a:pt x="9975" y="2533"/>
                  </a:moveTo>
                  <a:cubicBezTo>
                    <a:pt x="10501" y="3392"/>
                    <a:pt x="10911" y="4262"/>
                    <a:pt x="11218" y="5216"/>
                  </a:cubicBezTo>
                  <a:cubicBezTo>
                    <a:pt x="11104" y="5508"/>
                    <a:pt x="10976" y="5792"/>
                    <a:pt x="10837" y="6071"/>
                  </a:cubicBezTo>
                  <a:cubicBezTo>
                    <a:pt x="10696" y="4999"/>
                    <a:pt x="10156" y="4022"/>
                    <a:pt x="9317" y="3315"/>
                  </a:cubicBezTo>
                  <a:cubicBezTo>
                    <a:pt x="9298" y="3299"/>
                    <a:pt x="9280" y="3292"/>
                    <a:pt x="9262" y="3292"/>
                  </a:cubicBezTo>
                  <a:cubicBezTo>
                    <a:pt x="9188" y="3292"/>
                    <a:pt x="9133" y="3409"/>
                    <a:pt x="9207" y="3475"/>
                  </a:cubicBezTo>
                  <a:cubicBezTo>
                    <a:pt x="10058" y="4220"/>
                    <a:pt x="10572" y="5239"/>
                    <a:pt x="10695" y="6345"/>
                  </a:cubicBezTo>
                  <a:cubicBezTo>
                    <a:pt x="10475" y="6753"/>
                    <a:pt x="10230" y="7146"/>
                    <a:pt x="9958" y="7520"/>
                  </a:cubicBezTo>
                  <a:cubicBezTo>
                    <a:pt x="9994" y="6375"/>
                    <a:pt x="9269" y="5048"/>
                    <a:pt x="8458" y="4374"/>
                  </a:cubicBezTo>
                  <a:cubicBezTo>
                    <a:pt x="8445" y="4362"/>
                    <a:pt x="8430" y="4358"/>
                    <a:pt x="8416" y="4358"/>
                  </a:cubicBezTo>
                  <a:cubicBezTo>
                    <a:pt x="8405" y="4358"/>
                    <a:pt x="8394" y="4360"/>
                    <a:pt x="8384" y="4365"/>
                  </a:cubicBezTo>
                  <a:cubicBezTo>
                    <a:pt x="8636" y="3997"/>
                    <a:pt x="8906" y="3639"/>
                    <a:pt x="9209" y="3302"/>
                  </a:cubicBezTo>
                  <a:cubicBezTo>
                    <a:pt x="9454" y="3028"/>
                    <a:pt x="9709" y="2773"/>
                    <a:pt x="9975" y="2533"/>
                  </a:cubicBezTo>
                  <a:close/>
                  <a:moveTo>
                    <a:pt x="8330" y="4442"/>
                  </a:moveTo>
                  <a:lnTo>
                    <a:pt x="8330" y="4442"/>
                  </a:lnTo>
                  <a:cubicBezTo>
                    <a:pt x="8328" y="4460"/>
                    <a:pt x="8333" y="4478"/>
                    <a:pt x="8348" y="4495"/>
                  </a:cubicBezTo>
                  <a:cubicBezTo>
                    <a:pt x="8782" y="4992"/>
                    <a:pt x="9160" y="5499"/>
                    <a:pt x="9412" y="6115"/>
                  </a:cubicBezTo>
                  <a:cubicBezTo>
                    <a:pt x="9641" y="6671"/>
                    <a:pt x="9665" y="7216"/>
                    <a:pt x="9754" y="7786"/>
                  </a:cubicBezTo>
                  <a:cubicBezTo>
                    <a:pt x="9608" y="7980"/>
                    <a:pt x="9454" y="8165"/>
                    <a:pt x="9294" y="8342"/>
                  </a:cubicBezTo>
                  <a:cubicBezTo>
                    <a:pt x="9313" y="7154"/>
                    <a:pt x="8939" y="5745"/>
                    <a:pt x="8107" y="4946"/>
                  </a:cubicBezTo>
                  <a:cubicBezTo>
                    <a:pt x="8088" y="4929"/>
                    <a:pt x="8066" y="4923"/>
                    <a:pt x="8045" y="4923"/>
                  </a:cubicBezTo>
                  <a:cubicBezTo>
                    <a:pt x="8036" y="4923"/>
                    <a:pt x="8026" y="4924"/>
                    <a:pt x="8017" y="4927"/>
                  </a:cubicBezTo>
                  <a:cubicBezTo>
                    <a:pt x="8119" y="4763"/>
                    <a:pt x="8224" y="4601"/>
                    <a:pt x="8330" y="4442"/>
                  </a:cubicBezTo>
                  <a:close/>
                  <a:moveTo>
                    <a:pt x="4654" y="7393"/>
                  </a:moveTo>
                  <a:cubicBezTo>
                    <a:pt x="5138" y="7393"/>
                    <a:pt x="5588" y="7461"/>
                    <a:pt x="6067" y="7687"/>
                  </a:cubicBezTo>
                  <a:cubicBezTo>
                    <a:pt x="5887" y="7974"/>
                    <a:pt x="5697" y="8255"/>
                    <a:pt x="5494" y="8522"/>
                  </a:cubicBezTo>
                  <a:cubicBezTo>
                    <a:pt x="5486" y="8519"/>
                    <a:pt x="5478" y="8512"/>
                    <a:pt x="5469" y="8509"/>
                  </a:cubicBezTo>
                  <a:cubicBezTo>
                    <a:pt x="5110" y="8359"/>
                    <a:pt x="4734" y="8293"/>
                    <a:pt x="4355" y="8293"/>
                  </a:cubicBezTo>
                  <a:cubicBezTo>
                    <a:pt x="4148" y="8293"/>
                    <a:pt x="3940" y="8313"/>
                    <a:pt x="3733" y="8348"/>
                  </a:cubicBezTo>
                  <a:cubicBezTo>
                    <a:pt x="3889" y="8047"/>
                    <a:pt x="4025" y="7732"/>
                    <a:pt x="4151" y="7412"/>
                  </a:cubicBezTo>
                  <a:cubicBezTo>
                    <a:pt x="4324" y="7400"/>
                    <a:pt x="4491" y="7393"/>
                    <a:pt x="4654" y="7393"/>
                  </a:cubicBezTo>
                  <a:close/>
                  <a:moveTo>
                    <a:pt x="4223" y="8516"/>
                  </a:moveTo>
                  <a:cubicBezTo>
                    <a:pt x="4608" y="8516"/>
                    <a:pt x="4987" y="8579"/>
                    <a:pt x="5371" y="8682"/>
                  </a:cubicBezTo>
                  <a:cubicBezTo>
                    <a:pt x="5286" y="8790"/>
                    <a:pt x="5196" y="8895"/>
                    <a:pt x="5106" y="8996"/>
                  </a:cubicBezTo>
                  <a:cubicBezTo>
                    <a:pt x="4769" y="8865"/>
                    <a:pt x="4416" y="8805"/>
                    <a:pt x="4059" y="8805"/>
                  </a:cubicBezTo>
                  <a:cubicBezTo>
                    <a:pt x="3848" y="8805"/>
                    <a:pt x="3635" y="8826"/>
                    <a:pt x="3424" y="8866"/>
                  </a:cubicBezTo>
                  <a:cubicBezTo>
                    <a:pt x="3489" y="8772"/>
                    <a:pt x="3552" y="8672"/>
                    <a:pt x="3610" y="8571"/>
                  </a:cubicBezTo>
                  <a:cubicBezTo>
                    <a:pt x="3818" y="8533"/>
                    <a:pt x="4021" y="8516"/>
                    <a:pt x="4223" y="8516"/>
                  </a:cubicBezTo>
                  <a:close/>
                  <a:moveTo>
                    <a:pt x="7962" y="5015"/>
                  </a:moveTo>
                  <a:cubicBezTo>
                    <a:pt x="7963" y="5023"/>
                    <a:pt x="7963" y="5031"/>
                    <a:pt x="7968" y="5040"/>
                  </a:cubicBezTo>
                  <a:cubicBezTo>
                    <a:pt x="8271" y="5650"/>
                    <a:pt x="8643" y="6187"/>
                    <a:pt x="8844" y="6851"/>
                  </a:cubicBezTo>
                  <a:cubicBezTo>
                    <a:pt x="9011" y="7406"/>
                    <a:pt x="9083" y="7970"/>
                    <a:pt x="9106" y="8543"/>
                  </a:cubicBezTo>
                  <a:cubicBezTo>
                    <a:pt x="9048" y="8609"/>
                    <a:pt x="8988" y="8669"/>
                    <a:pt x="8927" y="8731"/>
                  </a:cubicBezTo>
                  <a:cubicBezTo>
                    <a:pt x="8726" y="8934"/>
                    <a:pt x="8513" y="9126"/>
                    <a:pt x="8296" y="9314"/>
                  </a:cubicBezTo>
                  <a:cubicBezTo>
                    <a:pt x="8355" y="8301"/>
                    <a:pt x="7978" y="7324"/>
                    <a:pt x="7266" y="6583"/>
                  </a:cubicBezTo>
                  <a:cubicBezTo>
                    <a:pt x="7244" y="6560"/>
                    <a:pt x="7218" y="6550"/>
                    <a:pt x="7192" y="6550"/>
                  </a:cubicBezTo>
                  <a:cubicBezTo>
                    <a:pt x="7113" y="6550"/>
                    <a:pt x="7041" y="6643"/>
                    <a:pt x="7109" y="6720"/>
                  </a:cubicBezTo>
                  <a:cubicBezTo>
                    <a:pt x="7782" y="7489"/>
                    <a:pt x="8119" y="8448"/>
                    <a:pt x="8119" y="9460"/>
                  </a:cubicBezTo>
                  <a:cubicBezTo>
                    <a:pt x="7703" y="9798"/>
                    <a:pt x="7258" y="10108"/>
                    <a:pt x="6792" y="10376"/>
                  </a:cubicBezTo>
                  <a:cubicBezTo>
                    <a:pt x="7171" y="9430"/>
                    <a:pt x="7078" y="8334"/>
                    <a:pt x="6554" y="7457"/>
                  </a:cubicBezTo>
                  <a:cubicBezTo>
                    <a:pt x="7036" y="6648"/>
                    <a:pt x="7471" y="5814"/>
                    <a:pt x="7962" y="5015"/>
                  </a:cubicBezTo>
                  <a:close/>
                  <a:moveTo>
                    <a:pt x="4077" y="8984"/>
                  </a:moveTo>
                  <a:cubicBezTo>
                    <a:pt x="4388" y="8984"/>
                    <a:pt x="4694" y="9029"/>
                    <a:pt x="5003" y="9108"/>
                  </a:cubicBezTo>
                  <a:cubicBezTo>
                    <a:pt x="4599" y="9540"/>
                    <a:pt x="4141" y="9910"/>
                    <a:pt x="3601" y="10171"/>
                  </a:cubicBezTo>
                  <a:cubicBezTo>
                    <a:pt x="3388" y="10273"/>
                    <a:pt x="3159" y="10358"/>
                    <a:pt x="2918" y="10415"/>
                  </a:cubicBezTo>
                  <a:cubicBezTo>
                    <a:pt x="2938" y="10399"/>
                    <a:pt x="2949" y="10376"/>
                    <a:pt x="2946" y="10345"/>
                  </a:cubicBezTo>
                  <a:cubicBezTo>
                    <a:pt x="2907" y="10075"/>
                    <a:pt x="2742" y="9854"/>
                    <a:pt x="2514" y="9731"/>
                  </a:cubicBezTo>
                  <a:cubicBezTo>
                    <a:pt x="2841" y="9545"/>
                    <a:pt x="3108" y="9289"/>
                    <a:pt x="3332" y="8993"/>
                  </a:cubicBezTo>
                  <a:cubicBezTo>
                    <a:pt x="3345" y="9027"/>
                    <a:pt x="3372" y="9052"/>
                    <a:pt x="3412" y="9052"/>
                  </a:cubicBezTo>
                  <a:cubicBezTo>
                    <a:pt x="3419" y="9052"/>
                    <a:pt x="3425" y="9052"/>
                    <a:pt x="3432" y="9050"/>
                  </a:cubicBezTo>
                  <a:cubicBezTo>
                    <a:pt x="3651" y="9005"/>
                    <a:pt x="3865" y="8984"/>
                    <a:pt x="4077" y="8984"/>
                  </a:cubicBezTo>
                  <a:close/>
                  <a:moveTo>
                    <a:pt x="328" y="9168"/>
                  </a:moveTo>
                  <a:lnTo>
                    <a:pt x="328" y="9168"/>
                  </a:lnTo>
                  <a:cubicBezTo>
                    <a:pt x="423" y="9419"/>
                    <a:pt x="611" y="9633"/>
                    <a:pt x="861" y="9787"/>
                  </a:cubicBezTo>
                  <a:cubicBezTo>
                    <a:pt x="958" y="9846"/>
                    <a:pt x="1059" y="9892"/>
                    <a:pt x="1164" y="9923"/>
                  </a:cubicBezTo>
                  <a:cubicBezTo>
                    <a:pt x="1231" y="9988"/>
                    <a:pt x="1310" y="10050"/>
                    <a:pt x="1369" y="10122"/>
                  </a:cubicBezTo>
                  <a:cubicBezTo>
                    <a:pt x="1449" y="10214"/>
                    <a:pt x="1509" y="10315"/>
                    <a:pt x="1557" y="10427"/>
                  </a:cubicBezTo>
                  <a:cubicBezTo>
                    <a:pt x="1334" y="10368"/>
                    <a:pt x="1120" y="10276"/>
                    <a:pt x="923" y="10142"/>
                  </a:cubicBezTo>
                  <a:cubicBezTo>
                    <a:pt x="593" y="9919"/>
                    <a:pt x="331" y="9564"/>
                    <a:pt x="328" y="9168"/>
                  </a:cubicBezTo>
                  <a:close/>
                  <a:moveTo>
                    <a:pt x="2306" y="9836"/>
                  </a:moveTo>
                  <a:cubicBezTo>
                    <a:pt x="2548" y="9913"/>
                    <a:pt x="2742" y="10124"/>
                    <a:pt x="2794" y="10376"/>
                  </a:cubicBezTo>
                  <a:cubicBezTo>
                    <a:pt x="2800" y="10409"/>
                    <a:pt x="2823" y="10425"/>
                    <a:pt x="2846" y="10430"/>
                  </a:cubicBezTo>
                  <a:cubicBezTo>
                    <a:pt x="2630" y="10478"/>
                    <a:pt x="2409" y="10505"/>
                    <a:pt x="2190" y="10505"/>
                  </a:cubicBezTo>
                  <a:cubicBezTo>
                    <a:pt x="2030" y="10505"/>
                    <a:pt x="1870" y="10491"/>
                    <a:pt x="1714" y="10461"/>
                  </a:cubicBezTo>
                  <a:lnTo>
                    <a:pt x="1714" y="10456"/>
                  </a:lnTo>
                  <a:cubicBezTo>
                    <a:pt x="1670" y="10309"/>
                    <a:pt x="1590" y="10129"/>
                    <a:pt x="1477" y="9983"/>
                  </a:cubicBezTo>
                  <a:lnTo>
                    <a:pt x="1477" y="9983"/>
                  </a:lnTo>
                  <a:cubicBezTo>
                    <a:pt x="1518" y="9987"/>
                    <a:pt x="1559" y="9988"/>
                    <a:pt x="1600" y="9988"/>
                  </a:cubicBezTo>
                  <a:cubicBezTo>
                    <a:pt x="1840" y="9988"/>
                    <a:pt x="2080" y="9932"/>
                    <a:pt x="2306" y="9836"/>
                  </a:cubicBezTo>
                  <a:close/>
                  <a:moveTo>
                    <a:pt x="6430" y="7666"/>
                  </a:moveTo>
                  <a:cubicBezTo>
                    <a:pt x="6833" y="8538"/>
                    <a:pt x="6906" y="9458"/>
                    <a:pt x="6661" y="10402"/>
                  </a:cubicBezTo>
                  <a:cubicBezTo>
                    <a:pt x="6656" y="10420"/>
                    <a:pt x="6659" y="10435"/>
                    <a:pt x="6664" y="10448"/>
                  </a:cubicBezTo>
                  <a:cubicBezTo>
                    <a:pt x="6489" y="10543"/>
                    <a:pt x="6311" y="10638"/>
                    <a:pt x="6129" y="10721"/>
                  </a:cubicBezTo>
                  <a:cubicBezTo>
                    <a:pt x="6365" y="9954"/>
                    <a:pt x="6317" y="9126"/>
                    <a:pt x="5952" y="8396"/>
                  </a:cubicBezTo>
                  <a:cubicBezTo>
                    <a:pt x="6100" y="8185"/>
                    <a:pt x="6242" y="7972"/>
                    <a:pt x="6373" y="7759"/>
                  </a:cubicBezTo>
                  <a:cubicBezTo>
                    <a:pt x="6391" y="7728"/>
                    <a:pt x="6409" y="7699"/>
                    <a:pt x="6430" y="7666"/>
                  </a:cubicBezTo>
                  <a:close/>
                  <a:moveTo>
                    <a:pt x="1040" y="10571"/>
                  </a:moveTo>
                  <a:lnTo>
                    <a:pt x="1040" y="10571"/>
                  </a:lnTo>
                  <a:cubicBezTo>
                    <a:pt x="1311" y="10685"/>
                    <a:pt x="1614" y="10754"/>
                    <a:pt x="1915" y="10783"/>
                  </a:cubicBezTo>
                  <a:cubicBezTo>
                    <a:pt x="1905" y="10792"/>
                    <a:pt x="1894" y="10801"/>
                    <a:pt x="1882" y="10810"/>
                  </a:cubicBezTo>
                  <a:cubicBezTo>
                    <a:pt x="1815" y="10867"/>
                    <a:pt x="1750" y="10927"/>
                    <a:pt x="1681" y="10988"/>
                  </a:cubicBezTo>
                  <a:cubicBezTo>
                    <a:pt x="1450" y="10870"/>
                    <a:pt x="1238" y="10731"/>
                    <a:pt x="1040" y="10571"/>
                  </a:cubicBezTo>
                  <a:close/>
                  <a:moveTo>
                    <a:pt x="5811" y="8600"/>
                  </a:moveTo>
                  <a:cubicBezTo>
                    <a:pt x="6064" y="9338"/>
                    <a:pt x="6100" y="10081"/>
                    <a:pt x="5883" y="10834"/>
                  </a:cubicBezTo>
                  <a:cubicBezTo>
                    <a:pt x="5532" y="10981"/>
                    <a:pt x="5173" y="11106"/>
                    <a:pt x="4807" y="11201"/>
                  </a:cubicBezTo>
                  <a:cubicBezTo>
                    <a:pt x="4731" y="11220"/>
                    <a:pt x="4655" y="11237"/>
                    <a:pt x="4578" y="11255"/>
                  </a:cubicBezTo>
                  <a:cubicBezTo>
                    <a:pt x="4774" y="10810"/>
                    <a:pt x="4869" y="10302"/>
                    <a:pt x="4758" y="9829"/>
                  </a:cubicBezTo>
                  <a:cubicBezTo>
                    <a:pt x="4754" y="9811"/>
                    <a:pt x="4745" y="9798"/>
                    <a:pt x="4731" y="9790"/>
                  </a:cubicBezTo>
                  <a:cubicBezTo>
                    <a:pt x="5134" y="9443"/>
                    <a:pt x="5492" y="9032"/>
                    <a:pt x="5811" y="8600"/>
                  </a:cubicBezTo>
                  <a:close/>
                  <a:moveTo>
                    <a:pt x="3519" y="10551"/>
                  </a:moveTo>
                  <a:cubicBezTo>
                    <a:pt x="3489" y="10693"/>
                    <a:pt x="3468" y="10836"/>
                    <a:pt x="3406" y="10973"/>
                  </a:cubicBezTo>
                  <a:cubicBezTo>
                    <a:pt x="3337" y="11124"/>
                    <a:pt x="3236" y="11258"/>
                    <a:pt x="3118" y="11373"/>
                  </a:cubicBezTo>
                  <a:cubicBezTo>
                    <a:pt x="2797" y="11348"/>
                    <a:pt x="2478" y="11291"/>
                    <a:pt x="2169" y="11189"/>
                  </a:cubicBezTo>
                  <a:cubicBezTo>
                    <a:pt x="2061" y="11155"/>
                    <a:pt x="1956" y="11114"/>
                    <a:pt x="1853" y="11070"/>
                  </a:cubicBezTo>
                  <a:cubicBezTo>
                    <a:pt x="1899" y="11031"/>
                    <a:pt x="1940" y="10990"/>
                    <a:pt x="1979" y="10959"/>
                  </a:cubicBezTo>
                  <a:cubicBezTo>
                    <a:pt x="2041" y="10908"/>
                    <a:pt x="2112" y="10857"/>
                    <a:pt x="2177" y="10801"/>
                  </a:cubicBezTo>
                  <a:cubicBezTo>
                    <a:pt x="2208" y="10802"/>
                    <a:pt x="2240" y="10803"/>
                    <a:pt x="2271" y="10803"/>
                  </a:cubicBezTo>
                  <a:cubicBezTo>
                    <a:pt x="2549" y="10803"/>
                    <a:pt x="2817" y="10770"/>
                    <a:pt x="3048" y="10711"/>
                  </a:cubicBezTo>
                  <a:cubicBezTo>
                    <a:pt x="3211" y="10669"/>
                    <a:pt x="3367" y="10615"/>
                    <a:pt x="3519" y="10551"/>
                  </a:cubicBezTo>
                  <a:close/>
                  <a:moveTo>
                    <a:pt x="4633" y="9872"/>
                  </a:moveTo>
                  <a:lnTo>
                    <a:pt x="4633" y="9872"/>
                  </a:lnTo>
                  <a:cubicBezTo>
                    <a:pt x="4571" y="10366"/>
                    <a:pt x="4519" y="10829"/>
                    <a:pt x="4371" y="11299"/>
                  </a:cubicBezTo>
                  <a:cubicBezTo>
                    <a:pt x="4067" y="11352"/>
                    <a:pt x="3756" y="11384"/>
                    <a:pt x="3447" y="11384"/>
                  </a:cubicBezTo>
                  <a:cubicBezTo>
                    <a:pt x="3412" y="11384"/>
                    <a:pt x="3377" y="11383"/>
                    <a:pt x="3342" y="11382"/>
                  </a:cubicBezTo>
                  <a:cubicBezTo>
                    <a:pt x="3584" y="11140"/>
                    <a:pt x="3758" y="10793"/>
                    <a:pt x="3694" y="10474"/>
                  </a:cubicBezTo>
                  <a:cubicBezTo>
                    <a:pt x="4033" y="10317"/>
                    <a:pt x="4345" y="10109"/>
                    <a:pt x="4633" y="9872"/>
                  </a:cubicBezTo>
                  <a:close/>
                  <a:moveTo>
                    <a:pt x="13712" y="1"/>
                  </a:moveTo>
                  <a:cubicBezTo>
                    <a:pt x="13705" y="1"/>
                    <a:pt x="13697" y="2"/>
                    <a:pt x="13689" y="4"/>
                  </a:cubicBezTo>
                  <a:cubicBezTo>
                    <a:pt x="13346" y="103"/>
                    <a:pt x="13009" y="230"/>
                    <a:pt x="12678" y="379"/>
                  </a:cubicBezTo>
                  <a:cubicBezTo>
                    <a:pt x="12658" y="364"/>
                    <a:pt x="12635" y="355"/>
                    <a:pt x="12608" y="351"/>
                  </a:cubicBezTo>
                  <a:cubicBezTo>
                    <a:pt x="12316" y="313"/>
                    <a:pt x="12028" y="294"/>
                    <a:pt x="11742" y="294"/>
                  </a:cubicBezTo>
                  <a:cubicBezTo>
                    <a:pt x="9264" y="294"/>
                    <a:pt x="7031" y="1701"/>
                    <a:pt x="5630" y="3742"/>
                  </a:cubicBezTo>
                  <a:cubicBezTo>
                    <a:pt x="4844" y="4886"/>
                    <a:pt x="4286" y="6161"/>
                    <a:pt x="3771" y="7442"/>
                  </a:cubicBezTo>
                  <a:cubicBezTo>
                    <a:pt x="3462" y="8209"/>
                    <a:pt x="3113" y="9067"/>
                    <a:pt x="2347" y="9482"/>
                  </a:cubicBezTo>
                  <a:cubicBezTo>
                    <a:pt x="2126" y="9602"/>
                    <a:pt x="1879" y="9660"/>
                    <a:pt x="1638" y="9660"/>
                  </a:cubicBezTo>
                  <a:cubicBezTo>
                    <a:pt x="1069" y="9660"/>
                    <a:pt x="534" y="9335"/>
                    <a:pt x="454" y="8718"/>
                  </a:cubicBezTo>
                  <a:cubicBezTo>
                    <a:pt x="586" y="8512"/>
                    <a:pt x="813" y="8398"/>
                    <a:pt x="1034" y="8398"/>
                  </a:cubicBezTo>
                  <a:cubicBezTo>
                    <a:pt x="1263" y="8398"/>
                    <a:pt x="1485" y="8521"/>
                    <a:pt x="1588" y="8792"/>
                  </a:cubicBezTo>
                  <a:cubicBezTo>
                    <a:pt x="1605" y="8837"/>
                    <a:pt x="1644" y="8856"/>
                    <a:pt x="1685" y="8856"/>
                  </a:cubicBezTo>
                  <a:cubicBezTo>
                    <a:pt x="1756" y="8856"/>
                    <a:pt x="1832" y="8799"/>
                    <a:pt x="1809" y="8717"/>
                  </a:cubicBezTo>
                  <a:cubicBezTo>
                    <a:pt x="1699" y="8336"/>
                    <a:pt x="1354" y="8082"/>
                    <a:pt x="967" y="8082"/>
                  </a:cubicBezTo>
                  <a:cubicBezTo>
                    <a:pt x="903" y="8082"/>
                    <a:pt x="838" y="8089"/>
                    <a:pt x="773" y="8103"/>
                  </a:cubicBezTo>
                  <a:cubicBezTo>
                    <a:pt x="264" y="8216"/>
                    <a:pt x="1" y="8749"/>
                    <a:pt x="23" y="9237"/>
                  </a:cubicBezTo>
                  <a:cubicBezTo>
                    <a:pt x="30" y="9404"/>
                    <a:pt x="64" y="9556"/>
                    <a:pt x="117" y="9695"/>
                  </a:cubicBezTo>
                  <a:cubicBezTo>
                    <a:pt x="91" y="9716"/>
                    <a:pt x="74" y="9756"/>
                    <a:pt x="91" y="9795"/>
                  </a:cubicBezTo>
                  <a:cubicBezTo>
                    <a:pt x="519" y="10860"/>
                    <a:pt x="1737" y="11467"/>
                    <a:pt x="2822" y="11621"/>
                  </a:cubicBezTo>
                  <a:cubicBezTo>
                    <a:pt x="3035" y="11652"/>
                    <a:pt x="3250" y="11666"/>
                    <a:pt x="3464" y="11666"/>
                  </a:cubicBezTo>
                  <a:cubicBezTo>
                    <a:pt x="3746" y="11666"/>
                    <a:pt x="4027" y="11641"/>
                    <a:pt x="4306" y="11597"/>
                  </a:cubicBezTo>
                  <a:cubicBezTo>
                    <a:pt x="4320" y="11613"/>
                    <a:pt x="4340" y="11623"/>
                    <a:pt x="4361" y="11623"/>
                  </a:cubicBezTo>
                  <a:cubicBezTo>
                    <a:pt x="4380" y="11623"/>
                    <a:pt x="4399" y="11614"/>
                    <a:pt x="4411" y="11593"/>
                  </a:cubicBezTo>
                  <a:cubicBezTo>
                    <a:pt x="4412" y="11589"/>
                    <a:pt x="4417" y="11582"/>
                    <a:pt x="4419" y="11579"/>
                  </a:cubicBezTo>
                  <a:cubicBezTo>
                    <a:pt x="5280" y="11425"/>
                    <a:pt x="6119" y="11083"/>
                    <a:pt x="6872" y="10666"/>
                  </a:cubicBezTo>
                  <a:cubicBezTo>
                    <a:pt x="7716" y="10199"/>
                    <a:pt x="8487" y="9607"/>
                    <a:pt x="9168" y="8923"/>
                  </a:cubicBezTo>
                  <a:cubicBezTo>
                    <a:pt x="9177" y="8926"/>
                    <a:pt x="9186" y="8928"/>
                    <a:pt x="9196" y="8928"/>
                  </a:cubicBezTo>
                  <a:cubicBezTo>
                    <a:pt x="9228" y="8928"/>
                    <a:pt x="9259" y="8908"/>
                    <a:pt x="9264" y="8864"/>
                  </a:cubicBezTo>
                  <a:cubicBezTo>
                    <a:pt x="9266" y="8849"/>
                    <a:pt x="9266" y="8833"/>
                    <a:pt x="9269" y="8820"/>
                  </a:cubicBezTo>
                  <a:cubicBezTo>
                    <a:pt x="9858" y="8208"/>
                    <a:pt x="10375" y="7527"/>
                    <a:pt x="10803" y="6792"/>
                  </a:cubicBezTo>
                  <a:cubicBezTo>
                    <a:pt x="10805" y="6792"/>
                    <a:pt x="10808" y="6793"/>
                    <a:pt x="10810" y="6793"/>
                  </a:cubicBezTo>
                  <a:cubicBezTo>
                    <a:pt x="10846" y="6793"/>
                    <a:pt x="10878" y="6771"/>
                    <a:pt x="10881" y="6722"/>
                  </a:cubicBezTo>
                  <a:lnTo>
                    <a:pt x="10881" y="6656"/>
                  </a:lnTo>
                  <a:cubicBezTo>
                    <a:pt x="11148" y="6180"/>
                    <a:pt x="11380" y="5683"/>
                    <a:pt x="11570" y="5172"/>
                  </a:cubicBezTo>
                  <a:cubicBezTo>
                    <a:pt x="11811" y="4521"/>
                    <a:pt x="11974" y="3850"/>
                    <a:pt x="12084" y="3166"/>
                  </a:cubicBezTo>
                  <a:cubicBezTo>
                    <a:pt x="12223" y="2284"/>
                    <a:pt x="12313" y="1387"/>
                    <a:pt x="12850" y="643"/>
                  </a:cubicBezTo>
                  <a:cubicBezTo>
                    <a:pt x="12861" y="629"/>
                    <a:pt x="12866" y="615"/>
                    <a:pt x="12871" y="602"/>
                  </a:cubicBezTo>
                  <a:cubicBezTo>
                    <a:pt x="13159" y="454"/>
                    <a:pt x="13452" y="312"/>
                    <a:pt x="13750" y="171"/>
                  </a:cubicBezTo>
                  <a:cubicBezTo>
                    <a:pt x="13828" y="134"/>
                    <a:pt x="13794" y="1"/>
                    <a:pt x="13712" y="1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417;p33">
              <a:extLst>
                <a:ext uri="{FF2B5EF4-FFF2-40B4-BE49-F238E27FC236}">
                  <a16:creationId xmlns:a16="http://schemas.microsoft.com/office/drawing/2014/main" id="{F8FD6188-92F9-42D8-A714-78228AAFE9FB}"/>
                </a:ext>
              </a:extLst>
            </p:cNvPr>
            <p:cNvSpPr/>
            <p:nvPr/>
          </p:nvSpPr>
          <p:spPr>
            <a:xfrm rot="17506809">
              <a:off x="7004852" y="1693042"/>
              <a:ext cx="728908" cy="614944"/>
            </a:xfrm>
            <a:custGeom>
              <a:avLst/>
              <a:gdLst/>
              <a:ahLst/>
              <a:cxnLst/>
              <a:rect l="l" t="t" r="r" b="b"/>
              <a:pathLst>
                <a:path w="13828" h="11666" extrusionOk="0">
                  <a:moveTo>
                    <a:pt x="11902" y="622"/>
                  </a:moveTo>
                  <a:cubicBezTo>
                    <a:pt x="11993" y="622"/>
                    <a:pt x="12084" y="623"/>
                    <a:pt x="12176" y="626"/>
                  </a:cubicBezTo>
                  <a:cubicBezTo>
                    <a:pt x="11748" y="854"/>
                    <a:pt x="11336" y="1117"/>
                    <a:pt x="10943" y="1400"/>
                  </a:cubicBezTo>
                  <a:cubicBezTo>
                    <a:pt x="10565" y="1156"/>
                    <a:pt x="10148" y="999"/>
                    <a:pt x="9708" y="944"/>
                  </a:cubicBezTo>
                  <a:cubicBezTo>
                    <a:pt x="10413" y="725"/>
                    <a:pt x="11153" y="622"/>
                    <a:pt x="11902" y="622"/>
                  </a:cubicBezTo>
                  <a:close/>
                  <a:moveTo>
                    <a:pt x="9181" y="1132"/>
                  </a:moveTo>
                  <a:cubicBezTo>
                    <a:pt x="9191" y="1137"/>
                    <a:pt x="9204" y="1138"/>
                    <a:pt x="9215" y="1138"/>
                  </a:cubicBezTo>
                  <a:cubicBezTo>
                    <a:pt x="9219" y="1138"/>
                    <a:pt x="9223" y="1138"/>
                    <a:pt x="9227" y="1138"/>
                  </a:cubicBezTo>
                  <a:cubicBezTo>
                    <a:pt x="9787" y="1138"/>
                    <a:pt x="10315" y="1253"/>
                    <a:pt x="10812" y="1497"/>
                  </a:cubicBezTo>
                  <a:cubicBezTo>
                    <a:pt x="10488" y="1739"/>
                    <a:pt x="10174" y="1996"/>
                    <a:pt x="9880" y="2259"/>
                  </a:cubicBezTo>
                  <a:cubicBezTo>
                    <a:pt x="9845" y="2290"/>
                    <a:pt x="9811" y="2323"/>
                    <a:pt x="9777" y="2356"/>
                  </a:cubicBezTo>
                  <a:cubicBezTo>
                    <a:pt x="9795" y="2326"/>
                    <a:pt x="9795" y="2287"/>
                    <a:pt x="9762" y="2266"/>
                  </a:cubicBezTo>
                  <a:cubicBezTo>
                    <a:pt x="9330" y="1986"/>
                    <a:pt x="8732" y="1780"/>
                    <a:pt x="8170" y="1780"/>
                  </a:cubicBezTo>
                  <a:cubicBezTo>
                    <a:pt x="8094" y="1780"/>
                    <a:pt x="8019" y="1784"/>
                    <a:pt x="7945" y="1791"/>
                  </a:cubicBezTo>
                  <a:cubicBezTo>
                    <a:pt x="8337" y="1525"/>
                    <a:pt x="8749" y="1305"/>
                    <a:pt x="9181" y="1132"/>
                  </a:cubicBezTo>
                  <a:close/>
                  <a:moveTo>
                    <a:pt x="8294" y="2015"/>
                  </a:moveTo>
                  <a:cubicBezTo>
                    <a:pt x="8380" y="2015"/>
                    <a:pt x="8467" y="2019"/>
                    <a:pt x="8554" y="2030"/>
                  </a:cubicBezTo>
                  <a:cubicBezTo>
                    <a:pt x="8963" y="2079"/>
                    <a:pt x="9335" y="2210"/>
                    <a:pt x="9706" y="2382"/>
                  </a:cubicBezTo>
                  <a:cubicBezTo>
                    <a:pt x="9714" y="2386"/>
                    <a:pt x="9721" y="2388"/>
                    <a:pt x="9728" y="2388"/>
                  </a:cubicBezTo>
                  <a:cubicBezTo>
                    <a:pt x="9736" y="2388"/>
                    <a:pt x="9744" y="2385"/>
                    <a:pt x="9752" y="2382"/>
                  </a:cubicBezTo>
                  <a:lnTo>
                    <a:pt x="9752" y="2382"/>
                  </a:lnTo>
                  <a:cubicBezTo>
                    <a:pt x="9557" y="2562"/>
                    <a:pt x="9371" y="2750"/>
                    <a:pt x="9196" y="2942"/>
                  </a:cubicBezTo>
                  <a:cubicBezTo>
                    <a:pt x="9191" y="2914"/>
                    <a:pt x="9176" y="2889"/>
                    <a:pt x="9148" y="2875"/>
                  </a:cubicBezTo>
                  <a:cubicBezTo>
                    <a:pt x="8661" y="2622"/>
                    <a:pt x="8130" y="2482"/>
                    <a:pt x="7595" y="2482"/>
                  </a:cubicBezTo>
                  <a:cubicBezTo>
                    <a:pt x="7411" y="2482"/>
                    <a:pt x="7227" y="2498"/>
                    <a:pt x="7044" y="2533"/>
                  </a:cubicBezTo>
                  <a:cubicBezTo>
                    <a:pt x="7212" y="2366"/>
                    <a:pt x="7397" y="2209"/>
                    <a:pt x="7589" y="2056"/>
                  </a:cubicBezTo>
                  <a:cubicBezTo>
                    <a:pt x="7826" y="2047"/>
                    <a:pt x="8058" y="2015"/>
                    <a:pt x="8294" y="2015"/>
                  </a:cubicBezTo>
                  <a:close/>
                  <a:moveTo>
                    <a:pt x="12367" y="868"/>
                  </a:moveTo>
                  <a:cubicBezTo>
                    <a:pt x="12076" y="1395"/>
                    <a:pt x="11953" y="1991"/>
                    <a:pt x="11856" y="2596"/>
                  </a:cubicBezTo>
                  <a:cubicBezTo>
                    <a:pt x="11835" y="2729"/>
                    <a:pt x="11812" y="2860"/>
                    <a:pt x="11793" y="2991"/>
                  </a:cubicBezTo>
                  <a:cubicBezTo>
                    <a:pt x="11636" y="2513"/>
                    <a:pt x="11334" y="2078"/>
                    <a:pt x="10968" y="1739"/>
                  </a:cubicBezTo>
                  <a:cubicBezTo>
                    <a:pt x="11415" y="1423"/>
                    <a:pt x="11883" y="1133"/>
                    <a:pt x="12367" y="868"/>
                  </a:cubicBezTo>
                  <a:close/>
                  <a:moveTo>
                    <a:pt x="7606" y="2726"/>
                  </a:moveTo>
                  <a:cubicBezTo>
                    <a:pt x="8095" y="2726"/>
                    <a:pt x="8574" y="2832"/>
                    <a:pt x="9045" y="3069"/>
                  </a:cubicBezTo>
                  <a:cubicBezTo>
                    <a:pt x="9053" y="3073"/>
                    <a:pt x="9061" y="3076"/>
                    <a:pt x="9070" y="3078"/>
                  </a:cubicBezTo>
                  <a:cubicBezTo>
                    <a:pt x="8873" y="3295"/>
                    <a:pt x="8688" y="3521"/>
                    <a:pt x="8510" y="3752"/>
                  </a:cubicBezTo>
                  <a:lnTo>
                    <a:pt x="8500" y="3742"/>
                  </a:lnTo>
                  <a:cubicBezTo>
                    <a:pt x="8081" y="3488"/>
                    <a:pt x="7623" y="3369"/>
                    <a:pt x="7162" y="3369"/>
                  </a:cubicBezTo>
                  <a:cubicBezTo>
                    <a:pt x="6817" y="3369"/>
                    <a:pt x="6471" y="3435"/>
                    <a:pt x="6137" y="3562"/>
                  </a:cubicBezTo>
                  <a:cubicBezTo>
                    <a:pt x="6329" y="3307"/>
                    <a:pt x="6536" y="3061"/>
                    <a:pt x="6754" y="2826"/>
                  </a:cubicBezTo>
                  <a:cubicBezTo>
                    <a:pt x="7042" y="2761"/>
                    <a:pt x="7326" y="2726"/>
                    <a:pt x="7606" y="2726"/>
                  </a:cubicBezTo>
                  <a:close/>
                  <a:moveTo>
                    <a:pt x="7086" y="3587"/>
                  </a:moveTo>
                  <a:cubicBezTo>
                    <a:pt x="7532" y="3587"/>
                    <a:pt x="7976" y="3699"/>
                    <a:pt x="8399" y="3899"/>
                  </a:cubicBezTo>
                  <a:cubicBezTo>
                    <a:pt x="8191" y="4177"/>
                    <a:pt x="7990" y="4464"/>
                    <a:pt x="7800" y="4758"/>
                  </a:cubicBezTo>
                  <a:cubicBezTo>
                    <a:pt x="7790" y="4748"/>
                    <a:pt x="7780" y="4740"/>
                    <a:pt x="7765" y="4734"/>
                  </a:cubicBezTo>
                  <a:cubicBezTo>
                    <a:pt x="7219" y="4528"/>
                    <a:pt x="6648" y="4435"/>
                    <a:pt x="6072" y="4435"/>
                  </a:cubicBezTo>
                  <a:cubicBezTo>
                    <a:pt x="5891" y="4435"/>
                    <a:pt x="5709" y="4444"/>
                    <a:pt x="5527" y="4462"/>
                  </a:cubicBezTo>
                  <a:cubicBezTo>
                    <a:pt x="5661" y="4241"/>
                    <a:pt x="5802" y="4027"/>
                    <a:pt x="5951" y="3817"/>
                  </a:cubicBezTo>
                  <a:cubicBezTo>
                    <a:pt x="5961" y="3820"/>
                    <a:pt x="5972" y="3823"/>
                    <a:pt x="5983" y="3823"/>
                  </a:cubicBezTo>
                  <a:cubicBezTo>
                    <a:pt x="5994" y="3823"/>
                    <a:pt x="6005" y="3820"/>
                    <a:pt x="6018" y="3816"/>
                  </a:cubicBezTo>
                  <a:cubicBezTo>
                    <a:pt x="6368" y="3659"/>
                    <a:pt x="6728" y="3587"/>
                    <a:pt x="7086" y="3587"/>
                  </a:cubicBezTo>
                  <a:close/>
                  <a:moveTo>
                    <a:pt x="10762" y="1893"/>
                  </a:moveTo>
                  <a:cubicBezTo>
                    <a:pt x="11246" y="2333"/>
                    <a:pt x="11523" y="2855"/>
                    <a:pt x="11712" y="3456"/>
                  </a:cubicBezTo>
                  <a:cubicBezTo>
                    <a:pt x="11622" y="3932"/>
                    <a:pt x="11511" y="4405"/>
                    <a:pt x="11349" y="4871"/>
                  </a:cubicBezTo>
                  <a:cubicBezTo>
                    <a:pt x="11334" y="4905"/>
                    <a:pt x="11320" y="4941"/>
                    <a:pt x="11308" y="4977"/>
                  </a:cubicBezTo>
                  <a:cubicBezTo>
                    <a:pt x="11112" y="4046"/>
                    <a:pt x="10711" y="3145"/>
                    <a:pt x="10148" y="2382"/>
                  </a:cubicBezTo>
                  <a:cubicBezTo>
                    <a:pt x="10346" y="2210"/>
                    <a:pt x="10551" y="2048"/>
                    <a:pt x="10762" y="1893"/>
                  </a:cubicBezTo>
                  <a:close/>
                  <a:moveTo>
                    <a:pt x="6023" y="4652"/>
                  </a:moveTo>
                  <a:cubicBezTo>
                    <a:pt x="6592" y="4652"/>
                    <a:pt x="7146" y="4734"/>
                    <a:pt x="7711" y="4884"/>
                  </a:cubicBezTo>
                  <a:lnTo>
                    <a:pt x="7716" y="4884"/>
                  </a:lnTo>
                  <a:cubicBezTo>
                    <a:pt x="7638" y="5007"/>
                    <a:pt x="7561" y="5130"/>
                    <a:pt x="7486" y="5254"/>
                  </a:cubicBezTo>
                  <a:cubicBezTo>
                    <a:pt x="7489" y="5220"/>
                    <a:pt x="7472" y="5184"/>
                    <a:pt x="7430" y="5167"/>
                  </a:cubicBezTo>
                  <a:cubicBezTo>
                    <a:pt x="7004" y="5014"/>
                    <a:pt x="6566" y="4941"/>
                    <a:pt x="6125" y="4941"/>
                  </a:cubicBezTo>
                  <a:cubicBezTo>
                    <a:pt x="5814" y="4941"/>
                    <a:pt x="5500" y="4978"/>
                    <a:pt x="5190" y="5048"/>
                  </a:cubicBezTo>
                  <a:cubicBezTo>
                    <a:pt x="5257" y="4927"/>
                    <a:pt x="5325" y="4806"/>
                    <a:pt x="5394" y="4684"/>
                  </a:cubicBezTo>
                  <a:lnTo>
                    <a:pt x="5399" y="4684"/>
                  </a:lnTo>
                  <a:cubicBezTo>
                    <a:pt x="5610" y="4662"/>
                    <a:pt x="5817" y="4652"/>
                    <a:pt x="6023" y="4652"/>
                  </a:cubicBezTo>
                  <a:close/>
                  <a:moveTo>
                    <a:pt x="6110" y="5154"/>
                  </a:moveTo>
                  <a:cubicBezTo>
                    <a:pt x="6531" y="5154"/>
                    <a:pt x="6950" y="5217"/>
                    <a:pt x="7374" y="5334"/>
                  </a:cubicBezTo>
                  <a:cubicBezTo>
                    <a:pt x="7383" y="5336"/>
                    <a:pt x="7391" y="5337"/>
                    <a:pt x="7398" y="5337"/>
                  </a:cubicBezTo>
                  <a:cubicBezTo>
                    <a:pt x="7415" y="5337"/>
                    <a:pt x="7431" y="5333"/>
                    <a:pt x="7443" y="5326"/>
                  </a:cubicBezTo>
                  <a:lnTo>
                    <a:pt x="7443" y="5326"/>
                  </a:lnTo>
                  <a:cubicBezTo>
                    <a:pt x="7271" y="5607"/>
                    <a:pt x="7106" y="5894"/>
                    <a:pt x="6942" y="6182"/>
                  </a:cubicBezTo>
                  <a:cubicBezTo>
                    <a:pt x="6916" y="6229"/>
                    <a:pt x="6887" y="6278"/>
                    <a:pt x="6860" y="6327"/>
                  </a:cubicBezTo>
                  <a:cubicBezTo>
                    <a:pt x="6457" y="6131"/>
                    <a:pt x="5990" y="6017"/>
                    <a:pt x="5529" y="6017"/>
                  </a:cubicBezTo>
                  <a:cubicBezTo>
                    <a:pt x="5222" y="6017"/>
                    <a:pt x="4917" y="6067"/>
                    <a:pt x="4635" y="6179"/>
                  </a:cubicBezTo>
                  <a:cubicBezTo>
                    <a:pt x="4664" y="6108"/>
                    <a:pt x="4695" y="6038"/>
                    <a:pt x="4728" y="5969"/>
                  </a:cubicBezTo>
                  <a:cubicBezTo>
                    <a:pt x="4836" y="5737"/>
                    <a:pt x="4951" y="5506"/>
                    <a:pt x="5072" y="5277"/>
                  </a:cubicBezTo>
                  <a:cubicBezTo>
                    <a:pt x="5076" y="5277"/>
                    <a:pt x="5080" y="5278"/>
                    <a:pt x="5085" y="5278"/>
                  </a:cubicBezTo>
                  <a:cubicBezTo>
                    <a:pt x="5093" y="5278"/>
                    <a:pt x="5101" y="5277"/>
                    <a:pt x="5109" y="5274"/>
                  </a:cubicBezTo>
                  <a:cubicBezTo>
                    <a:pt x="5446" y="5193"/>
                    <a:pt x="5779" y="5154"/>
                    <a:pt x="6110" y="5154"/>
                  </a:cubicBezTo>
                  <a:close/>
                  <a:moveTo>
                    <a:pt x="5512" y="6265"/>
                  </a:moveTo>
                  <a:cubicBezTo>
                    <a:pt x="5932" y="6265"/>
                    <a:pt x="6337" y="6325"/>
                    <a:pt x="6775" y="6476"/>
                  </a:cubicBezTo>
                  <a:cubicBezTo>
                    <a:pt x="6581" y="6820"/>
                    <a:pt x="6383" y="7172"/>
                    <a:pt x="6170" y="7520"/>
                  </a:cubicBezTo>
                  <a:cubicBezTo>
                    <a:pt x="5751" y="7293"/>
                    <a:pt x="5247" y="7143"/>
                    <a:pt x="4754" y="7143"/>
                  </a:cubicBezTo>
                  <a:cubicBezTo>
                    <a:pt x="4577" y="7143"/>
                    <a:pt x="4401" y="7162"/>
                    <a:pt x="4231" y="7205"/>
                  </a:cubicBezTo>
                  <a:cubicBezTo>
                    <a:pt x="4349" y="6894"/>
                    <a:pt x="4461" y="6589"/>
                    <a:pt x="4581" y="6303"/>
                  </a:cubicBezTo>
                  <a:cubicBezTo>
                    <a:pt x="4596" y="6322"/>
                    <a:pt x="4618" y="6335"/>
                    <a:pt x="4643" y="6335"/>
                  </a:cubicBezTo>
                  <a:cubicBezTo>
                    <a:pt x="4646" y="6335"/>
                    <a:pt x="4648" y="6334"/>
                    <a:pt x="4651" y="6334"/>
                  </a:cubicBezTo>
                  <a:cubicBezTo>
                    <a:pt x="4954" y="6291"/>
                    <a:pt x="5237" y="6265"/>
                    <a:pt x="5512" y="6265"/>
                  </a:cubicBezTo>
                  <a:close/>
                  <a:moveTo>
                    <a:pt x="9975" y="2533"/>
                  </a:moveTo>
                  <a:cubicBezTo>
                    <a:pt x="10501" y="3392"/>
                    <a:pt x="10911" y="4262"/>
                    <a:pt x="11218" y="5216"/>
                  </a:cubicBezTo>
                  <a:cubicBezTo>
                    <a:pt x="11104" y="5508"/>
                    <a:pt x="10976" y="5792"/>
                    <a:pt x="10837" y="6071"/>
                  </a:cubicBezTo>
                  <a:cubicBezTo>
                    <a:pt x="10696" y="4999"/>
                    <a:pt x="10156" y="4022"/>
                    <a:pt x="9317" y="3315"/>
                  </a:cubicBezTo>
                  <a:cubicBezTo>
                    <a:pt x="9298" y="3299"/>
                    <a:pt x="9280" y="3292"/>
                    <a:pt x="9262" y="3292"/>
                  </a:cubicBezTo>
                  <a:cubicBezTo>
                    <a:pt x="9188" y="3292"/>
                    <a:pt x="9133" y="3409"/>
                    <a:pt x="9207" y="3475"/>
                  </a:cubicBezTo>
                  <a:cubicBezTo>
                    <a:pt x="10058" y="4220"/>
                    <a:pt x="10572" y="5239"/>
                    <a:pt x="10695" y="6345"/>
                  </a:cubicBezTo>
                  <a:cubicBezTo>
                    <a:pt x="10475" y="6753"/>
                    <a:pt x="10230" y="7146"/>
                    <a:pt x="9958" y="7520"/>
                  </a:cubicBezTo>
                  <a:cubicBezTo>
                    <a:pt x="9994" y="6375"/>
                    <a:pt x="9269" y="5048"/>
                    <a:pt x="8458" y="4374"/>
                  </a:cubicBezTo>
                  <a:cubicBezTo>
                    <a:pt x="8445" y="4362"/>
                    <a:pt x="8430" y="4358"/>
                    <a:pt x="8416" y="4358"/>
                  </a:cubicBezTo>
                  <a:cubicBezTo>
                    <a:pt x="8405" y="4358"/>
                    <a:pt x="8394" y="4360"/>
                    <a:pt x="8384" y="4365"/>
                  </a:cubicBezTo>
                  <a:cubicBezTo>
                    <a:pt x="8636" y="3997"/>
                    <a:pt x="8906" y="3639"/>
                    <a:pt x="9209" y="3302"/>
                  </a:cubicBezTo>
                  <a:cubicBezTo>
                    <a:pt x="9454" y="3028"/>
                    <a:pt x="9709" y="2773"/>
                    <a:pt x="9975" y="2533"/>
                  </a:cubicBezTo>
                  <a:close/>
                  <a:moveTo>
                    <a:pt x="8330" y="4442"/>
                  </a:moveTo>
                  <a:lnTo>
                    <a:pt x="8330" y="4442"/>
                  </a:lnTo>
                  <a:cubicBezTo>
                    <a:pt x="8328" y="4460"/>
                    <a:pt x="8333" y="4478"/>
                    <a:pt x="8348" y="4495"/>
                  </a:cubicBezTo>
                  <a:cubicBezTo>
                    <a:pt x="8782" y="4992"/>
                    <a:pt x="9160" y="5499"/>
                    <a:pt x="9412" y="6115"/>
                  </a:cubicBezTo>
                  <a:cubicBezTo>
                    <a:pt x="9641" y="6671"/>
                    <a:pt x="9665" y="7216"/>
                    <a:pt x="9754" y="7786"/>
                  </a:cubicBezTo>
                  <a:cubicBezTo>
                    <a:pt x="9608" y="7980"/>
                    <a:pt x="9454" y="8165"/>
                    <a:pt x="9294" y="8342"/>
                  </a:cubicBezTo>
                  <a:cubicBezTo>
                    <a:pt x="9313" y="7154"/>
                    <a:pt x="8939" y="5745"/>
                    <a:pt x="8107" y="4946"/>
                  </a:cubicBezTo>
                  <a:cubicBezTo>
                    <a:pt x="8088" y="4929"/>
                    <a:pt x="8066" y="4923"/>
                    <a:pt x="8045" y="4923"/>
                  </a:cubicBezTo>
                  <a:cubicBezTo>
                    <a:pt x="8036" y="4923"/>
                    <a:pt x="8026" y="4924"/>
                    <a:pt x="8017" y="4927"/>
                  </a:cubicBezTo>
                  <a:cubicBezTo>
                    <a:pt x="8119" y="4763"/>
                    <a:pt x="8224" y="4601"/>
                    <a:pt x="8330" y="4442"/>
                  </a:cubicBezTo>
                  <a:close/>
                  <a:moveTo>
                    <a:pt x="4654" y="7393"/>
                  </a:moveTo>
                  <a:cubicBezTo>
                    <a:pt x="5138" y="7393"/>
                    <a:pt x="5588" y="7461"/>
                    <a:pt x="6067" y="7687"/>
                  </a:cubicBezTo>
                  <a:cubicBezTo>
                    <a:pt x="5887" y="7974"/>
                    <a:pt x="5697" y="8255"/>
                    <a:pt x="5494" y="8522"/>
                  </a:cubicBezTo>
                  <a:cubicBezTo>
                    <a:pt x="5486" y="8519"/>
                    <a:pt x="5478" y="8512"/>
                    <a:pt x="5469" y="8509"/>
                  </a:cubicBezTo>
                  <a:cubicBezTo>
                    <a:pt x="5110" y="8359"/>
                    <a:pt x="4734" y="8293"/>
                    <a:pt x="4355" y="8293"/>
                  </a:cubicBezTo>
                  <a:cubicBezTo>
                    <a:pt x="4148" y="8293"/>
                    <a:pt x="3940" y="8313"/>
                    <a:pt x="3733" y="8348"/>
                  </a:cubicBezTo>
                  <a:cubicBezTo>
                    <a:pt x="3889" y="8047"/>
                    <a:pt x="4025" y="7732"/>
                    <a:pt x="4151" y="7412"/>
                  </a:cubicBezTo>
                  <a:cubicBezTo>
                    <a:pt x="4324" y="7400"/>
                    <a:pt x="4491" y="7393"/>
                    <a:pt x="4654" y="7393"/>
                  </a:cubicBezTo>
                  <a:close/>
                  <a:moveTo>
                    <a:pt x="4223" y="8516"/>
                  </a:moveTo>
                  <a:cubicBezTo>
                    <a:pt x="4608" y="8516"/>
                    <a:pt x="4987" y="8579"/>
                    <a:pt x="5371" y="8682"/>
                  </a:cubicBezTo>
                  <a:cubicBezTo>
                    <a:pt x="5286" y="8790"/>
                    <a:pt x="5196" y="8895"/>
                    <a:pt x="5106" y="8996"/>
                  </a:cubicBezTo>
                  <a:cubicBezTo>
                    <a:pt x="4769" y="8865"/>
                    <a:pt x="4416" y="8805"/>
                    <a:pt x="4059" y="8805"/>
                  </a:cubicBezTo>
                  <a:cubicBezTo>
                    <a:pt x="3848" y="8805"/>
                    <a:pt x="3635" y="8826"/>
                    <a:pt x="3424" y="8866"/>
                  </a:cubicBezTo>
                  <a:cubicBezTo>
                    <a:pt x="3489" y="8772"/>
                    <a:pt x="3552" y="8672"/>
                    <a:pt x="3610" y="8571"/>
                  </a:cubicBezTo>
                  <a:cubicBezTo>
                    <a:pt x="3818" y="8533"/>
                    <a:pt x="4021" y="8516"/>
                    <a:pt x="4223" y="8516"/>
                  </a:cubicBezTo>
                  <a:close/>
                  <a:moveTo>
                    <a:pt x="7962" y="5015"/>
                  </a:moveTo>
                  <a:cubicBezTo>
                    <a:pt x="7963" y="5023"/>
                    <a:pt x="7963" y="5031"/>
                    <a:pt x="7968" y="5040"/>
                  </a:cubicBezTo>
                  <a:cubicBezTo>
                    <a:pt x="8271" y="5650"/>
                    <a:pt x="8643" y="6187"/>
                    <a:pt x="8844" y="6851"/>
                  </a:cubicBezTo>
                  <a:cubicBezTo>
                    <a:pt x="9011" y="7406"/>
                    <a:pt x="9083" y="7970"/>
                    <a:pt x="9106" y="8543"/>
                  </a:cubicBezTo>
                  <a:cubicBezTo>
                    <a:pt x="9048" y="8609"/>
                    <a:pt x="8988" y="8669"/>
                    <a:pt x="8927" y="8731"/>
                  </a:cubicBezTo>
                  <a:cubicBezTo>
                    <a:pt x="8726" y="8934"/>
                    <a:pt x="8513" y="9126"/>
                    <a:pt x="8296" y="9314"/>
                  </a:cubicBezTo>
                  <a:cubicBezTo>
                    <a:pt x="8355" y="8301"/>
                    <a:pt x="7978" y="7324"/>
                    <a:pt x="7266" y="6583"/>
                  </a:cubicBezTo>
                  <a:cubicBezTo>
                    <a:pt x="7244" y="6560"/>
                    <a:pt x="7218" y="6550"/>
                    <a:pt x="7192" y="6550"/>
                  </a:cubicBezTo>
                  <a:cubicBezTo>
                    <a:pt x="7113" y="6550"/>
                    <a:pt x="7041" y="6643"/>
                    <a:pt x="7109" y="6720"/>
                  </a:cubicBezTo>
                  <a:cubicBezTo>
                    <a:pt x="7782" y="7489"/>
                    <a:pt x="8119" y="8448"/>
                    <a:pt x="8119" y="9460"/>
                  </a:cubicBezTo>
                  <a:cubicBezTo>
                    <a:pt x="7703" y="9798"/>
                    <a:pt x="7258" y="10108"/>
                    <a:pt x="6792" y="10376"/>
                  </a:cubicBezTo>
                  <a:cubicBezTo>
                    <a:pt x="7171" y="9430"/>
                    <a:pt x="7078" y="8334"/>
                    <a:pt x="6554" y="7457"/>
                  </a:cubicBezTo>
                  <a:cubicBezTo>
                    <a:pt x="7036" y="6648"/>
                    <a:pt x="7471" y="5814"/>
                    <a:pt x="7962" y="5015"/>
                  </a:cubicBezTo>
                  <a:close/>
                  <a:moveTo>
                    <a:pt x="4077" y="8984"/>
                  </a:moveTo>
                  <a:cubicBezTo>
                    <a:pt x="4388" y="8984"/>
                    <a:pt x="4694" y="9029"/>
                    <a:pt x="5003" y="9108"/>
                  </a:cubicBezTo>
                  <a:cubicBezTo>
                    <a:pt x="4599" y="9540"/>
                    <a:pt x="4141" y="9910"/>
                    <a:pt x="3601" y="10171"/>
                  </a:cubicBezTo>
                  <a:cubicBezTo>
                    <a:pt x="3388" y="10273"/>
                    <a:pt x="3159" y="10358"/>
                    <a:pt x="2918" y="10415"/>
                  </a:cubicBezTo>
                  <a:cubicBezTo>
                    <a:pt x="2938" y="10399"/>
                    <a:pt x="2949" y="10376"/>
                    <a:pt x="2946" y="10345"/>
                  </a:cubicBezTo>
                  <a:cubicBezTo>
                    <a:pt x="2907" y="10075"/>
                    <a:pt x="2742" y="9854"/>
                    <a:pt x="2514" y="9731"/>
                  </a:cubicBezTo>
                  <a:cubicBezTo>
                    <a:pt x="2841" y="9545"/>
                    <a:pt x="3108" y="9289"/>
                    <a:pt x="3332" y="8993"/>
                  </a:cubicBezTo>
                  <a:cubicBezTo>
                    <a:pt x="3345" y="9027"/>
                    <a:pt x="3372" y="9052"/>
                    <a:pt x="3412" y="9052"/>
                  </a:cubicBezTo>
                  <a:cubicBezTo>
                    <a:pt x="3419" y="9052"/>
                    <a:pt x="3425" y="9052"/>
                    <a:pt x="3432" y="9050"/>
                  </a:cubicBezTo>
                  <a:cubicBezTo>
                    <a:pt x="3651" y="9005"/>
                    <a:pt x="3865" y="8984"/>
                    <a:pt x="4077" y="8984"/>
                  </a:cubicBezTo>
                  <a:close/>
                  <a:moveTo>
                    <a:pt x="328" y="9168"/>
                  </a:moveTo>
                  <a:lnTo>
                    <a:pt x="328" y="9168"/>
                  </a:lnTo>
                  <a:cubicBezTo>
                    <a:pt x="423" y="9419"/>
                    <a:pt x="611" y="9633"/>
                    <a:pt x="861" y="9787"/>
                  </a:cubicBezTo>
                  <a:cubicBezTo>
                    <a:pt x="958" y="9846"/>
                    <a:pt x="1059" y="9892"/>
                    <a:pt x="1164" y="9923"/>
                  </a:cubicBezTo>
                  <a:cubicBezTo>
                    <a:pt x="1231" y="9988"/>
                    <a:pt x="1310" y="10050"/>
                    <a:pt x="1369" y="10122"/>
                  </a:cubicBezTo>
                  <a:cubicBezTo>
                    <a:pt x="1449" y="10214"/>
                    <a:pt x="1509" y="10315"/>
                    <a:pt x="1557" y="10427"/>
                  </a:cubicBezTo>
                  <a:cubicBezTo>
                    <a:pt x="1334" y="10368"/>
                    <a:pt x="1120" y="10276"/>
                    <a:pt x="923" y="10142"/>
                  </a:cubicBezTo>
                  <a:cubicBezTo>
                    <a:pt x="593" y="9919"/>
                    <a:pt x="331" y="9564"/>
                    <a:pt x="328" y="9168"/>
                  </a:cubicBezTo>
                  <a:close/>
                  <a:moveTo>
                    <a:pt x="2306" y="9836"/>
                  </a:moveTo>
                  <a:cubicBezTo>
                    <a:pt x="2548" y="9913"/>
                    <a:pt x="2742" y="10124"/>
                    <a:pt x="2794" y="10376"/>
                  </a:cubicBezTo>
                  <a:cubicBezTo>
                    <a:pt x="2800" y="10409"/>
                    <a:pt x="2823" y="10425"/>
                    <a:pt x="2846" y="10430"/>
                  </a:cubicBezTo>
                  <a:cubicBezTo>
                    <a:pt x="2630" y="10478"/>
                    <a:pt x="2409" y="10505"/>
                    <a:pt x="2190" y="10505"/>
                  </a:cubicBezTo>
                  <a:cubicBezTo>
                    <a:pt x="2030" y="10505"/>
                    <a:pt x="1870" y="10491"/>
                    <a:pt x="1714" y="10461"/>
                  </a:cubicBezTo>
                  <a:lnTo>
                    <a:pt x="1714" y="10456"/>
                  </a:lnTo>
                  <a:cubicBezTo>
                    <a:pt x="1670" y="10309"/>
                    <a:pt x="1590" y="10129"/>
                    <a:pt x="1477" y="9983"/>
                  </a:cubicBezTo>
                  <a:lnTo>
                    <a:pt x="1477" y="9983"/>
                  </a:lnTo>
                  <a:cubicBezTo>
                    <a:pt x="1518" y="9987"/>
                    <a:pt x="1559" y="9988"/>
                    <a:pt x="1600" y="9988"/>
                  </a:cubicBezTo>
                  <a:cubicBezTo>
                    <a:pt x="1840" y="9988"/>
                    <a:pt x="2080" y="9932"/>
                    <a:pt x="2306" y="9836"/>
                  </a:cubicBezTo>
                  <a:close/>
                  <a:moveTo>
                    <a:pt x="6430" y="7666"/>
                  </a:moveTo>
                  <a:cubicBezTo>
                    <a:pt x="6833" y="8538"/>
                    <a:pt x="6906" y="9458"/>
                    <a:pt x="6661" y="10402"/>
                  </a:cubicBezTo>
                  <a:cubicBezTo>
                    <a:pt x="6656" y="10420"/>
                    <a:pt x="6659" y="10435"/>
                    <a:pt x="6664" y="10448"/>
                  </a:cubicBezTo>
                  <a:cubicBezTo>
                    <a:pt x="6489" y="10543"/>
                    <a:pt x="6311" y="10638"/>
                    <a:pt x="6129" y="10721"/>
                  </a:cubicBezTo>
                  <a:cubicBezTo>
                    <a:pt x="6365" y="9954"/>
                    <a:pt x="6317" y="9126"/>
                    <a:pt x="5952" y="8396"/>
                  </a:cubicBezTo>
                  <a:cubicBezTo>
                    <a:pt x="6100" y="8185"/>
                    <a:pt x="6242" y="7972"/>
                    <a:pt x="6373" y="7759"/>
                  </a:cubicBezTo>
                  <a:cubicBezTo>
                    <a:pt x="6391" y="7728"/>
                    <a:pt x="6409" y="7699"/>
                    <a:pt x="6430" y="7666"/>
                  </a:cubicBezTo>
                  <a:close/>
                  <a:moveTo>
                    <a:pt x="1040" y="10571"/>
                  </a:moveTo>
                  <a:lnTo>
                    <a:pt x="1040" y="10571"/>
                  </a:lnTo>
                  <a:cubicBezTo>
                    <a:pt x="1311" y="10685"/>
                    <a:pt x="1614" y="10754"/>
                    <a:pt x="1915" y="10783"/>
                  </a:cubicBezTo>
                  <a:cubicBezTo>
                    <a:pt x="1905" y="10792"/>
                    <a:pt x="1894" y="10801"/>
                    <a:pt x="1882" y="10810"/>
                  </a:cubicBezTo>
                  <a:cubicBezTo>
                    <a:pt x="1815" y="10867"/>
                    <a:pt x="1750" y="10927"/>
                    <a:pt x="1681" y="10988"/>
                  </a:cubicBezTo>
                  <a:cubicBezTo>
                    <a:pt x="1450" y="10870"/>
                    <a:pt x="1238" y="10731"/>
                    <a:pt x="1040" y="10571"/>
                  </a:cubicBezTo>
                  <a:close/>
                  <a:moveTo>
                    <a:pt x="5811" y="8600"/>
                  </a:moveTo>
                  <a:cubicBezTo>
                    <a:pt x="6064" y="9338"/>
                    <a:pt x="6100" y="10081"/>
                    <a:pt x="5883" y="10834"/>
                  </a:cubicBezTo>
                  <a:cubicBezTo>
                    <a:pt x="5532" y="10981"/>
                    <a:pt x="5173" y="11106"/>
                    <a:pt x="4807" y="11201"/>
                  </a:cubicBezTo>
                  <a:cubicBezTo>
                    <a:pt x="4731" y="11220"/>
                    <a:pt x="4655" y="11237"/>
                    <a:pt x="4578" y="11255"/>
                  </a:cubicBezTo>
                  <a:cubicBezTo>
                    <a:pt x="4774" y="10810"/>
                    <a:pt x="4869" y="10302"/>
                    <a:pt x="4758" y="9829"/>
                  </a:cubicBezTo>
                  <a:cubicBezTo>
                    <a:pt x="4754" y="9811"/>
                    <a:pt x="4745" y="9798"/>
                    <a:pt x="4731" y="9790"/>
                  </a:cubicBezTo>
                  <a:cubicBezTo>
                    <a:pt x="5134" y="9443"/>
                    <a:pt x="5492" y="9032"/>
                    <a:pt x="5811" y="8600"/>
                  </a:cubicBezTo>
                  <a:close/>
                  <a:moveTo>
                    <a:pt x="3519" y="10551"/>
                  </a:moveTo>
                  <a:cubicBezTo>
                    <a:pt x="3489" y="10693"/>
                    <a:pt x="3468" y="10836"/>
                    <a:pt x="3406" y="10973"/>
                  </a:cubicBezTo>
                  <a:cubicBezTo>
                    <a:pt x="3337" y="11124"/>
                    <a:pt x="3236" y="11258"/>
                    <a:pt x="3118" y="11373"/>
                  </a:cubicBezTo>
                  <a:cubicBezTo>
                    <a:pt x="2797" y="11348"/>
                    <a:pt x="2478" y="11291"/>
                    <a:pt x="2169" y="11189"/>
                  </a:cubicBezTo>
                  <a:cubicBezTo>
                    <a:pt x="2061" y="11155"/>
                    <a:pt x="1956" y="11114"/>
                    <a:pt x="1853" y="11070"/>
                  </a:cubicBezTo>
                  <a:cubicBezTo>
                    <a:pt x="1899" y="11031"/>
                    <a:pt x="1940" y="10990"/>
                    <a:pt x="1979" y="10959"/>
                  </a:cubicBezTo>
                  <a:cubicBezTo>
                    <a:pt x="2041" y="10908"/>
                    <a:pt x="2112" y="10857"/>
                    <a:pt x="2177" y="10801"/>
                  </a:cubicBezTo>
                  <a:cubicBezTo>
                    <a:pt x="2208" y="10802"/>
                    <a:pt x="2240" y="10803"/>
                    <a:pt x="2271" y="10803"/>
                  </a:cubicBezTo>
                  <a:cubicBezTo>
                    <a:pt x="2549" y="10803"/>
                    <a:pt x="2817" y="10770"/>
                    <a:pt x="3048" y="10711"/>
                  </a:cubicBezTo>
                  <a:cubicBezTo>
                    <a:pt x="3211" y="10669"/>
                    <a:pt x="3367" y="10615"/>
                    <a:pt x="3519" y="10551"/>
                  </a:cubicBezTo>
                  <a:close/>
                  <a:moveTo>
                    <a:pt x="4633" y="9872"/>
                  </a:moveTo>
                  <a:lnTo>
                    <a:pt x="4633" y="9872"/>
                  </a:lnTo>
                  <a:cubicBezTo>
                    <a:pt x="4571" y="10366"/>
                    <a:pt x="4519" y="10829"/>
                    <a:pt x="4371" y="11299"/>
                  </a:cubicBezTo>
                  <a:cubicBezTo>
                    <a:pt x="4067" y="11352"/>
                    <a:pt x="3756" y="11384"/>
                    <a:pt x="3447" y="11384"/>
                  </a:cubicBezTo>
                  <a:cubicBezTo>
                    <a:pt x="3412" y="11384"/>
                    <a:pt x="3377" y="11383"/>
                    <a:pt x="3342" y="11382"/>
                  </a:cubicBezTo>
                  <a:cubicBezTo>
                    <a:pt x="3584" y="11140"/>
                    <a:pt x="3758" y="10793"/>
                    <a:pt x="3694" y="10474"/>
                  </a:cubicBezTo>
                  <a:cubicBezTo>
                    <a:pt x="4033" y="10317"/>
                    <a:pt x="4345" y="10109"/>
                    <a:pt x="4633" y="9872"/>
                  </a:cubicBezTo>
                  <a:close/>
                  <a:moveTo>
                    <a:pt x="13712" y="1"/>
                  </a:moveTo>
                  <a:cubicBezTo>
                    <a:pt x="13705" y="1"/>
                    <a:pt x="13697" y="2"/>
                    <a:pt x="13689" y="4"/>
                  </a:cubicBezTo>
                  <a:cubicBezTo>
                    <a:pt x="13346" y="103"/>
                    <a:pt x="13009" y="230"/>
                    <a:pt x="12678" y="379"/>
                  </a:cubicBezTo>
                  <a:cubicBezTo>
                    <a:pt x="12658" y="364"/>
                    <a:pt x="12635" y="355"/>
                    <a:pt x="12608" y="351"/>
                  </a:cubicBezTo>
                  <a:cubicBezTo>
                    <a:pt x="12316" y="313"/>
                    <a:pt x="12028" y="294"/>
                    <a:pt x="11742" y="294"/>
                  </a:cubicBezTo>
                  <a:cubicBezTo>
                    <a:pt x="9264" y="294"/>
                    <a:pt x="7031" y="1701"/>
                    <a:pt x="5630" y="3742"/>
                  </a:cubicBezTo>
                  <a:cubicBezTo>
                    <a:pt x="4844" y="4886"/>
                    <a:pt x="4286" y="6161"/>
                    <a:pt x="3771" y="7442"/>
                  </a:cubicBezTo>
                  <a:cubicBezTo>
                    <a:pt x="3462" y="8209"/>
                    <a:pt x="3113" y="9067"/>
                    <a:pt x="2347" y="9482"/>
                  </a:cubicBezTo>
                  <a:cubicBezTo>
                    <a:pt x="2126" y="9602"/>
                    <a:pt x="1879" y="9660"/>
                    <a:pt x="1638" y="9660"/>
                  </a:cubicBezTo>
                  <a:cubicBezTo>
                    <a:pt x="1069" y="9660"/>
                    <a:pt x="534" y="9335"/>
                    <a:pt x="454" y="8718"/>
                  </a:cubicBezTo>
                  <a:cubicBezTo>
                    <a:pt x="586" y="8512"/>
                    <a:pt x="813" y="8398"/>
                    <a:pt x="1034" y="8398"/>
                  </a:cubicBezTo>
                  <a:cubicBezTo>
                    <a:pt x="1263" y="8398"/>
                    <a:pt x="1485" y="8521"/>
                    <a:pt x="1588" y="8792"/>
                  </a:cubicBezTo>
                  <a:cubicBezTo>
                    <a:pt x="1605" y="8837"/>
                    <a:pt x="1644" y="8856"/>
                    <a:pt x="1685" y="8856"/>
                  </a:cubicBezTo>
                  <a:cubicBezTo>
                    <a:pt x="1756" y="8856"/>
                    <a:pt x="1832" y="8799"/>
                    <a:pt x="1809" y="8717"/>
                  </a:cubicBezTo>
                  <a:cubicBezTo>
                    <a:pt x="1699" y="8336"/>
                    <a:pt x="1354" y="8082"/>
                    <a:pt x="967" y="8082"/>
                  </a:cubicBezTo>
                  <a:cubicBezTo>
                    <a:pt x="903" y="8082"/>
                    <a:pt x="838" y="8089"/>
                    <a:pt x="773" y="8103"/>
                  </a:cubicBezTo>
                  <a:cubicBezTo>
                    <a:pt x="264" y="8216"/>
                    <a:pt x="1" y="8749"/>
                    <a:pt x="23" y="9237"/>
                  </a:cubicBezTo>
                  <a:cubicBezTo>
                    <a:pt x="30" y="9404"/>
                    <a:pt x="64" y="9556"/>
                    <a:pt x="117" y="9695"/>
                  </a:cubicBezTo>
                  <a:cubicBezTo>
                    <a:pt x="91" y="9716"/>
                    <a:pt x="74" y="9756"/>
                    <a:pt x="91" y="9795"/>
                  </a:cubicBezTo>
                  <a:cubicBezTo>
                    <a:pt x="519" y="10860"/>
                    <a:pt x="1737" y="11467"/>
                    <a:pt x="2822" y="11621"/>
                  </a:cubicBezTo>
                  <a:cubicBezTo>
                    <a:pt x="3035" y="11652"/>
                    <a:pt x="3250" y="11666"/>
                    <a:pt x="3464" y="11666"/>
                  </a:cubicBezTo>
                  <a:cubicBezTo>
                    <a:pt x="3746" y="11666"/>
                    <a:pt x="4027" y="11641"/>
                    <a:pt x="4306" y="11597"/>
                  </a:cubicBezTo>
                  <a:cubicBezTo>
                    <a:pt x="4320" y="11613"/>
                    <a:pt x="4340" y="11623"/>
                    <a:pt x="4361" y="11623"/>
                  </a:cubicBezTo>
                  <a:cubicBezTo>
                    <a:pt x="4380" y="11623"/>
                    <a:pt x="4399" y="11614"/>
                    <a:pt x="4411" y="11593"/>
                  </a:cubicBezTo>
                  <a:cubicBezTo>
                    <a:pt x="4412" y="11589"/>
                    <a:pt x="4417" y="11582"/>
                    <a:pt x="4419" y="11579"/>
                  </a:cubicBezTo>
                  <a:cubicBezTo>
                    <a:pt x="5280" y="11425"/>
                    <a:pt x="6119" y="11083"/>
                    <a:pt x="6872" y="10666"/>
                  </a:cubicBezTo>
                  <a:cubicBezTo>
                    <a:pt x="7716" y="10199"/>
                    <a:pt x="8487" y="9607"/>
                    <a:pt x="9168" y="8923"/>
                  </a:cubicBezTo>
                  <a:cubicBezTo>
                    <a:pt x="9177" y="8926"/>
                    <a:pt x="9186" y="8928"/>
                    <a:pt x="9196" y="8928"/>
                  </a:cubicBezTo>
                  <a:cubicBezTo>
                    <a:pt x="9228" y="8928"/>
                    <a:pt x="9259" y="8908"/>
                    <a:pt x="9264" y="8864"/>
                  </a:cubicBezTo>
                  <a:cubicBezTo>
                    <a:pt x="9266" y="8849"/>
                    <a:pt x="9266" y="8833"/>
                    <a:pt x="9269" y="8820"/>
                  </a:cubicBezTo>
                  <a:cubicBezTo>
                    <a:pt x="9858" y="8208"/>
                    <a:pt x="10375" y="7527"/>
                    <a:pt x="10803" y="6792"/>
                  </a:cubicBezTo>
                  <a:cubicBezTo>
                    <a:pt x="10805" y="6792"/>
                    <a:pt x="10808" y="6793"/>
                    <a:pt x="10810" y="6793"/>
                  </a:cubicBezTo>
                  <a:cubicBezTo>
                    <a:pt x="10846" y="6793"/>
                    <a:pt x="10878" y="6771"/>
                    <a:pt x="10881" y="6722"/>
                  </a:cubicBezTo>
                  <a:lnTo>
                    <a:pt x="10881" y="6656"/>
                  </a:lnTo>
                  <a:cubicBezTo>
                    <a:pt x="11148" y="6180"/>
                    <a:pt x="11380" y="5683"/>
                    <a:pt x="11570" y="5172"/>
                  </a:cubicBezTo>
                  <a:cubicBezTo>
                    <a:pt x="11811" y="4521"/>
                    <a:pt x="11974" y="3850"/>
                    <a:pt x="12084" y="3166"/>
                  </a:cubicBezTo>
                  <a:cubicBezTo>
                    <a:pt x="12223" y="2284"/>
                    <a:pt x="12313" y="1387"/>
                    <a:pt x="12850" y="643"/>
                  </a:cubicBezTo>
                  <a:cubicBezTo>
                    <a:pt x="12861" y="629"/>
                    <a:pt x="12866" y="615"/>
                    <a:pt x="12871" y="602"/>
                  </a:cubicBezTo>
                  <a:cubicBezTo>
                    <a:pt x="13159" y="454"/>
                    <a:pt x="13452" y="312"/>
                    <a:pt x="13750" y="171"/>
                  </a:cubicBezTo>
                  <a:cubicBezTo>
                    <a:pt x="13828" y="134"/>
                    <a:pt x="13794" y="1"/>
                    <a:pt x="13712" y="1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7E56A6DE-A644-4781-B8CF-54E6FC703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6836" y="1255314"/>
            <a:ext cx="2064992" cy="18589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B50BCD-FF4E-4208-9556-C7F05BDF4F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8284" y="1262354"/>
            <a:ext cx="2119505" cy="18589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AB44C72-AE79-4AC4-A42E-E28E1FF5C7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9332" y="3128785"/>
            <a:ext cx="2064992" cy="192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621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4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9875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BACKGROUND/SCENARIO</a:t>
            </a:r>
            <a:endParaRPr dirty="0"/>
          </a:p>
        </p:txBody>
      </p:sp>
      <p:sp>
        <p:nvSpPr>
          <p:cNvPr id="423" name="Google Shape;423;p34"/>
          <p:cNvSpPr txBox="1">
            <a:spLocks noGrp="1"/>
          </p:cNvSpPr>
          <p:nvPr>
            <p:ph type="body" idx="1"/>
          </p:nvPr>
        </p:nvSpPr>
        <p:spPr>
          <a:xfrm>
            <a:off x="720000" y="1391325"/>
            <a:ext cx="7704000" cy="32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Nunito" panose="020B0604020202020204" charset="0"/>
              </a:rPr>
              <a:t>OSPF</a:t>
            </a:r>
          </a:p>
          <a:p>
            <a:pPr marL="742950" lvl="1" indent="-28575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rgbClr val="000000"/>
                </a:solidFill>
                <a:latin typeface="Nunito" panose="020B0604020202020204" charset="0"/>
              </a:rPr>
              <a:t>Router ID</a:t>
            </a:r>
          </a:p>
          <a:p>
            <a:pPr marL="742950" lvl="1" indent="-28575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rgbClr val="000000"/>
                </a:solidFill>
                <a:latin typeface="Nunito" panose="020B0604020202020204" charset="0"/>
              </a:rPr>
              <a:t>IP Address Configuration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43BE2BB-EEF0-494E-9F3A-BF61CBBF2087}"/>
              </a:ext>
            </a:extLst>
          </p:cNvPr>
          <p:cNvGrpSpPr/>
          <p:nvPr/>
        </p:nvGrpSpPr>
        <p:grpSpPr>
          <a:xfrm rot="1447952">
            <a:off x="7965541" y="873092"/>
            <a:ext cx="1158287" cy="765214"/>
            <a:chOff x="6518491" y="1599754"/>
            <a:chExt cx="1158287" cy="765214"/>
          </a:xfrm>
        </p:grpSpPr>
        <p:sp>
          <p:nvSpPr>
            <p:cNvPr id="4" name="Google Shape;417;p33">
              <a:extLst>
                <a:ext uri="{FF2B5EF4-FFF2-40B4-BE49-F238E27FC236}">
                  <a16:creationId xmlns:a16="http://schemas.microsoft.com/office/drawing/2014/main" id="{01DAF2A5-5940-4EEC-9C6C-C815D26A15C7}"/>
                </a:ext>
              </a:extLst>
            </p:cNvPr>
            <p:cNvSpPr/>
            <p:nvPr/>
          </p:nvSpPr>
          <p:spPr>
            <a:xfrm>
              <a:off x="6518491" y="1599754"/>
              <a:ext cx="728908" cy="614944"/>
            </a:xfrm>
            <a:custGeom>
              <a:avLst/>
              <a:gdLst/>
              <a:ahLst/>
              <a:cxnLst/>
              <a:rect l="l" t="t" r="r" b="b"/>
              <a:pathLst>
                <a:path w="13828" h="11666" extrusionOk="0">
                  <a:moveTo>
                    <a:pt x="11902" y="622"/>
                  </a:moveTo>
                  <a:cubicBezTo>
                    <a:pt x="11993" y="622"/>
                    <a:pt x="12084" y="623"/>
                    <a:pt x="12176" y="626"/>
                  </a:cubicBezTo>
                  <a:cubicBezTo>
                    <a:pt x="11748" y="854"/>
                    <a:pt x="11336" y="1117"/>
                    <a:pt x="10943" y="1400"/>
                  </a:cubicBezTo>
                  <a:cubicBezTo>
                    <a:pt x="10565" y="1156"/>
                    <a:pt x="10148" y="999"/>
                    <a:pt x="9708" y="944"/>
                  </a:cubicBezTo>
                  <a:cubicBezTo>
                    <a:pt x="10413" y="725"/>
                    <a:pt x="11153" y="622"/>
                    <a:pt x="11902" y="622"/>
                  </a:cubicBezTo>
                  <a:close/>
                  <a:moveTo>
                    <a:pt x="9181" y="1132"/>
                  </a:moveTo>
                  <a:cubicBezTo>
                    <a:pt x="9191" y="1137"/>
                    <a:pt x="9204" y="1138"/>
                    <a:pt x="9215" y="1138"/>
                  </a:cubicBezTo>
                  <a:cubicBezTo>
                    <a:pt x="9219" y="1138"/>
                    <a:pt x="9223" y="1138"/>
                    <a:pt x="9227" y="1138"/>
                  </a:cubicBezTo>
                  <a:cubicBezTo>
                    <a:pt x="9787" y="1138"/>
                    <a:pt x="10315" y="1253"/>
                    <a:pt x="10812" y="1497"/>
                  </a:cubicBezTo>
                  <a:cubicBezTo>
                    <a:pt x="10488" y="1739"/>
                    <a:pt x="10174" y="1996"/>
                    <a:pt x="9880" y="2259"/>
                  </a:cubicBezTo>
                  <a:cubicBezTo>
                    <a:pt x="9845" y="2290"/>
                    <a:pt x="9811" y="2323"/>
                    <a:pt x="9777" y="2356"/>
                  </a:cubicBezTo>
                  <a:cubicBezTo>
                    <a:pt x="9795" y="2326"/>
                    <a:pt x="9795" y="2287"/>
                    <a:pt x="9762" y="2266"/>
                  </a:cubicBezTo>
                  <a:cubicBezTo>
                    <a:pt x="9330" y="1986"/>
                    <a:pt x="8732" y="1780"/>
                    <a:pt x="8170" y="1780"/>
                  </a:cubicBezTo>
                  <a:cubicBezTo>
                    <a:pt x="8094" y="1780"/>
                    <a:pt x="8019" y="1784"/>
                    <a:pt x="7945" y="1791"/>
                  </a:cubicBezTo>
                  <a:cubicBezTo>
                    <a:pt x="8337" y="1525"/>
                    <a:pt x="8749" y="1305"/>
                    <a:pt x="9181" y="1132"/>
                  </a:cubicBezTo>
                  <a:close/>
                  <a:moveTo>
                    <a:pt x="8294" y="2015"/>
                  </a:moveTo>
                  <a:cubicBezTo>
                    <a:pt x="8380" y="2015"/>
                    <a:pt x="8467" y="2019"/>
                    <a:pt x="8554" y="2030"/>
                  </a:cubicBezTo>
                  <a:cubicBezTo>
                    <a:pt x="8963" y="2079"/>
                    <a:pt x="9335" y="2210"/>
                    <a:pt x="9706" y="2382"/>
                  </a:cubicBezTo>
                  <a:cubicBezTo>
                    <a:pt x="9714" y="2386"/>
                    <a:pt x="9721" y="2388"/>
                    <a:pt x="9728" y="2388"/>
                  </a:cubicBezTo>
                  <a:cubicBezTo>
                    <a:pt x="9736" y="2388"/>
                    <a:pt x="9744" y="2385"/>
                    <a:pt x="9752" y="2382"/>
                  </a:cubicBezTo>
                  <a:lnTo>
                    <a:pt x="9752" y="2382"/>
                  </a:lnTo>
                  <a:cubicBezTo>
                    <a:pt x="9557" y="2562"/>
                    <a:pt x="9371" y="2750"/>
                    <a:pt x="9196" y="2942"/>
                  </a:cubicBezTo>
                  <a:cubicBezTo>
                    <a:pt x="9191" y="2914"/>
                    <a:pt x="9176" y="2889"/>
                    <a:pt x="9148" y="2875"/>
                  </a:cubicBezTo>
                  <a:cubicBezTo>
                    <a:pt x="8661" y="2622"/>
                    <a:pt x="8130" y="2482"/>
                    <a:pt x="7595" y="2482"/>
                  </a:cubicBezTo>
                  <a:cubicBezTo>
                    <a:pt x="7411" y="2482"/>
                    <a:pt x="7227" y="2498"/>
                    <a:pt x="7044" y="2533"/>
                  </a:cubicBezTo>
                  <a:cubicBezTo>
                    <a:pt x="7212" y="2366"/>
                    <a:pt x="7397" y="2209"/>
                    <a:pt x="7589" y="2056"/>
                  </a:cubicBezTo>
                  <a:cubicBezTo>
                    <a:pt x="7826" y="2047"/>
                    <a:pt x="8058" y="2015"/>
                    <a:pt x="8294" y="2015"/>
                  </a:cubicBezTo>
                  <a:close/>
                  <a:moveTo>
                    <a:pt x="12367" y="868"/>
                  </a:moveTo>
                  <a:cubicBezTo>
                    <a:pt x="12076" y="1395"/>
                    <a:pt x="11953" y="1991"/>
                    <a:pt x="11856" y="2596"/>
                  </a:cubicBezTo>
                  <a:cubicBezTo>
                    <a:pt x="11835" y="2729"/>
                    <a:pt x="11812" y="2860"/>
                    <a:pt x="11793" y="2991"/>
                  </a:cubicBezTo>
                  <a:cubicBezTo>
                    <a:pt x="11636" y="2513"/>
                    <a:pt x="11334" y="2078"/>
                    <a:pt x="10968" y="1739"/>
                  </a:cubicBezTo>
                  <a:cubicBezTo>
                    <a:pt x="11415" y="1423"/>
                    <a:pt x="11883" y="1133"/>
                    <a:pt x="12367" y="868"/>
                  </a:cubicBezTo>
                  <a:close/>
                  <a:moveTo>
                    <a:pt x="7606" y="2726"/>
                  </a:moveTo>
                  <a:cubicBezTo>
                    <a:pt x="8095" y="2726"/>
                    <a:pt x="8574" y="2832"/>
                    <a:pt x="9045" y="3069"/>
                  </a:cubicBezTo>
                  <a:cubicBezTo>
                    <a:pt x="9053" y="3073"/>
                    <a:pt x="9061" y="3076"/>
                    <a:pt x="9070" y="3078"/>
                  </a:cubicBezTo>
                  <a:cubicBezTo>
                    <a:pt x="8873" y="3295"/>
                    <a:pt x="8688" y="3521"/>
                    <a:pt x="8510" y="3752"/>
                  </a:cubicBezTo>
                  <a:lnTo>
                    <a:pt x="8500" y="3742"/>
                  </a:lnTo>
                  <a:cubicBezTo>
                    <a:pt x="8081" y="3488"/>
                    <a:pt x="7623" y="3369"/>
                    <a:pt x="7162" y="3369"/>
                  </a:cubicBezTo>
                  <a:cubicBezTo>
                    <a:pt x="6817" y="3369"/>
                    <a:pt x="6471" y="3435"/>
                    <a:pt x="6137" y="3562"/>
                  </a:cubicBezTo>
                  <a:cubicBezTo>
                    <a:pt x="6329" y="3307"/>
                    <a:pt x="6536" y="3061"/>
                    <a:pt x="6754" y="2826"/>
                  </a:cubicBezTo>
                  <a:cubicBezTo>
                    <a:pt x="7042" y="2761"/>
                    <a:pt x="7326" y="2726"/>
                    <a:pt x="7606" y="2726"/>
                  </a:cubicBezTo>
                  <a:close/>
                  <a:moveTo>
                    <a:pt x="7086" y="3587"/>
                  </a:moveTo>
                  <a:cubicBezTo>
                    <a:pt x="7532" y="3587"/>
                    <a:pt x="7976" y="3699"/>
                    <a:pt x="8399" y="3899"/>
                  </a:cubicBezTo>
                  <a:cubicBezTo>
                    <a:pt x="8191" y="4177"/>
                    <a:pt x="7990" y="4464"/>
                    <a:pt x="7800" y="4758"/>
                  </a:cubicBezTo>
                  <a:cubicBezTo>
                    <a:pt x="7790" y="4748"/>
                    <a:pt x="7780" y="4740"/>
                    <a:pt x="7765" y="4734"/>
                  </a:cubicBezTo>
                  <a:cubicBezTo>
                    <a:pt x="7219" y="4528"/>
                    <a:pt x="6648" y="4435"/>
                    <a:pt x="6072" y="4435"/>
                  </a:cubicBezTo>
                  <a:cubicBezTo>
                    <a:pt x="5891" y="4435"/>
                    <a:pt x="5709" y="4444"/>
                    <a:pt x="5527" y="4462"/>
                  </a:cubicBezTo>
                  <a:cubicBezTo>
                    <a:pt x="5661" y="4241"/>
                    <a:pt x="5802" y="4027"/>
                    <a:pt x="5951" y="3817"/>
                  </a:cubicBezTo>
                  <a:cubicBezTo>
                    <a:pt x="5961" y="3820"/>
                    <a:pt x="5972" y="3823"/>
                    <a:pt x="5983" y="3823"/>
                  </a:cubicBezTo>
                  <a:cubicBezTo>
                    <a:pt x="5994" y="3823"/>
                    <a:pt x="6005" y="3820"/>
                    <a:pt x="6018" y="3816"/>
                  </a:cubicBezTo>
                  <a:cubicBezTo>
                    <a:pt x="6368" y="3659"/>
                    <a:pt x="6728" y="3587"/>
                    <a:pt x="7086" y="3587"/>
                  </a:cubicBezTo>
                  <a:close/>
                  <a:moveTo>
                    <a:pt x="10762" y="1893"/>
                  </a:moveTo>
                  <a:cubicBezTo>
                    <a:pt x="11246" y="2333"/>
                    <a:pt x="11523" y="2855"/>
                    <a:pt x="11712" y="3456"/>
                  </a:cubicBezTo>
                  <a:cubicBezTo>
                    <a:pt x="11622" y="3932"/>
                    <a:pt x="11511" y="4405"/>
                    <a:pt x="11349" y="4871"/>
                  </a:cubicBezTo>
                  <a:cubicBezTo>
                    <a:pt x="11334" y="4905"/>
                    <a:pt x="11320" y="4941"/>
                    <a:pt x="11308" y="4977"/>
                  </a:cubicBezTo>
                  <a:cubicBezTo>
                    <a:pt x="11112" y="4046"/>
                    <a:pt x="10711" y="3145"/>
                    <a:pt x="10148" y="2382"/>
                  </a:cubicBezTo>
                  <a:cubicBezTo>
                    <a:pt x="10346" y="2210"/>
                    <a:pt x="10551" y="2048"/>
                    <a:pt x="10762" y="1893"/>
                  </a:cubicBezTo>
                  <a:close/>
                  <a:moveTo>
                    <a:pt x="6023" y="4652"/>
                  </a:moveTo>
                  <a:cubicBezTo>
                    <a:pt x="6592" y="4652"/>
                    <a:pt x="7146" y="4734"/>
                    <a:pt x="7711" y="4884"/>
                  </a:cubicBezTo>
                  <a:lnTo>
                    <a:pt x="7716" y="4884"/>
                  </a:lnTo>
                  <a:cubicBezTo>
                    <a:pt x="7638" y="5007"/>
                    <a:pt x="7561" y="5130"/>
                    <a:pt x="7486" y="5254"/>
                  </a:cubicBezTo>
                  <a:cubicBezTo>
                    <a:pt x="7489" y="5220"/>
                    <a:pt x="7472" y="5184"/>
                    <a:pt x="7430" y="5167"/>
                  </a:cubicBezTo>
                  <a:cubicBezTo>
                    <a:pt x="7004" y="5014"/>
                    <a:pt x="6566" y="4941"/>
                    <a:pt x="6125" y="4941"/>
                  </a:cubicBezTo>
                  <a:cubicBezTo>
                    <a:pt x="5814" y="4941"/>
                    <a:pt x="5500" y="4978"/>
                    <a:pt x="5190" y="5048"/>
                  </a:cubicBezTo>
                  <a:cubicBezTo>
                    <a:pt x="5257" y="4927"/>
                    <a:pt x="5325" y="4806"/>
                    <a:pt x="5394" y="4684"/>
                  </a:cubicBezTo>
                  <a:lnTo>
                    <a:pt x="5399" y="4684"/>
                  </a:lnTo>
                  <a:cubicBezTo>
                    <a:pt x="5610" y="4662"/>
                    <a:pt x="5817" y="4652"/>
                    <a:pt x="6023" y="4652"/>
                  </a:cubicBezTo>
                  <a:close/>
                  <a:moveTo>
                    <a:pt x="6110" y="5154"/>
                  </a:moveTo>
                  <a:cubicBezTo>
                    <a:pt x="6531" y="5154"/>
                    <a:pt x="6950" y="5217"/>
                    <a:pt x="7374" y="5334"/>
                  </a:cubicBezTo>
                  <a:cubicBezTo>
                    <a:pt x="7383" y="5336"/>
                    <a:pt x="7391" y="5337"/>
                    <a:pt x="7398" y="5337"/>
                  </a:cubicBezTo>
                  <a:cubicBezTo>
                    <a:pt x="7415" y="5337"/>
                    <a:pt x="7431" y="5333"/>
                    <a:pt x="7443" y="5326"/>
                  </a:cubicBezTo>
                  <a:lnTo>
                    <a:pt x="7443" y="5326"/>
                  </a:lnTo>
                  <a:cubicBezTo>
                    <a:pt x="7271" y="5607"/>
                    <a:pt x="7106" y="5894"/>
                    <a:pt x="6942" y="6182"/>
                  </a:cubicBezTo>
                  <a:cubicBezTo>
                    <a:pt x="6916" y="6229"/>
                    <a:pt x="6887" y="6278"/>
                    <a:pt x="6860" y="6327"/>
                  </a:cubicBezTo>
                  <a:cubicBezTo>
                    <a:pt x="6457" y="6131"/>
                    <a:pt x="5990" y="6017"/>
                    <a:pt x="5529" y="6017"/>
                  </a:cubicBezTo>
                  <a:cubicBezTo>
                    <a:pt x="5222" y="6017"/>
                    <a:pt x="4917" y="6067"/>
                    <a:pt x="4635" y="6179"/>
                  </a:cubicBezTo>
                  <a:cubicBezTo>
                    <a:pt x="4664" y="6108"/>
                    <a:pt x="4695" y="6038"/>
                    <a:pt x="4728" y="5969"/>
                  </a:cubicBezTo>
                  <a:cubicBezTo>
                    <a:pt x="4836" y="5737"/>
                    <a:pt x="4951" y="5506"/>
                    <a:pt x="5072" y="5277"/>
                  </a:cubicBezTo>
                  <a:cubicBezTo>
                    <a:pt x="5076" y="5277"/>
                    <a:pt x="5080" y="5278"/>
                    <a:pt x="5085" y="5278"/>
                  </a:cubicBezTo>
                  <a:cubicBezTo>
                    <a:pt x="5093" y="5278"/>
                    <a:pt x="5101" y="5277"/>
                    <a:pt x="5109" y="5274"/>
                  </a:cubicBezTo>
                  <a:cubicBezTo>
                    <a:pt x="5446" y="5193"/>
                    <a:pt x="5779" y="5154"/>
                    <a:pt x="6110" y="5154"/>
                  </a:cubicBezTo>
                  <a:close/>
                  <a:moveTo>
                    <a:pt x="5512" y="6265"/>
                  </a:moveTo>
                  <a:cubicBezTo>
                    <a:pt x="5932" y="6265"/>
                    <a:pt x="6337" y="6325"/>
                    <a:pt x="6775" y="6476"/>
                  </a:cubicBezTo>
                  <a:cubicBezTo>
                    <a:pt x="6581" y="6820"/>
                    <a:pt x="6383" y="7172"/>
                    <a:pt x="6170" y="7520"/>
                  </a:cubicBezTo>
                  <a:cubicBezTo>
                    <a:pt x="5751" y="7293"/>
                    <a:pt x="5247" y="7143"/>
                    <a:pt x="4754" y="7143"/>
                  </a:cubicBezTo>
                  <a:cubicBezTo>
                    <a:pt x="4577" y="7143"/>
                    <a:pt x="4401" y="7162"/>
                    <a:pt x="4231" y="7205"/>
                  </a:cubicBezTo>
                  <a:cubicBezTo>
                    <a:pt x="4349" y="6894"/>
                    <a:pt x="4461" y="6589"/>
                    <a:pt x="4581" y="6303"/>
                  </a:cubicBezTo>
                  <a:cubicBezTo>
                    <a:pt x="4596" y="6322"/>
                    <a:pt x="4618" y="6335"/>
                    <a:pt x="4643" y="6335"/>
                  </a:cubicBezTo>
                  <a:cubicBezTo>
                    <a:pt x="4646" y="6335"/>
                    <a:pt x="4648" y="6334"/>
                    <a:pt x="4651" y="6334"/>
                  </a:cubicBezTo>
                  <a:cubicBezTo>
                    <a:pt x="4954" y="6291"/>
                    <a:pt x="5237" y="6265"/>
                    <a:pt x="5512" y="6265"/>
                  </a:cubicBezTo>
                  <a:close/>
                  <a:moveTo>
                    <a:pt x="9975" y="2533"/>
                  </a:moveTo>
                  <a:cubicBezTo>
                    <a:pt x="10501" y="3392"/>
                    <a:pt x="10911" y="4262"/>
                    <a:pt x="11218" y="5216"/>
                  </a:cubicBezTo>
                  <a:cubicBezTo>
                    <a:pt x="11104" y="5508"/>
                    <a:pt x="10976" y="5792"/>
                    <a:pt x="10837" y="6071"/>
                  </a:cubicBezTo>
                  <a:cubicBezTo>
                    <a:pt x="10696" y="4999"/>
                    <a:pt x="10156" y="4022"/>
                    <a:pt x="9317" y="3315"/>
                  </a:cubicBezTo>
                  <a:cubicBezTo>
                    <a:pt x="9298" y="3299"/>
                    <a:pt x="9280" y="3292"/>
                    <a:pt x="9262" y="3292"/>
                  </a:cubicBezTo>
                  <a:cubicBezTo>
                    <a:pt x="9188" y="3292"/>
                    <a:pt x="9133" y="3409"/>
                    <a:pt x="9207" y="3475"/>
                  </a:cubicBezTo>
                  <a:cubicBezTo>
                    <a:pt x="10058" y="4220"/>
                    <a:pt x="10572" y="5239"/>
                    <a:pt x="10695" y="6345"/>
                  </a:cubicBezTo>
                  <a:cubicBezTo>
                    <a:pt x="10475" y="6753"/>
                    <a:pt x="10230" y="7146"/>
                    <a:pt x="9958" y="7520"/>
                  </a:cubicBezTo>
                  <a:cubicBezTo>
                    <a:pt x="9994" y="6375"/>
                    <a:pt x="9269" y="5048"/>
                    <a:pt x="8458" y="4374"/>
                  </a:cubicBezTo>
                  <a:cubicBezTo>
                    <a:pt x="8445" y="4362"/>
                    <a:pt x="8430" y="4358"/>
                    <a:pt x="8416" y="4358"/>
                  </a:cubicBezTo>
                  <a:cubicBezTo>
                    <a:pt x="8405" y="4358"/>
                    <a:pt x="8394" y="4360"/>
                    <a:pt x="8384" y="4365"/>
                  </a:cubicBezTo>
                  <a:cubicBezTo>
                    <a:pt x="8636" y="3997"/>
                    <a:pt x="8906" y="3639"/>
                    <a:pt x="9209" y="3302"/>
                  </a:cubicBezTo>
                  <a:cubicBezTo>
                    <a:pt x="9454" y="3028"/>
                    <a:pt x="9709" y="2773"/>
                    <a:pt x="9975" y="2533"/>
                  </a:cubicBezTo>
                  <a:close/>
                  <a:moveTo>
                    <a:pt x="8330" y="4442"/>
                  </a:moveTo>
                  <a:lnTo>
                    <a:pt x="8330" y="4442"/>
                  </a:lnTo>
                  <a:cubicBezTo>
                    <a:pt x="8328" y="4460"/>
                    <a:pt x="8333" y="4478"/>
                    <a:pt x="8348" y="4495"/>
                  </a:cubicBezTo>
                  <a:cubicBezTo>
                    <a:pt x="8782" y="4992"/>
                    <a:pt x="9160" y="5499"/>
                    <a:pt x="9412" y="6115"/>
                  </a:cubicBezTo>
                  <a:cubicBezTo>
                    <a:pt x="9641" y="6671"/>
                    <a:pt x="9665" y="7216"/>
                    <a:pt x="9754" y="7786"/>
                  </a:cubicBezTo>
                  <a:cubicBezTo>
                    <a:pt x="9608" y="7980"/>
                    <a:pt x="9454" y="8165"/>
                    <a:pt x="9294" y="8342"/>
                  </a:cubicBezTo>
                  <a:cubicBezTo>
                    <a:pt x="9313" y="7154"/>
                    <a:pt x="8939" y="5745"/>
                    <a:pt x="8107" y="4946"/>
                  </a:cubicBezTo>
                  <a:cubicBezTo>
                    <a:pt x="8088" y="4929"/>
                    <a:pt x="8066" y="4923"/>
                    <a:pt x="8045" y="4923"/>
                  </a:cubicBezTo>
                  <a:cubicBezTo>
                    <a:pt x="8036" y="4923"/>
                    <a:pt x="8026" y="4924"/>
                    <a:pt x="8017" y="4927"/>
                  </a:cubicBezTo>
                  <a:cubicBezTo>
                    <a:pt x="8119" y="4763"/>
                    <a:pt x="8224" y="4601"/>
                    <a:pt x="8330" y="4442"/>
                  </a:cubicBezTo>
                  <a:close/>
                  <a:moveTo>
                    <a:pt x="4654" y="7393"/>
                  </a:moveTo>
                  <a:cubicBezTo>
                    <a:pt x="5138" y="7393"/>
                    <a:pt x="5588" y="7461"/>
                    <a:pt x="6067" y="7687"/>
                  </a:cubicBezTo>
                  <a:cubicBezTo>
                    <a:pt x="5887" y="7974"/>
                    <a:pt x="5697" y="8255"/>
                    <a:pt x="5494" y="8522"/>
                  </a:cubicBezTo>
                  <a:cubicBezTo>
                    <a:pt x="5486" y="8519"/>
                    <a:pt x="5478" y="8512"/>
                    <a:pt x="5469" y="8509"/>
                  </a:cubicBezTo>
                  <a:cubicBezTo>
                    <a:pt x="5110" y="8359"/>
                    <a:pt x="4734" y="8293"/>
                    <a:pt x="4355" y="8293"/>
                  </a:cubicBezTo>
                  <a:cubicBezTo>
                    <a:pt x="4148" y="8293"/>
                    <a:pt x="3940" y="8313"/>
                    <a:pt x="3733" y="8348"/>
                  </a:cubicBezTo>
                  <a:cubicBezTo>
                    <a:pt x="3889" y="8047"/>
                    <a:pt x="4025" y="7732"/>
                    <a:pt x="4151" y="7412"/>
                  </a:cubicBezTo>
                  <a:cubicBezTo>
                    <a:pt x="4324" y="7400"/>
                    <a:pt x="4491" y="7393"/>
                    <a:pt x="4654" y="7393"/>
                  </a:cubicBezTo>
                  <a:close/>
                  <a:moveTo>
                    <a:pt x="4223" y="8516"/>
                  </a:moveTo>
                  <a:cubicBezTo>
                    <a:pt x="4608" y="8516"/>
                    <a:pt x="4987" y="8579"/>
                    <a:pt x="5371" y="8682"/>
                  </a:cubicBezTo>
                  <a:cubicBezTo>
                    <a:pt x="5286" y="8790"/>
                    <a:pt x="5196" y="8895"/>
                    <a:pt x="5106" y="8996"/>
                  </a:cubicBezTo>
                  <a:cubicBezTo>
                    <a:pt x="4769" y="8865"/>
                    <a:pt x="4416" y="8805"/>
                    <a:pt x="4059" y="8805"/>
                  </a:cubicBezTo>
                  <a:cubicBezTo>
                    <a:pt x="3848" y="8805"/>
                    <a:pt x="3635" y="8826"/>
                    <a:pt x="3424" y="8866"/>
                  </a:cubicBezTo>
                  <a:cubicBezTo>
                    <a:pt x="3489" y="8772"/>
                    <a:pt x="3552" y="8672"/>
                    <a:pt x="3610" y="8571"/>
                  </a:cubicBezTo>
                  <a:cubicBezTo>
                    <a:pt x="3818" y="8533"/>
                    <a:pt x="4021" y="8516"/>
                    <a:pt x="4223" y="8516"/>
                  </a:cubicBezTo>
                  <a:close/>
                  <a:moveTo>
                    <a:pt x="7962" y="5015"/>
                  </a:moveTo>
                  <a:cubicBezTo>
                    <a:pt x="7963" y="5023"/>
                    <a:pt x="7963" y="5031"/>
                    <a:pt x="7968" y="5040"/>
                  </a:cubicBezTo>
                  <a:cubicBezTo>
                    <a:pt x="8271" y="5650"/>
                    <a:pt x="8643" y="6187"/>
                    <a:pt x="8844" y="6851"/>
                  </a:cubicBezTo>
                  <a:cubicBezTo>
                    <a:pt x="9011" y="7406"/>
                    <a:pt x="9083" y="7970"/>
                    <a:pt x="9106" y="8543"/>
                  </a:cubicBezTo>
                  <a:cubicBezTo>
                    <a:pt x="9048" y="8609"/>
                    <a:pt x="8988" y="8669"/>
                    <a:pt x="8927" y="8731"/>
                  </a:cubicBezTo>
                  <a:cubicBezTo>
                    <a:pt x="8726" y="8934"/>
                    <a:pt x="8513" y="9126"/>
                    <a:pt x="8296" y="9314"/>
                  </a:cubicBezTo>
                  <a:cubicBezTo>
                    <a:pt x="8355" y="8301"/>
                    <a:pt x="7978" y="7324"/>
                    <a:pt x="7266" y="6583"/>
                  </a:cubicBezTo>
                  <a:cubicBezTo>
                    <a:pt x="7244" y="6560"/>
                    <a:pt x="7218" y="6550"/>
                    <a:pt x="7192" y="6550"/>
                  </a:cubicBezTo>
                  <a:cubicBezTo>
                    <a:pt x="7113" y="6550"/>
                    <a:pt x="7041" y="6643"/>
                    <a:pt x="7109" y="6720"/>
                  </a:cubicBezTo>
                  <a:cubicBezTo>
                    <a:pt x="7782" y="7489"/>
                    <a:pt x="8119" y="8448"/>
                    <a:pt x="8119" y="9460"/>
                  </a:cubicBezTo>
                  <a:cubicBezTo>
                    <a:pt x="7703" y="9798"/>
                    <a:pt x="7258" y="10108"/>
                    <a:pt x="6792" y="10376"/>
                  </a:cubicBezTo>
                  <a:cubicBezTo>
                    <a:pt x="7171" y="9430"/>
                    <a:pt x="7078" y="8334"/>
                    <a:pt x="6554" y="7457"/>
                  </a:cubicBezTo>
                  <a:cubicBezTo>
                    <a:pt x="7036" y="6648"/>
                    <a:pt x="7471" y="5814"/>
                    <a:pt x="7962" y="5015"/>
                  </a:cubicBezTo>
                  <a:close/>
                  <a:moveTo>
                    <a:pt x="4077" y="8984"/>
                  </a:moveTo>
                  <a:cubicBezTo>
                    <a:pt x="4388" y="8984"/>
                    <a:pt x="4694" y="9029"/>
                    <a:pt x="5003" y="9108"/>
                  </a:cubicBezTo>
                  <a:cubicBezTo>
                    <a:pt x="4599" y="9540"/>
                    <a:pt x="4141" y="9910"/>
                    <a:pt x="3601" y="10171"/>
                  </a:cubicBezTo>
                  <a:cubicBezTo>
                    <a:pt x="3388" y="10273"/>
                    <a:pt x="3159" y="10358"/>
                    <a:pt x="2918" y="10415"/>
                  </a:cubicBezTo>
                  <a:cubicBezTo>
                    <a:pt x="2938" y="10399"/>
                    <a:pt x="2949" y="10376"/>
                    <a:pt x="2946" y="10345"/>
                  </a:cubicBezTo>
                  <a:cubicBezTo>
                    <a:pt x="2907" y="10075"/>
                    <a:pt x="2742" y="9854"/>
                    <a:pt x="2514" y="9731"/>
                  </a:cubicBezTo>
                  <a:cubicBezTo>
                    <a:pt x="2841" y="9545"/>
                    <a:pt x="3108" y="9289"/>
                    <a:pt x="3332" y="8993"/>
                  </a:cubicBezTo>
                  <a:cubicBezTo>
                    <a:pt x="3345" y="9027"/>
                    <a:pt x="3372" y="9052"/>
                    <a:pt x="3412" y="9052"/>
                  </a:cubicBezTo>
                  <a:cubicBezTo>
                    <a:pt x="3419" y="9052"/>
                    <a:pt x="3425" y="9052"/>
                    <a:pt x="3432" y="9050"/>
                  </a:cubicBezTo>
                  <a:cubicBezTo>
                    <a:pt x="3651" y="9005"/>
                    <a:pt x="3865" y="8984"/>
                    <a:pt x="4077" y="8984"/>
                  </a:cubicBezTo>
                  <a:close/>
                  <a:moveTo>
                    <a:pt x="328" y="9168"/>
                  </a:moveTo>
                  <a:lnTo>
                    <a:pt x="328" y="9168"/>
                  </a:lnTo>
                  <a:cubicBezTo>
                    <a:pt x="423" y="9419"/>
                    <a:pt x="611" y="9633"/>
                    <a:pt x="861" y="9787"/>
                  </a:cubicBezTo>
                  <a:cubicBezTo>
                    <a:pt x="958" y="9846"/>
                    <a:pt x="1059" y="9892"/>
                    <a:pt x="1164" y="9923"/>
                  </a:cubicBezTo>
                  <a:cubicBezTo>
                    <a:pt x="1231" y="9988"/>
                    <a:pt x="1310" y="10050"/>
                    <a:pt x="1369" y="10122"/>
                  </a:cubicBezTo>
                  <a:cubicBezTo>
                    <a:pt x="1449" y="10214"/>
                    <a:pt x="1509" y="10315"/>
                    <a:pt x="1557" y="10427"/>
                  </a:cubicBezTo>
                  <a:cubicBezTo>
                    <a:pt x="1334" y="10368"/>
                    <a:pt x="1120" y="10276"/>
                    <a:pt x="923" y="10142"/>
                  </a:cubicBezTo>
                  <a:cubicBezTo>
                    <a:pt x="593" y="9919"/>
                    <a:pt x="331" y="9564"/>
                    <a:pt x="328" y="9168"/>
                  </a:cubicBezTo>
                  <a:close/>
                  <a:moveTo>
                    <a:pt x="2306" y="9836"/>
                  </a:moveTo>
                  <a:cubicBezTo>
                    <a:pt x="2548" y="9913"/>
                    <a:pt x="2742" y="10124"/>
                    <a:pt x="2794" y="10376"/>
                  </a:cubicBezTo>
                  <a:cubicBezTo>
                    <a:pt x="2800" y="10409"/>
                    <a:pt x="2823" y="10425"/>
                    <a:pt x="2846" y="10430"/>
                  </a:cubicBezTo>
                  <a:cubicBezTo>
                    <a:pt x="2630" y="10478"/>
                    <a:pt x="2409" y="10505"/>
                    <a:pt x="2190" y="10505"/>
                  </a:cubicBezTo>
                  <a:cubicBezTo>
                    <a:pt x="2030" y="10505"/>
                    <a:pt x="1870" y="10491"/>
                    <a:pt x="1714" y="10461"/>
                  </a:cubicBezTo>
                  <a:lnTo>
                    <a:pt x="1714" y="10456"/>
                  </a:lnTo>
                  <a:cubicBezTo>
                    <a:pt x="1670" y="10309"/>
                    <a:pt x="1590" y="10129"/>
                    <a:pt x="1477" y="9983"/>
                  </a:cubicBezTo>
                  <a:lnTo>
                    <a:pt x="1477" y="9983"/>
                  </a:lnTo>
                  <a:cubicBezTo>
                    <a:pt x="1518" y="9987"/>
                    <a:pt x="1559" y="9988"/>
                    <a:pt x="1600" y="9988"/>
                  </a:cubicBezTo>
                  <a:cubicBezTo>
                    <a:pt x="1840" y="9988"/>
                    <a:pt x="2080" y="9932"/>
                    <a:pt x="2306" y="9836"/>
                  </a:cubicBezTo>
                  <a:close/>
                  <a:moveTo>
                    <a:pt x="6430" y="7666"/>
                  </a:moveTo>
                  <a:cubicBezTo>
                    <a:pt x="6833" y="8538"/>
                    <a:pt x="6906" y="9458"/>
                    <a:pt x="6661" y="10402"/>
                  </a:cubicBezTo>
                  <a:cubicBezTo>
                    <a:pt x="6656" y="10420"/>
                    <a:pt x="6659" y="10435"/>
                    <a:pt x="6664" y="10448"/>
                  </a:cubicBezTo>
                  <a:cubicBezTo>
                    <a:pt x="6489" y="10543"/>
                    <a:pt x="6311" y="10638"/>
                    <a:pt x="6129" y="10721"/>
                  </a:cubicBezTo>
                  <a:cubicBezTo>
                    <a:pt x="6365" y="9954"/>
                    <a:pt x="6317" y="9126"/>
                    <a:pt x="5952" y="8396"/>
                  </a:cubicBezTo>
                  <a:cubicBezTo>
                    <a:pt x="6100" y="8185"/>
                    <a:pt x="6242" y="7972"/>
                    <a:pt x="6373" y="7759"/>
                  </a:cubicBezTo>
                  <a:cubicBezTo>
                    <a:pt x="6391" y="7728"/>
                    <a:pt x="6409" y="7699"/>
                    <a:pt x="6430" y="7666"/>
                  </a:cubicBezTo>
                  <a:close/>
                  <a:moveTo>
                    <a:pt x="1040" y="10571"/>
                  </a:moveTo>
                  <a:lnTo>
                    <a:pt x="1040" y="10571"/>
                  </a:lnTo>
                  <a:cubicBezTo>
                    <a:pt x="1311" y="10685"/>
                    <a:pt x="1614" y="10754"/>
                    <a:pt x="1915" y="10783"/>
                  </a:cubicBezTo>
                  <a:cubicBezTo>
                    <a:pt x="1905" y="10792"/>
                    <a:pt x="1894" y="10801"/>
                    <a:pt x="1882" y="10810"/>
                  </a:cubicBezTo>
                  <a:cubicBezTo>
                    <a:pt x="1815" y="10867"/>
                    <a:pt x="1750" y="10927"/>
                    <a:pt x="1681" y="10988"/>
                  </a:cubicBezTo>
                  <a:cubicBezTo>
                    <a:pt x="1450" y="10870"/>
                    <a:pt x="1238" y="10731"/>
                    <a:pt x="1040" y="10571"/>
                  </a:cubicBezTo>
                  <a:close/>
                  <a:moveTo>
                    <a:pt x="5811" y="8600"/>
                  </a:moveTo>
                  <a:cubicBezTo>
                    <a:pt x="6064" y="9338"/>
                    <a:pt x="6100" y="10081"/>
                    <a:pt x="5883" y="10834"/>
                  </a:cubicBezTo>
                  <a:cubicBezTo>
                    <a:pt x="5532" y="10981"/>
                    <a:pt x="5173" y="11106"/>
                    <a:pt x="4807" y="11201"/>
                  </a:cubicBezTo>
                  <a:cubicBezTo>
                    <a:pt x="4731" y="11220"/>
                    <a:pt x="4655" y="11237"/>
                    <a:pt x="4578" y="11255"/>
                  </a:cubicBezTo>
                  <a:cubicBezTo>
                    <a:pt x="4774" y="10810"/>
                    <a:pt x="4869" y="10302"/>
                    <a:pt x="4758" y="9829"/>
                  </a:cubicBezTo>
                  <a:cubicBezTo>
                    <a:pt x="4754" y="9811"/>
                    <a:pt x="4745" y="9798"/>
                    <a:pt x="4731" y="9790"/>
                  </a:cubicBezTo>
                  <a:cubicBezTo>
                    <a:pt x="5134" y="9443"/>
                    <a:pt x="5492" y="9032"/>
                    <a:pt x="5811" y="8600"/>
                  </a:cubicBezTo>
                  <a:close/>
                  <a:moveTo>
                    <a:pt x="3519" y="10551"/>
                  </a:moveTo>
                  <a:cubicBezTo>
                    <a:pt x="3489" y="10693"/>
                    <a:pt x="3468" y="10836"/>
                    <a:pt x="3406" y="10973"/>
                  </a:cubicBezTo>
                  <a:cubicBezTo>
                    <a:pt x="3337" y="11124"/>
                    <a:pt x="3236" y="11258"/>
                    <a:pt x="3118" y="11373"/>
                  </a:cubicBezTo>
                  <a:cubicBezTo>
                    <a:pt x="2797" y="11348"/>
                    <a:pt x="2478" y="11291"/>
                    <a:pt x="2169" y="11189"/>
                  </a:cubicBezTo>
                  <a:cubicBezTo>
                    <a:pt x="2061" y="11155"/>
                    <a:pt x="1956" y="11114"/>
                    <a:pt x="1853" y="11070"/>
                  </a:cubicBezTo>
                  <a:cubicBezTo>
                    <a:pt x="1899" y="11031"/>
                    <a:pt x="1940" y="10990"/>
                    <a:pt x="1979" y="10959"/>
                  </a:cubicBezTo>
                  <a:cubicBezTo>
                    <a:pt x="2041" y="10908"/>
                    <a:pt x="2112" y="10857"/>
                    <a:pt x="2177" y="10801"/>
                  </a:cubicBezTo>
                  <a:cubicBezTo>
                    <a:pt x="2208" y="10802"/>
                    <a:pt x="2240" y="10803"/>
                    <a:pt x="2271" y="10803"/>
                  </a:cubicBezTo>
                  <a:cubicBezTo>
                    <a:pt x="2549" y="10803"/>
                    <a:pt x="2817" y="10770"/>
                    <a:pt x="3048" y="10711"/>
                  </a:cubicBezTo>
                  <a:cubicBezTo>
                    <a:pt x="3211" y="10669"/>
                    <a:pt x="3367" y="10615"/>
                    <a:pt x="3519" y="10551"/>
                  </a:cubicBezTo>
                  <a:close/>
                  <a:moveTo>
                    <a:pt x="4633" y="9872"/>
                  </a:moveTo>
                  <a:lnTo>
                    <a:pt x="4633" y="9872"/>
                  </a:lnTo>
                  <a:cubicBezTo>
                    <a:pt x="4571" y="10366"/>
                    <a:pt x="4519" y="10829"/>
                    <a:pt x="4371" y="11299"/>
                  </a:cubicBezTo>
                  <a:cubicBezTo>
                    <a:pt x="4067" y="11352"/>
                    <a:pt x="3756" y="11384"/>
                    <a:pt x="3447" y="11384"/>
                  </a:cubicBezTo>
                  <a:cubicBezTo>
                    <a:pt x="3412" y="11384"/>
                    <a:pt x="3377" y="11383"/>
                    <a:pt x="3342" y="11382"/>
                  </a:cubicBezTo>
                  <a:cubicBezTo>
                    <a:pt x="3584" y="11140"/>
                    <a:pt x="3758" y="10793"/>
                    <a:pt x="3694" y="10474"/>
                  </a:cubicBezTo>
                  <a:cubicBezTo>
                    <a:pt x="4033" y="10317"/>
                    <a:pt x="4345" y="10109"/>
                    <a:pt x="4633" y="9872"/>
                  </a:cubicBezTo>
                  <a:close/>
                  <a:moveTo>
                    <a:pt x="13712" y="1"/>
                  </a:moveTo>
                  <a:cubicBezTo>
                    <a:pt x="13705" y="1"/>
                    <a:pt x="13697" y="2"/>
                    <a:pt x="13689" y="4"/>
                  </a:cubicBezTo>
                  <a:cubicBezTo>
                    <a:pt x="13346" y="103"/>
                    <a:pt x="13009" y="230"/>
                    <a:pt x="12678" y="379"/>
                  </a:cubicBezTo>
                  <a:cubicBezTo>
                    <a:pt x="12658" y="364"/>
                    <a:pt x="12635" y="355"/>
                    <a:pt x="12608" y="351"/>
                  </a:cubicBezTo>
                  <a:cubicBezTo>
                    <a:pt x="12316" y="313"/>
                    <a:pt x="12028" y="294"/>
                    <a:pt x="11742" y="294"/>
                  </a:cubicBezTo>
                  <a:cubicBezTo>
                    <a:pt x="9264" y="294"/>
                    <a:pt x="7031" y="1701"/>
                    <a:pt x="5630" y="3742"/>
                  </a:cubicBezTo>
                  <a:cubicBezTo>
                    <a:pt x="4844" y="4886"/>
                    <a:pt x="4286" y="6161"/>
                    <a:pt x="3771" y="7442"/>
                  </a:cubicBezTo>
                  <a:cubicBezTo>
                    <a:pt x="3462" y="8209"/>
                    <a:pt x="3113" y="9067"/>
                    <a:pt x="2347" y="9482"/>
                  </a:cubicBezTo>
                  <a:cubicBezTo>
                    <a:pt x="2126" y="9602"/>
                    <a:pt x="1879" y="9660"/>
                    <a:pt x="1638" y="9660"/>
                  </a:cubicBezTo>
                  <a:cubicBezTo>
                    <a:pt x="1069" y="9660"/>
                    <a:pt x="534" y="9335"/>
                    <a:pt x="454" y="8718"/>
                  </a:cubicBezTo>
                  <a:cubicBezTo>
                    <a:pt x="586" y="8512"/>
                    <a:pt x="813" y="8398"/>
                    <a:pt x="1034" y="8398"/>
                  </a:cubicBezTo>
                  <a:cubicBezTo>
                    <a:pt x="1263" y="8398"/>
                    <a:pt x="1485" y="8521"/>
                    <a:pt x="1588" y="8792"/>
                  </a:cubicBezTo>
                  <a:cubicBezTo>
                    <a:pt x="1605" y="8837"/>
                    <a:pt x="1644" y="8856"/>
                    <a:pt x="1685" y="8856"/>
                  </a:cubicBezTo>
                  <a:cubicBezTo>
                    <a:pt x="1756" y="8856"/>
                    <a:pt x="1832" y="8799"/>
                    <a:pt x="1809" y="8717"/>
                  </a:cubicBezTo>
                  <a:cubicBezTo>
                    <a:pt x="1699" y="8336"/>
                    <a:pt x="1354" y="8082"/>
                    <a:pt x="967" y="8082"/>
                  </a:cubicBezTo>
                  <a:cubicBezTo>
                    <a:pt x="903" y="8082"/>
                    <a:pt x="838" y="8089"/>
                    <a:pt x="773" y="8103"/>
                  </a:cubicBezTo>
                  <a:cubicBezTo>
                    <a:pt x="264" y="8216"/>
                    <a:pt x="1" y="8749"/>
                    <a:pt x="23" y="9237"/>
                  </a:cubicBezTo>
                  <a:cubicBezTo>
                    <a:pt x="30" y="9404"/>
                    <a:pt x="64" y="9556"/>
                    <a:pt x="117" y="9695"/>
                  </a:cubicBezTo>
                  <a:cubicBezTo>
                    <a:pt x="91" y="9716"/>
                    <a:pt x="74" y="9756"/>
                    <a:pt x="91" y="9795"/>
                  </a:cubicBezTo>
                  <a:cubicBezTo>
                    <a:pt x="519" y="10860"/>
                    <a:pt x="1737" y="11467"/>
                    <a:pt x="2822" y="11621"/>
                  </a:cubicBezTo>
                  <a:cubicBezTo>
                    <a:pt x="3035" y="11652"/>
                    <a:pt x="3250" y="11666"/>
                    <a:pt x="3464" y="11666"/>
                  </a:cubicBezTo>
                  <a:cubicBezTo>
                    <a:pt x="3746" y="11666"/>
                    <a:pt x="4027" y="11641"/>
                    <a:pt x="4306" y="11597"/>
                  </a:cubicBezTo>
                  <a:cubicBezTo>
                    <a:pt x="4320" y="11613"/>
                    <a:pt x="4340" y="11623"/>
                    <a:pt x="4361" y="11623"/>
                  </a:cubicBezTo>
                  <a:cubicBezTo>
                    <a:pt x="4380" y="11623"/>
                    <a:pt x="4399" y="11614"/>
                    <a:pt x="4411" y="11593"/>
                  </a:cubicBezTo>
                  <a:cubicBezTo>
                    <a:pt x="4412" y="11589"/>
                    <a:pt x="4417" y="11582"/>
                    <a:pt x="4419" y="11579"/>
                  </a:cubicBezTo>
                  <a:cubicBezTo>
                    <a:pt x="5280" y="11425"/>
                    <a:pt x="6119" y="11083"/>
                    <a:pt x="6872" y="10666"/>
                  </a:cubicBezTo>
                  <a:cubicBezTo>
                    <a:pt x="7716" y="10199"/>
                    <a:pt x="8487" y="9607"/>
                    <a:pt x="9168" y="8923"/>
                  </a:cubicBezTo>
                  <a:cubicBezTo>
                    <a:pt x="9177" y="8926"/>
                    <a:pt x="9186" y="8928"/>
                    <a:pt x="9196" y="8928"/>
                  </a:cubicBezTo>
                  <a:cubicBezTo>
                    <a:pt x="9228" y="8928"/>
                    <a:pt x="9259" y="8908"/>
                    <a:pt x="9264" y="8864"/>
                  </a:cubicBezTo>
                  <a:cubicBezTo>
                    <a:pt x="9266" y="8849"/>
                    <a:pt x="9266" y="8833"/>
                    <a:pt x="9269" y="8820"/>
                  </a:cubicBezTo>
                  <a:cubicBezTo>
                    <a:pt x="9858" y="8208"/>
                    <a:pt x="10375" y="7527"/>
                    <a:pt x="10803" y="6792"/>
                  </a:cubicBezTo>
                  <a:cubicBezTo>
                    <a:pt x="10805" y="6792"/>
                    <a:pt x="10808" y="6793"/>
                    <a:pt x="10810" y="6793"/>
                  </a:cubicBezTo>
                  <a:cubicBezTo>
                    <a:pt x="10846" y="6793"/>
                    <a:pt x="10878" y="6771"/>
                    <a:pt x="10881" y="6722"/>
                  </a:cubicBezTo>
                  <a:lnTo>
                    <a:pt x="10881" y="6656"/>
                  </a:lnTo>
                  <a:cubicBezTo>
                    <a:pt x="11148" y="6180"/>
                    <a:pt x="11380" y="5683"/>
                    <a:pt x="11570" y="5172"/>
                  </a:cubicBezTo>
                  <a:cubicBezTo>
                    <a:pt x="11811" y="4521"/>
                    <a:pt x="11974" y="3850"/>
                    <a:pt x="12084" y="3166"/>
                  </a:cubicBezTo>
                  <a:cubicBezTo>
                    <a:pt x="12223" y="2284"/>
                    <a:pt x="12313" y="1387"/>
                    <a:pt x="12850" y="643"/>
                  </a:cubicBezTo>
                  <a:cubicBezTo>
                    <a:pt x="12861" y="629"/>
                    <a:pt x="12866" y="615"/>
                    <a:pt x="12871" y="602"/>
                  </a:cubicBezTo>
                  <a:cubicBezTo>
                    <a:pt x="13159" y="454"/>
                    <a:pt x="13452" y="312"/>
                    <a:pt x="13750" y="171"/>
                  </a:cubicBezTo>
                  <a:cubicBezTo>
                    <a:pt x="13828" y="134"/>
                    <a:pt x="13794" y="1"/>
                    <a:pt x="13712" y="1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417;p33">
              <a:extLst>
                <a:ext uri="{FF2B5EF4-FFF2-40B4-BE49-F238E27FC236}">
                  <a16:creationId xmlns:a16="http://schemas.microsoft.com/office/drawing/2014/main" id="{59944E90-27D8-41F3-B218-A438FE6469EF}"/>
                </a:ext>
              </a:extLst>
            </p:cNvPr>
            <p:cNvSpPr/>
            <p:nvPr/>
          </p:nvSpPr>
          <p:spPr>
            <a:xfrm rot="19571255">
              <a:off x="6749858" y="1698797"/>
              <a:ext cx="728908" cy="614944"/>
            </a:xfrm>
            <a:custGeom>
              <a:avLst/>
              <a:gdLst/>
              <a:ahLst/>
              <a:cxnLst/>
              <a:rect l="l" t="t" r="r" b="b"/>
              <a:pathLst>
                <a:path w="13828" h="11666" extrusionOk="0">
                  <a:moveTo>
                    <a:pt x="11902" y="622"/>
                  </a:moveTo>
                  <a:cubicBezTo>
                    <a:pt x="11993" y="622"/>
                    <a:pt x="12084" y="623"/>
                    <a:pt x="12176" y="626"/>
                  </a:cubicBezTo>
                  <a:cubicBezTo>
                    <a:pt x="11748" y="854"/>
                    <a:pt x="11336" y="1117"/>
                    <a:pt x="10943" y="1400"/>
                  </a:cubicBezTo>
                  <a:cubicBezTo>
                    <a:pt x="10565" y="1156"/>
                    <a:pt x="10148" y="999"/>
                    <a:pt x="9708" y="944"/>
                  </a:cubicBezTo>
                  <a:cubicBezTo>
                    <a:pt x="10413" y="725"/>
                    <a:pt x="11153" y="622"/>
                    <a:pt x="11902" y="622"/>
                  </a:cubicBezTo>
                  <a:close/>
                  <a:moveTo>
                    <a:pt x="9181" y="1132"/>
                  </a:moveTo>
                  <a:cubicBezTo>
                    <a:pt x="9191" y="1137"/>
                    <a:pt x="9204" y="1138"/>
                    <a:pt x="9215" y="1138"/>
                  </a:cubicBezTo>
                  <a:cubicBezTo>
                    <a:pt x="9219" y="1138"/>
                    <a:pt x="9223" y="1138"/>
                    <a:pt x="9227" y="1138"/>
                  </a:cubicBezTo>
                  <a:cubicBezTo>
                    <a:pt x="9787" y="1138"/>
                    <a:pt x="10315" y="1253"/>
                    <a:pt x="10812" y="1497"/>
                  </a:cubicBezTo>
                  <a:cubicBezTo>
                    <a:pt x="10488" y="1739"/>
                    <a:pt x="10174" y="1996"/>
                    <a:pt x="9880" y="2259"/>
                  </a:cubicBezTo>
                  <a:cubicBezTo>
                    <a:pt x="9845" y="2290"/>
                    <a:pt x="9811" y="2323"/>
                    <a:pt x="9777" y="2356"/>
                  </a:cubicBezTo>
                  <a:cubicBezTo>
                    <a:pt x="9795" y="2326"/>
                    <a:pt x="9795" y="2287"/>
                    <a:pt x="9762" y="2266"/>
                  </a:cubicBezTo>
                  <a:cubicBezTo>
                    <a:pt x="9330" y="1986"/>
                    <a:pt x="8732" y="1780"/>
                    <a:pt x="8170" y="1780"/>
                  </a:cubicBezTo>
                  <a:cubicBezTo>
                    <a:pt x="8094" y="1780"/>
                    <a:pt x="8019" y="1784"/>
                    <a:pt x="7945" y="1791"/>
                  </a:cubicBezTo>
                  <a:cubicBezTo>
                    <a:pt x="8337" y="1525"/>
                    <a:pt x="8749" y="1305"/>
                    <a:pt x="9181" y="1132"/>
                  </a:cubicBezTo>
                  <a:close/>
                  <a:moveTo>
                    <a:pt x="8294" y="2015"/>
                  </a:moveTo>
                  <a:cubicBezTo>
                    <a:pt x="8380" y="2015"/>
                    <a:pt x="8467" y="2019"/>
                    <a:pt x="8554" y="2030"/>
                  </a:cubicBezTo>
                  <a:cubicBezTo>
                    <a:pt x="8963" y="2079"/>
                    <a:pt x="9335" y="2210"/>
                    <a:pt x="9706" y="2382"/>
                  </a:cubicBezTo>
                  <a:cubicBezTo>
                    <a:pt x="9714" y="2386"/>
                    <a:pt x="9721" y="2388"/>
                    <a:pt x="9728" y="2388"/>
                  </a:cubicBezTo>
                  <a:cubicBezTo>
                    <a:pt x="9736" y="2388"/>
                    <a:pt x="9744" y="2385"/>
                    <a:pt x="9752" y="2382"/>
                  </a:cubicBezTo>
                  <a:lnTo>
                    <a:pt x="9752" y="2382"/>
                  </a:lnTo>
                  <a:cubicBezTo>
                    <a:pt x="9557" y="2562"/>
                    <a:pt x="9371" y="2750"/>
                    <a:pt x="9196" y="2942"/>
                  </a:cubicBezTo>
                  <a:cubicBezTo>
                    <a:pt x="9191" y="2914"/>
                    <a:pt x="9176" y="2889"/>
                    <a:pt x="9148" y="2875"/>
                  </a:cubicBezTo>
                  <a:cubicBezTo>
                    <a:pt x="8661" y="2622"/>
                    <a:pt x="8130" y="2482"/>
                    <a:pt x="7595" y="2482"/>
                  </a:cubicBezTo>
                  <a:cubicBezTo>
                    <a:pt x="7411" y="2482"/>
                    <a:pt x="7227" y="2498"/>
                    <a:pt x="7044" y="2533"/>
                  </a:cubicBezTo>
                  <a:cubicBezTo>
                    <a:pt x="7212" y="2366"/>
                    <a:pt x="7397" y="2209"/>
                    <a:pt x="7589" y="2056"/>
                  </a:cubicBezTo>
                  <a:cubicBezTo>
                    <a:pt x="7826" y="2047"/>
                    <a:pt x="8058" y="2015"/>
                    <a:pt x="8294" y="2015"/>
                  </a:cubicBezTo>
                  <a:close/>
                  <a:moveTo>
                    <a:pt x="12367" y="868"/>
                  </a:moveTo>
                  <a:cubicBezTo>
                    <a:pt x="12076" y="1395"/>
                    <a:pt x="11953" y="1991"/>
                    <a:pt x="11856" y="2596"/>
                  </a:cubicBezTo>
                  <a:cubicBezTo>
                    <a:pt x="11835" y="2729"/>
                    <a:pt x="11812" y="2860"/>
                    <a:pt x="11793" y="2991"/>
                  </a:cubicBezTo>
                  <a:cubicBezTo>
                    <a:pt x="11636" y="2513"/>
                    <a:pt x="11334" y="2078"/>
                    <a:pt x="10968" y="1739"/>
                  </a:cubicBezTo>
                  <a:cubicBezTo>
                    <a:pt x="11415" y="1423"/>
                    <a:pt x="11883" y="1133"/>
                    <a:pt x="12367" y="868"/>
                  </a:cubicBezTo>
                  <a:close/>
                  <a:moveTo>
                    <a:pt x="7606" y="2726"/>
                  </a:moveTo>
                  <a:cubicBezTo>
                    <a:pt x="8095" y="2726"/>
                    <a:pt x="8574" y="2832"/>
                    <a:pt x="9045" y="3069"/>
                  </a:cubicBezTo>
                  <a:cubicBezTo>
                    <a:pt x="9053" y="3073"/>
                    <a:pt x="9061" y="3076"/>
                    <a:pt x="9070" y="3078"/>
                  </a:cubicBezTo>
                  <a:cubicBezTo>
                    <a:pt x="8873" y="3295"/>
                    <a:pt x="8688" y="3521"/>
                    <a:pt x="8510" y="3752"/>
                  </a:cubicBezTo>
                  <a:lnTo>
                    <a:pt x="8500" y="3742"/>
                  </a:lnTo>
                  <a:cubicBezTo>
                    <a:pt x="8081" y="3488"/>
                    <a:pt x="7623" y="3369"/>
                    <a:pt x="7162" y="3369"/>
                  </a:cubicBezTo>
                  <a:cubicBezTo>
                    <a:pt x="6817" y="3369"/>
                    <a:pt x="6471" y="3435"/>
                    <a:pt x="6137" y="3562"/>
                  </a:cubicBezTo>
                  <a:cubicBezTo>
                    <a:pt x="6329" y="3307"/>
                    <a:pt x="6536" y="3061"/>
                    <a:pt x="6754" y="2826"/>
                  </a:cubicBezTo>
                  <a:cubicBezTo>
                    <a:pt x="7042" y="2761"/>
                    <a:pt x="7326" y="2726"/>
                    <a:pt x="7606" y="2726"/>
                  </a:cubicBezTo>
                  <a:close/>
                  <a:moveTo>
                    <a:pt x="7086" y="3587"/>
                  </a:moveTo>
                  <a:cubicBezTo>
                    <a:pt x="7532" y="3587"/>
                    <a:pt x="7976" y="3699"/>
                    <a:pt x="8399" y="3899"/>
                  </a:cubicBezTo>
                  <a:cubicBezTo>
                    <a:pt x="8191" y="4177"/>
                    <a:pt x="7990" y="4464"/>
                    <a:pt x="7800" y="4758"/>
                  </a:cubicBezTo>
                  <a:cubicBezTo>
                    <a:pt x="7790" y="4748"/>
                    <a:pt x="7780" y="4740"/>
                    <a:pt x="7765" y="4734"/>
                  </a:cubicBezTo>
                  <a:cubicBezTo>
                    <a:pt x="7219" y="4528"/>
                    <a:pt x="6648" y="4435"/>
                    <a:pt x="6072" y="4435"/>
                  </a:cubicBezTo>
                  <a:cubicBezTo>
                    <a:pt x="5891" y="4435"/>
                    <a:pt x="5709" y="4444"/>
                    <a:pt x="5527" y="4462"/>
                  </a:cubicBezTo>
                  <a:cubicBezTo>
                    <a:pt x="5661" y="4241"/>
                    <a:pt x="5802" y="4027"/>
                    <a:pt x="5951" y="3817"/>
                  </a:cubicBezTo>
                  <a:cubicBezTo>
                    <a:pt x="5961" y="3820"/>
                    <a:pt x="5972" y="3823"/>
                    <a:pt x="5983" y="3823"/>
                  </a:cubicBezTo>
                  <a:cubicBezTo>
                    <a:pt x="5994" y="3823"/>
                    <a:pt x="6005" y="3820"/>
                    <a:pt x="6018" y="3816"/>
                  </a:cubicBezTo>
                  <a:cubicBezTo>
                    <a:pt x="6368" y="3659"/>
                    <a:pt x="6728" y="3587"/>
                    <a:pt x="7086" y="3587"/>
                  </a:cubicBezTo>
                  <a:close/>
                  <a:moveTo>
                    <a:pt x="10762" y="1893"/>
                  </a:moveTo>
                  <a:cubicBezTo>
                    <a:pt x="11246" y="2333"/>
                    <a:pt x="11523" y="2855"/>
                    <a:pt x="11712" y="3456"/>
                  </a:cubicBezTo>
                  <a:cubicBezTo>
                    <a:pt x="11622" y="3932"/>
                    <a:pt x="11511" y="4405"/>
                    <a:pt x="11349" y="4871"/>
                  </a:cubicBezTo>
                  <a:cubicBezTo>
                    <a:pt x="11334" y="4905"/>
                    <a:pt x="11320" y="4941"/>
                    <a:pt x="11308" y="4977"/>
                  </a:cubicBezTo>
                  <a:cubicBezTo>
                    <a:pt x="11112" y="4046"/>
                    <a:pt x="10711" y="3145"/>
                    <a:pt x="10148" y="2382"/>
                  </a:cubicBezTo>
                  <a:cubicBezTo>
                    <a:pt x="10346" y="2210"/>
                    <a:pt x="10551" y="2048"/>
                    <a:pt x="10762" y="1893"/>
                  </a:cubicBezTo>
                  <a:close/>
                  <a:moveTo>
                    <a:pt x="6023" y="4652"/>
                  </a:moveTo>
                  <a:cubicBezTo>
                    <a:pt x="6592" y="4652"/>
                    <a:pt x="7146" y="4734"/>
                    <a:pt x="7711" y="4884"/>
                  </a:cubicBezTo>
                  <a:lnTo>
                    <a:pt x="7716" y="4884"/>
                  </a:lnTo>
                  <a:cubicBezTo>
                    <a:pt x="7638" y="5007"/>
                    <a:pt x="7561" y="5130"/>
                    <a:pt x="7486" y="5254"/>
                  </a:cubicBezTo>
                  <a:cubicBezTo>
                    <a:pt x="7489" y="5220"/>
                    <a:pt x="7472" y="5184"/>
                    <a:pt x="7430" y="5167"/>
                  </a:cubicBezTo>
                  <a:cubicBezTo>
                    <a:pt x="7004" y="5014"/>
                    <a:pt x="6566" y="4941"/>
                    <a:pt x="6125" y="4941"/>
                  </a:cubicBezTo>
                  <a:cubicBezTo>
                    <a:pt x="5814" y="4941"/>
                    <a:pt x="5500" y="4978"/>
                    <a:pt x="5190" y="5048"/>
                  </a:cubicBezTo>
                  <a:cubicBezTo>
                    <a:pt x="5257" y="4927"/>
                    <a:pt x="5325" y="4806"/>
                    <a:pt x="5394" y="4684"/>
                  </a:cubicBezTo>
                  <a:lnTo>
                    <a:pt x="5399" y="4684"/>
                  </a:lnTo>
                  <a:cubicBezTo>
                    <a:pt x="5610" y="4662"/>
                    <a:pt x="5817" y="4652"/>
                    <a:pt x="6023" y="4652"/>
                  </a:cubicBezTo>
                  <a:close/>
                  <a:moveTo>
                    <a:pt x="6110" y="5154"/>
                  </a:moveTo>
                  <a:cubicBezTo>
                    <a:pt x="6531" y="5154"/>
                    <a:pt x="6950" y="5217"/>
                    <a:pt x="7374" y="5334"/>
                  </a:cubicBezTo>
                  <a:cubicBezTo>
                    <a:pt x="7383" y="5336"/>
                    <a:pt x="7391" y="5337"/>
                    <a:pt x="7398" y="5337"/>
                  </a:cubicBezTo>
                  <a:cubicBezTo>
                    <a:pt x="7415" y="5337"/>
                    <a:pt x="7431" y="5333"/>
                    <a:pt x="7443" y="5326"/>
                  </a:cubicBezTo>
                  <a:lnTo>
                    <a:pt x="7443" y="5326"/>
                  </a:lnTo>
                  <a:cubicBezTo>
                    <a:pt x="7271" y="5607"/>
                    <a:pt x="7106" y="5894"/>
                    <a:pt x="6942" y="6182"/>
                  </a:cubicBezTo>
                  <a:cubicBezTo>
                    <a:pt x="6916" y="6229"/>
                    <a:pt x="6887" y="6278"/>
                    <a:pt x="6860" y="6327"/>
                  </a:cubicBezTo>
                  <a:cubicBezTo>
                    <a:pt x="6457" y="6131"/>
                    <a:pt x="5990" y="6017"/>
                    <a:pt x="5529" y="6017"/>
                  </a:cubicBezTo>
                  <a:cubicBezTo>
                    <a:pt x="5222" y="6017"/>
                    <a:pt x="4917" y="6067"/>
                    <a:pt x="4635" y="6179"/>
                  </a:cubicBezTo>
                  <a:cubicBezTo>
                    <a:pt x="4664" y="6108"/>
                    <a:pt x="4695" y="6038"/>
                    <a:pt x="4728" y="5969"/>
                  </a:cubicBezTo>
                  <a:cubicBezTo>
                    <a:pt x="4836" y="5737"/>
                    <a:pt x="4951" y="5506"/>
                    <a:pt x="5072" y="5277"/>
                  </a:cubicBezTo>
                  <a:cubicBezTo>
                    <a:pt x="5076" y="5277"/>
                    <a:pt x="5080" y="5278"/>
                    <a:pt x="5085" y="5278"/>
                  </a:cubicBezTo>
                  <a:cubicBezTo>
                    <a:pt x="5093" y="5278"/>
                    <a:pt x="5101" y="5277"/>
                    <a:pt x="5109" y="5274"/>
                  </a:cubicBezTo>
                  <a:cubicBezTo>
                    <a:pt x="5446" y="5193"/>
                    <a:pt x="5779" y="5154"/>
                    <a:pt x="6110" y="5154"/>
                  </a:cubicBezTo>
                  <a:close/>
                  <a:moveTo>
                    <a:pt x="5512" y="6265"/>
                  </a:moveTo>
                  <a:cubicBezTo>
                    <a:pt x="5932" y="6265"/>
                    <a:pt x="6337" y="6325"/>
                    <a:pt x="6775" y="6476"/>
                  </a:cubicBezTo>
                  <a:cubicBezTo>
                    <a:pt x="6581" y="6820"/>
                    <a:pt x="6383" y="7172"/>
                    <a:pt x="6170" y="7520"/>
                  </a:cubicBezTo>
                  <a:cubicBezTo>
                    <a:pt x="5751" y="7293"/>
                    <a:pt x="5247" y="7143"/>
                    <a:pt x="4754" y="7143"/>
                  </a:cubicBezTo>
                  <a:cubicBezTo>
                    <a:pt x="4577" y="7143"/>
                    <a:pt x="4401" y="7162"/>
                    <a:pt x="4231" y="7205"/>
                  </a:cubicBezTo>
                  <a:cubicBezTo>
                    <a:pt x="4349" y="6894"/>
                    <a:pt x="4461" y="6589"/>
                    <a:pt x="4581" y="6303"/>
                  </a:cubicBezTo>
                  <a:cubicBezTo>
                    <a:pt x="4596" y="6322"/>
                    <a:pt x="4618" y="6335"/>
                    <a:pt x="4643" y="6335"/>
                  </a:cubicBezTo>
                  <a:cubicBezTo>
                    <a:pt x="4646" y="6335"/>
                    <a:pt x="4648" y="6334"/>
                    <a:pt x="4651" y="6334"/>
                  </a:cubicBezTo>
                  <a:cubicBezTo>
                    <a:pt x="4954" y="6291"/>
                    <a:pt x="5237" y="6265"/>
                    <a:pt x="5512" y="6265"/>
                  </a:cubicBezTo>
                  <a:close/>
                  <a:moveTo>
                    <a:pt x="9975" y="2533"/>
                  </a:moveTo>
                  <a:cubicBezTo>
                    <a:pt x="10501" y="3392"/>
                    <a:pt x="10911" y="4262"/>
                    <a:pt x="11218" y="5216"/>
                  </a:cubicBezTo>
                  <a:cubicBezTo>
                    <a:pt x="11104" y="5508"/>
                    <a:pt x="10976" y="5792"/>
                    <a:pt x="10837" y="6071"/>
                  </a:cubicBezTo>
                  <a:cubicBezTo>
                    <a:pt x="10696" y="4999"/>
                    <a:pt x="10156" y="4022"/>
                    <a:pt x="9317" y="3315"/>
                  </a:cubicBezTo>
                  <a:cubicBezTo>
                    <a:pt x="9298" y="3299"/>
                    <a:pt x="9280" y="3292"/>
                    <a:pt x="9262" y="3292"/>
                  </a:cubicBezTo>
                  <a:cubicBezTo>
                    <a:pt x="9188" y="3292"/>
                    <a:pt x="9133" y="3409"/>
                    <a:pt x="9207" y="3475"/>
                  </a:cubicBezTo>
                  <a:cubicBezTo>
                    <a:pt x="10058" y="4220"/>
                    <a:pt x="10572" y="5239"/>
                    <a:pt x="10695" y="6345"/>
                  </a:cubicBezTo>
                  <a:cubicBezTo>
                    <a:pt x="10475" y="6753"/>
                    <a:pt x="10230" y="7146"/>
                    <a:pt x="9958" y="7520"/>
                  </a:cubicBezTo>
                  <a:cubicBezTo>
                    <a:pt x="9994" y="6375"/>
                    <a:pt x="9269" y="5048"/>
                    <a:pt x="8458" y="4374"/>
                  </a:cubicBezTo>
                  <a:cubicBezTo>
                    <a:pt x="8445" y="4362"/>
                    <a:pt x="8430" y="4358"/>
                    <a:pt x="8416" y="4358"/>
                  </a:cubicBezTo>
                  <a:cubicBezTo>
                    <a:pt x="8405" y="4358"/>
                    <a:pt x="8394" y="4360"/>
                    <a:pt x="8384" y="4365"/>
                  </a:cubicBezTo>
                  <a:cubicBezTo>
                    <a:pt x="8636" y="3997"/>
                    <a:pt x="8906" y="3639"/>
                    <a:pt x="9209" y="3302"/>
                  </a:cubicBezTo>
                  <a:cubicBezTo>
                    <a:pt x="9454" y="3028"/>
                    <a:pt x="9709" y="2773"/>
                    <a:pt x="9975" y="2533"/>
                  </a:cubicBezTo>
                  <a:close/>
                  <a:moveTo>
                    <a:pt x="8330" y="4442"/>
                  </a:moveTo>
                  <a:lnTo>
                    <a:pt x="8330" y="4442"/>
                  </a:lnTo>
                  <a:cubicBezTo>
                    <a:pt x="8328" y="4460"/>
                    <a:pt x="8333" y="4478"/>
                    <a:pt x="8348" y="4495"/>
                  </a:cubicBezTo>
                  <a:cubicBezTo>
                    <a:pt x="8782" y="4992"/>
                    <a:pt x="9160" y="5499"/>
                    <a:pt x="9412" y="6115"/>
                  </a:cubicBezTo>
                  <a:cubicBezTo>
                    <a:pt x="9641" y="6671"/>
                    <a:pt x="9665" y="7216"/>
                    <a:pt x="9754" y="7786"/>
                  </a:cubicBezTo>
                  <a:cubicBezTo>
                    <a:pt x="9608" y="7980"/>
                    <a:pt x="9454" y="8165"/>
                    <a:pt x="9294" y="8342"/>
                  </a:cubicBezTo>
                  <a:cubicBezTo>
                    <a:pt x="9313" y="7154"/>
                    <a:pt x="8939" y="5745"/>
                    <a:pt x="8107" y="4946"/>
                  </a:cubicBezTo>
                  <a:cubicBezTo>
                    <a:pt x="8088" y="4929"/>
                    <a:pt x="8066" y="4923"/>
                    <a:pt x="8045" y="4923"/>
                  </a:cubicBezTo>
                  <a:cubicBezTo>
                    <a:pt x="8036" y="4923"/>
                    <a:pt x="8026" y="4924"/>
                    <a:pt x="8017" y="4927"/>
                  </a:cubicBezTo>
                  <a:cubicBezTo>
                    <a:pt x="8119" y="4763"/>
                    <a:pt x="8224" y="4601"/>
                    <a:pt x="8330" y="4442"/>
                  </a:cubicBezTo>
                  <a:close/>
                  <a:moveTo>
                    <a:pt x="4654" y="7393"/>
                  </a:moveTo>
                  <a:cubicBezTo>
                    <a:pt x="5138" y="7393"/>
                    <a:pt x="5588" y="7461"/>
                    <a:pt x="6067" y="7687"/>
                  </a:cubicBezTo>
                  <a:cubicBezTo>
                    <a:pt x="5887" y="7974"/>
                    <a:pt x="5697" y="8255"/>
                    <a:pt x="5494" y="8522"/>
                  </a:cubicBezTo>
                  <a:cubicBezTo>
                    <a:pt x="5486" y="8519"/>
                    <a:pt x="5478" y="8512"/>
                    <a:pt x="5469" y="8509"/>
                  </a:cubicBezTo>
                  <a:cubicBezTo>
                    <a:pt x="5110" y="8359"/>
                    <a:pt x="4734" y="8293"/>
                    <a:pt x="4355" y="8293"/>
                  </a:cubicBezTo>
                  <a:cubicBezTo>
                    <a:pt x="4148" y="8293"/>
                    <a:pt x="3940" y="8313"/>
                    <a:pt x="3733" y="8348"/>
                  </a:cubicBezTo>
                  <a:cubicBezTo>
                    <a:pt x="3889" y="8047"/>
                    <a:pt x="4025" y="7732"/>
                    <a:pt x="4151" y="7412"/>
                  </a:cubicBezTo>
                  <a:cubicBezTo>
                    <a:pt x="4324" y="7400"/>
                    <a:pt x="4491" y="7393"/>
                    <a:pt x="4654" y="7393"/>
                  </a:cubicBezTo>
                  <a:close/>
                  <a:moveTo>
                    <a:pt x="4223" y="8516"/>
                  </a:moveTo>
                  <a:cubicBezTo>
                    <a:pt x="4608" y="8516"/>
                    <a:pt x="4987" y="8579"/>
                    <a:pt x="5371" y="8682"/>
                  </a:cubicBezTo>
                  <a:cubicBezTo>
                    <a:pt x="5286" y="8790"/>
                    <a:pt x="5196" y="8895"/>
                    <a:pt x="5106" y="8996"/>
                  </a:cubicBezTo>
                  <a:cubicBezTo>
                    <a:pt x="4769" y="8865"/>
                    <a:pt x="4416" y="8805"/>
                    <a:pt x="4059" y="8805"/>
                  </a:cubicBezTo>
                  <a:cubicBezTo>
                    <a:pt x="3848" y="8805"/>
                    <a:pt x="3635" y="8826"/>
                    <a:pt x="3424" y="8866"/>
                  </a:cubicBezTo>
                  <a:cubicBezTo>
                    <a:pt x="3489" y="8772"/>
                    <a:pt x="3552" y="8672"/>
                    <a:pt x="3610" y="8571"/>
                  </a:cubicBezTo>
                  <a:cubicBezTo>
                    <a:pt x="3818" y="8533"/>
                    <a:pt x="4021" y="8516"/>
                    <a:pt x="4223" y="8516"/>
                  </a:cubicBezTo>
                  <a:close/>
                  <a:moveTo>
                    <a:pt x="7962" y="5015"/>
                  </a:moveTo>
                  <a:cubicBezTo>
                    <a:pt x="7963" y="5023"/>
                    <a:pt x="7963" y="5031"/>
                    <a:pt x="7968" y="5040"/>
                  </a:cubicBezTo>
                  <a:cubicBezTo>
                    <a:pt x="8271" y="5650"/>
                    <a:pt x="8643" y="6187"/>
                    <a:pt x="8844" y="6851"/>
                  </a:cubicBezTo>
                  <a:cubicBezTo>
                    <a:pt x="9011" y="7406"/>
                    <a:pt x="9083" y="7970"/>
                    <a:pt x="9106" y="8543"/>
                  </a:cubicBezTo>
                  <a:cubicBezTo>
                    <a:pt x="9048" y="8609"/>
                    <a:pt x="8988" y="8669"/>
                    <a:pt x="8927" y="8731"/>
                  </a:cubicBezTo>
                  <a:cubicBezTo>
                    <a:pt x="8726" y="8934"/>
                    <a:pt x="8513" y="9126"/>
                    <a:pt x="8296" y="9314"/>
                  </a:cubicBezTo>
                  <a:cubicBezTo>
                    <a:pt x="8355" y="8301"/>
                    <a:pt x="7978" y="7324"/>
                    <a:pt x="7266" y="6583"/>
                  </a:cubicBezTo>
                  <a:cubicBezTo>
                    <a:pt x="7244" y="6560"/>
                    <a:pt x="7218" y="6550"/>
                    <a:pt x="7192" y="6550"/>
                  </a:cubicBezTo>
                  <a:cubicBezTo>
                    <a:pt x="7113" y="6550"/>
                    <a:pt x="7041" y="6643"/>
                    <a:pt x="7109" y="6720"/>
                  </a:cubicBezTo>
                  <a:cubicBezTo>
                    <a:pt x="7782" y="7489"/>
                    <a:pt x="8119" y="8448"/>
                    <a:pt x="8119" y="9460"/>
                  </a:cubicBezTo>
                  <a:cubicBezTo>
                    <a:pt x="7703" y="9798"/>
                    <a:pt x="7258" y="10108"/>
                    <a:pt x="6792" y="10376"/>
                  </a:cubicBezTo>
                  <a:cubicBezTo>
                    <a:pt x="7171" y="9430"/>
                    <a:pt x="7078" y="8334"/>
                    <a:pt x="6554" y="7457"/>
                  </a:cubicBezTo>
                  <a:cubicBezTo>
                    <a:pt x="7036" y="6648"/>
                    <a:pt x="7471" y="5814"/>
                    <a:pt x="7962" y="5015"/>
                  </a:cubicBezTo>
                  <a:close/>
                  <a:moveTo>
                    <a:pt x="4077" y="8984"/>
                  </a:moveTo>
                  <a:cubicBezTo>
                    <a:pt x="4388" y="8984"/>
                    <a:pt x="4694" y="9029"/>
                    <a:pt x="5003" y="9108"/>
                  </a:cubicBezTo>
                  <a:cubicBezTo>
                    <a:pt x="4599" y="9540"/>
                    <a:pt x="4141" y="9910"/>
                    <a:pt x="3601" y="10171"/>
                  </a:cubicBezTo>
                  <a:cubicBezTo>
                    <a:pt x="3388" y="10273"/>
                    <a:pt x="3159" y="10358"/>
                    <a:pt x="2918" y="10415"/>
                  </a:cubicBezTo>
                  <a:cubicBezTo>
                    <a:pt x="2938" y="10399"/>
                    <a:pt x="2949" y="10376"/>
                    <a:pt x="2946" y="10345"/>
                  </a:cubicBezTo>
                  <a:cubicBezTo>
                    <a:pt x="2907" y="10075"/>
                    <a:pt x="2742" y="9854"/>
                    <a:pt x="2514" y="9731"/>
                  </a:cubicBezTo>
                  <a:cubicBezTo>
                    <a:pt x="2841" y="9545"/>
                    <a:pt x="3108" y="9289"/>
                    <a:pt x="3332" y="8993"/>
                  </a:cubicBezTo>
                  <a:cubicBezTo>
                    <a:pt x="3345" y="9027"/>
                    <a:pt x="3372" y="9052"/>
                    <a:pt x="3412" y="9052"/>
                  </a:cubicBezTo>
                  <a:cubicBezTo>
                    <a:pt x="3419" y="9052"/>
                    <a:pt x="3425" y="9052"/>
                    <a:pt x="3432" y="9050"/>
                  </a:cubicBezTo>
                  <a:cubicBezTo>
                    <a:pt x="3651" y="9005"/>
                    <a:pt x="3865" y="8984"/>
                    <a:pt x="4077" y="8984"/>
                  </a:cubicBezTo>
                  <a:close/>
                  <a:moveTo>
                    <a:pt x="328" y="9168"/>
                  </a:moveTo>
                  <a:lnTo>
                    <a:pt x="328" y="9168"/>
                  </a:lnTo>
                  <a:cubicBezTo>
                    <a:pt x="423" y="9419"/>
                    <a:pt x="611" y="9633"/>
                    <a:pt x="861" y="9787"/>
                  </a:cubicBezTo>
                  <a:cubicBezTo>
                    <a:pt x="958" y="9846"/>
                    <a:pt x="1059" y="9892"/>
                    <a:pt x="1164" y="9923"/>
                  </a:cubicBezTo>
                  <a:cubicBezTo>
                    <a:pt x="1231" y="9988"/>
                    <a:pt x="1310" y="10050"/>
                    <a:pt x="1369" y="10122"/>
                  </a:cubicBezTo>
                  <a:cubicBezTo>
                    <a:pt x="1449" y="10214"/>
                    <a:pt x="1509" y="10315"/>
                    <a:pt x="1557" y="10427"/>
                  </a:cubicBezTo>
                  <a:cubicBezTo>
                    <a:pt x="1334" y="10368"/>
                    <a:pt x="1120" y="10276"/>
                    <a:pt x="923" y="10142"/>
                  </a:cubicBezTo>
                  <a:cubicBezTo>
                    <a:pt x="593" y="9919"/>
                    <a:pt x="331" y="9564"/>
                    <a:pt x="328" y="9168"/>
                  </a:cubicBezTo>
                  <a:close/>
                  <a:moveTo>
                    <a:pt x="2306" y="9836"/>
                  </a:moveTo>
                  <a:cubicBezTo>
                    <a:pt x="2548" y="9913"/>
                    <a:pt x="2742" y="10124"/>
                    <a:pt x="2794" y="10376"/>
                  </a:cubicBezTo>
                  <a:cubicBezTo>
                    <a:pt x="2800" y="10409"/>
                    <a:pt x="2823" y="10425"/>
                    <a:pt x="2846" y="10430"/>
                  </a:cubicBezTo>
                  <a:cubicBezTo>
                    <a:pt x="2630" y="10478"/>
                    <a:pt x="2409" y="10505"/>
                    <a:pt x="2190" y="10505"/>
                  </a:cubicBezTo>
                  <a:cubicBezTo>
                    <a:pt x="2030" y="10505"/>
                    <a:pt x="1870" y="10491"/>
                    <a:pt x="1714" y="10461"/>
                  </a:cubicBezTo>
                  <a:lnTo>
                    <a:pt x="1714" y="10456"/>
                  </a:lnTo>
                  <a:cubicBezTo>
                    <a:pt x="1670" y="10309"/>
                    <a:pt x="1590" y="10129"/>
                    <a:pt x="1477" y="9983"/>
                  </a:cubicBezTo>
                  <a:lnTo>
                    <a:pt x="1477" y="9983"/>
                  </a:lnTo>
                  <a:cubicBezTo>
                    <a:pt x="1518" y="9987"/>
                    <a:pt x="1559" y="9988"/>
                    <a:pt x="1600" y="9988"/>
                  </a:cubicBezTo>
                  <a:cubicBezTo>
                    <a:pt x="1840" y="9988"/>
                    <a:pt x="2080" y="9932"/>
                    <a:pt x="2306" y="9836"/>
                  </a:cubicBezTo>
                  <a:close/>
                  <a:moveTo>
                    <a:pt x="6430" y="7666"/>
                  </a:moveTo>
                  <a:cubicBezTo>
                    <a:pt x="6833" y="8538"/>
                    <a:pt x="6906" y="9458"/>
                    <a:pt x="6661" y="10402"/>
                  </a:cubicBezTo>
                  <a:cubicBezTo>
                    <a:pt x="6656" y="10420"/>
                    <a:pt x="6659" y="10435"/>
                    <a:pt x="6664" y="10448"/>
                  </a:cubicBezTo>
                  <a:cubicBezTo>
                    <a:pt x="6489" y="10543"/>
                    <a:pt x="6311" y="10638"/>
                    <a:pt x="6129" y="10721"/>
                  </a:cubicBezTo>
                  <a:cubicBezTo>
                    <a:pt x="6365" y="9954"/>
                    <a:pt x="6317" y="9126"/>
                    <a:pt x="5952" y="8396"/>
                  </a:cubicBezTo>
                  <a:cubicBezTo>
                    <a:pt x="6100" y="8185"/>
                    <a:pt x="6242" y="7972"/>
                    <a:pt x="6373" y="7759"/>
                  </a:cubicBezTo>
                  <a:cubicBezTo>
                    <a:pt x="6391" y="7728"/>
                    <a:pt x="6409" y="7699"/>
                    <a:pt x="6430" y="7666"/>
                  </a:cubicBezTo>
                  <a:close/>
                  <a:moveTo>
                    <a:pt x="1040" y="10571"/>
                  </a:moveTo>
                  <a:lnTo>
                    <a:pt x="1040" y="10571"/>
                  </a:lnTo>
                  <a:cubicBezTo>
                    <a:pt x="1311" y="10685"/>
                    <a:pt x="1614" y="10754"/>
                    <a:pt x="1915" y="10783"/>
                  </a:cubicBezTo>
                  <a:cubicBezTo>
                    <a:pt x="1905" y="10792"/>
                    <a:pt x="1894" y="10801"/>
                    <a:pt x="1882" y="10810"/>
                  </a:cubicBezTo>
                  <a:cubicBezTo>
                    <a:pt x="1815" y="10867"/>
                    <a:pt x="1750" y="10927"/>
                    <a:pt x="1681" y="10988"/>
                  </a:cubicBezTo>
                  <a:cubicBezTo>
                    <a:pt x="1450" y="10870"/>
                    <a:pt x="1238" y="10731"/>
                    <a:pt x="1040" y="10571"/>
                  </a:cubicBezTo>
                  <a:close/>
                  <a:moveTo>
                    <a:pt x="5811" y="8600"/>
                  </a:moveTo>
                  <a:cubicBezTo>
                    <a:pt x="6064" y="9338"/>
                    <a:pt x="6100" y="10081"/>
                    <a:pt x="5883" y="10834"/>
                  </a:cubicBezTo>
                  <a:cubicBezTo>
                    <a:pt x="5532" y="10981"/>
                    <a:pt x="5173" y="11106"/>
                    <a:pt x="4807" y="11201"/>
                  </a:cubicBezTo>
                  <a:cubicBezTo>
                    <a:pt x="4731" y="11220"/>
                    <a:pt x="4655" y="11237"/>
                    <a:pt x="4578" y="11255"/>
                  </a:cubicBezTo>
                  <a:cubicBezTo>
                    <a:pt x="4774" y="10810"/>
                    <a:pt x="4869" y="10302"/>
                    <a:pt x="4758" y="9829"/>
                  </a:cubicBezTo>
                  <a:cubicBezTo>
                    <a:pt x="4754" y="9811"/>
                    <a:pt x="4745" y="9798"/>
                    <a:pt x="4731" y="9790"/>
                  </a:cubicBezTo>
                  <a:cubicBezTo>
                    <a:pt x="5134" y="9443"/>
                    <a:pt x="5492" y="9032"/>
                    <a:pt x="5811" y="8600"/>
                  </a:cubicBezTo>
                  <a:close/>
                  <a:moveTo>
                    <a:pt x="3519" y="10551"/>
                  </a:moveTo>
                  <a:cubicBezTo>
                    <a:pt x="3489" y="10693"/>
                    <a:pt x="3468" y="10836"/>
                    <a:pt x="3406" y="10973"/>
                  </a:cubicBezTo>
                  <a:cubicBezTo>
                    <a:pt x="3337" y="11124"/>
                    <a:pt x="3236" y="11258"/>
                    <a:pt x="3118" y="11373"/>
                  </a:cubicBezTo>
                  <a:cubicBezTo>
                    <a:pt x="2797" y="11348"/>
                    <a:pt x="2478" y="11291"/>
                    <a:pt x="2169" y="11189"/>
                  </a:cubicBezTo>
                  <a:cubicBezTo>
                    <a:pt x="2061" y="11155"/>
                    <a:pt x="1956" y="11114"/>
                    <a:pt x="1853" y="11070"/>
                  </a:cubicBezTo>
                  <a:cubicBezTo>
                    <a:pt x="1899" y="11031"/>
                    <a:pt x="1940" y="10990"/>
                    <a:pt x="1979" y="10959"/>
                  </a:cubicBezTo>
                  <a:cubicBezTo>
                    <a:pt x="2041" y="10908"/>
                    <a:pt x="2112" y="10857"/>
                    <a:pt x="2177" y="10801"/>
                  </a:cubicBezTo>
                  <a:cubicBezTo>
                    <a:pt x="2208" y="10802"/>
                    <a:pt x="2240" y="10803"/>
                    <a:pt x="2271" y="10803"/>
                  </a:cubicBezTo>
                  <a:cubicBezTo>
                    <a:pt x="2549" y="10803"/>
                    <a:pt x="2817" y="10770"/>
                    <a:pt x="3048" y="10711"/>
                  </a:cubicBezTo>
                  <a:cubicBezTo>
                    <a:pt x="3211" y="10669"/>
                    <a:pt x="3367" y="10615"/>
                    <a:pt x="3519" y="10551"/>
                  </a:cubicBezTo>
                  <a:close/>
                  <a:moveTo>
                    <a:pt x="4633" y="9872"/>
                  </a:moveTo>
                  <a:lnTo>
                    <a:pt x="4633" y="9872"/>
                  </a:lnTo>
                  <a:cubicBezTo>
                    <a:pt x="4571" y="10366"/>
                    <a:pt x="4519" y="10829"/>
                    <a:pt x="4371" y="11299"/>
                  </a:cubicBezTo>
                  <a:cubicBezTo>
                    <a:pt x="4067" y="11352"/>
                    <a:pt x="3756" y="11384"/>
                    <a:pt x="3447" y="11384"/>
                  </a:cubicBezTo>
                  <a:cubicBezTo>
                    <a:pt x="3412" y="11384"/>
                    <a:pt x="3377" y="11383"/>
                    <a:pt x="3342" y="11382"/>
                  </a:cubicBezTo>
                  <a:cubicBezTo>
                    <a:pt x="3584" y="11140"/>
                    <a:pt x="3758" y="10793"/>
                    <a:pt x="3694" y="10474"/>
                  </a:cubicBezTo>
                  <a:cubicBezTo>
                    <a:pt x="4033" y="10317"/>
                    <a:pt x="4345" y="10109"/>
                    <a:pt x="4633" y="9872"/>
                  </a:cubicBezTo>
                  <a:close/>
                  <a:moveTo>
                    <a:pt x="13712" y="1"/>
                  </a:moveTo>
                  <a:cubicBezTo>
                    <a:pt x="13705" y="1"/>
                    <a:pt x="13697" y="2"/>
                    <a:pt x="13689" y="4"/>
                  </a:cubicBezTo>
                  <a:cubicBezTo>
                    <a:pt x="13346" y="103"/>
                    <a:pt x="13009" y="230"/>
                    <a:pt x="12678" y="379"/>
                  </a:cubicBezTo>
                  <a:cubicBezTo>
                    <a:pt x="12658" y="364"/>
                    <a:pt x="12635" y="355"/>
                    <a:pt x="12608" y="351"/>
                  </a:cubicBezTo>
                  <a:cubicBezTo>
                    <a:pt x="12316" y="313"/>
                    <a:pt x="12028" y="294"/>
                    <a:pt x="11742" y="294"/>
                  </a:cubicBezTo>
                  <a:cubicBezTo>
                    <a:pt x="9264" y="294"/>
                    <a:pt x="7031" y="1701"/>
                    <a:pt x="5630" y="3742"/>
                  </a:cubicBezTo>
                  <a:cubicBezTo>
                    <a:pt x="4844" y="4886"/>
                    <a:pt x="4286" y="6161"/>
                    <a:pt x="3771" y="7442"/>
                  </a:cubicBezTo>
                  <a:cubicBezTo>
                    <a:pt x="3462" y="8209"/>
                    <a:pt x="3113" y="9067"/>
                    <a:pt x="2347" y="9482"/>
                  </a:cubicBezTo>
                  <a:cubicBezTo>
                    <a:pt x="2126" y="9602"/>
                    <a:pt x="1879" y="9660"/>
                    <a:pt x="1638" y="9660"/>
                  </a:cubicBezTo>
                  <a:cubicBezTo>
                    <a:pt x="1069" y="9660"/>
                    <a:pt x="534" y="9335"/>
                    <a:pt x="454" y="8718"/>
                  </a:cubicBezTo>
                  <a:cubicBezTo>
                    <a:pt x="586" y="8512"/>
                    <a:pt x="813" y="8398"/>
                    <a:pt x="1034" y="8398"/>
                  </a:cubicBezTo>
                  <a:cubicBezTo>
                    <a:pt x="1263" y="8398"/>
                    <a:pt x="1485" y="8521"/>
                    <a:pt x="1588" y="8792"/>
                  </a:cubicBezTo>
                  <a:cubicBezTo>
                    <a:pt x="1605" y="8837"/>
                    <a:pt x="1644" y="8856"/>
                    <a:pt x="1685" y="8856"/>
                  </a:cubicBezTo>
                  <a:cubicBezTo>
                    <a:pt x="1756" y="8856"/>
                    <a:pt x="1832" y="8799"/>
                    <a:pt x="1809" y="8717"/>
                  </a:cubicBezTo>
                  <a:cubicBezTo>
                    <a:pt x="1699" y="8336"/>
                    <a:pt x="1354" y="8082"/>
                    <a:pt x="967" y="8082"/>
                  </a:cubicBezTo>
                  <a:cubicBezTo>
                    <a:pt x="903" y="8082"/>
                    <a:pt x="838" y="8089"/>
                    <a:pt x="773" y="8103"/>
                  </a:cubicBezTo>
                  <a:cubicBezTo>
                    <a:pt x="264" y="8216"/>
                    <a:pt x="1" y="8749"/>
                    <a:pt x="23" y="9237"/>
                  </a:cubicBezTo>
                  <a:cubicBezTo>
                    <a:pt x="30" y="9404"/>
                    <a:pt x="64" y="9556"/>
                    <a:pt x="117" y="9695"/>
                  </a:cubicBezTo>
                  <a:cubicBezTo>
                    <a:pt x="91" y="9716"/>
                    <a:pt x="74" y="9756"/>
                    <a:pt x="91" y="9795"/>
                  </a:cubicBezTo>
                  <a:cubicBezTo>
                    <a:pt x="519" y="10860"/>
                    <a:pt x="1737" y="11467"/>
                    <a:pt x="2822" y="11621"/>
                  </a:cubicBezTo>
                  <a:cubicBezTo>
                    <a:pt x="3035" y="11652"/>
                    <a:pt x="3250" y="11666"/>
                    <a:pt x="3464" y="11666"/>
                  </a:cubicBezTo>
                  <a:cubicBezTo>
                    <a:pt x="3746" y="11666"/>
                    <a:pt x="4027" y="11641"/>
                    <a:pt x="4306" y="11597"/>
                  </a:cubicBezTo>
                  <a:cubicBezTo>
                    <a:pt x="4320" y="11613"/>
                    <a:pt x="4340" y="11623"/>
                    <a:pt x="4361" y="11623"/>
                  </a:cubicBezTo>
                  <a:cubicBezTo>
                    <a:pt x="4380" y="11623"/>
                    <a:pt x="4399" y="11614"/>
                    <a:pt x="4411" y="11593"/>
                  </a:cubicBezTo>
                  <a:cubicBezTo>
                    <a:pt x="4412" y="11589"/>
                    <a:pt x="4417" y="11582"/>
                    <a:pt x="4419" y="11579"/>
                  </a:cubicBezTo>
                  <a:cubicBezTo>
                    <a:pt x="5280" y="11425"/>
                    <a:pt x="6119" y="11083"/>
                    <a:pt x="6872" y="10666"/>
                  </a:cubicBezTo>
                  <a:cubicBezTo>
                    <a:pt x="7716" y="10199"/>
                    <a:pt x="8487" y="9607"/>
                    <a:pt x="9168" y="8923"/>
                  </a:cubicBezTo>
                  <a:cubicBezTo>
                    <a:pt x="9177" y="8926"/>
                    <a:pt x="9186" y="8928"/>
                    <a:pt x="9196" y="8928"/>
                  </a:cubicBezTo>
                  <a:cubicBezTo>
                    <a:pt x="9228" y="8928"/>
                    <a:pt x="9259" y="8908"/>
                    <a:pt x="9264" y="8864"/>
                  </a:cubicBezTo>
                  <a:cubicBezTo>
                    <a:pt x="9266" y="8849"/>
                    <a:pt x="9266" y="8833"/>
                    <a:pt x="9269" y="8820"/>
                  </a:cubicBezTo>
                  <a:cubicBezTo>
                    <a:pt x="9858" y="8208"/>
                    <a:pt x="10375" y="7527"/>
                    <a:pt x="10803" y="6792"/>
                  </a:cubicBezTo>
                  <a:cubicBezTo>
                    <a:pt x="10805" y="6792"/>
                    <a:pt x="10808" y="6793"/>
                    <a:pt x="10810" y="6793"/>
                  </a:cubicBezTo>
                  <a:cubicBezTo>
                    <a:pt x="10846" y="6793"/>
                    <a:pt x="10878" y="6771"/>
                    <a:pt x="10881" y="6722"/>
                  </a:cubicBezTo>
                  <a:lnTo>
                    <a:pt x="10881" y="6656"/>
                  </a:lnTo>
                  <a:cubicBezTo>
                    <a:pt x="11148" y="6180"/>
                    <a:pt x="11380" y="5683"/>
                    <a:pt x="11570" y="5172"/>
                  </a:cubicBezTo>
                  <a:cubicBezTo>
                    <a:pt x="11811" y="4521"/>
                    <a:pt x="11974" y="3850"/>
                    <a:pt x="12084" y="3166"/>
                  </a:cubicBezTo>
                  <a:cubicBezTo>
                    <a:pt x="12223" y="2284"/>
                    <a:pt x="12313" y="1387"/>
                    <a:pt x="12850" y="643"/>
                  </a:cubicBezTo>
                  <a:cubicBezTo>
                    <a:pt x="12861" y="629"/>
                    <a:pt x="12866" y="615"/>
                    <a:pt x="12871" y="602"/>
                  </a:cubicBezTo>
                  <a:cubicBezTo>
                    <a:pt x="13159" y="454"/>
                    <a:pt x="13452" y="312"/>
                    <a:pt x="13750" y="171"/>
                  </a:cubicBezTo>
                  <a:cubicBezTo>
                    <a:pt x="13828" y="134"/>
                    <a:pt x="13794" y="1"/>
                    <a:pt x="13712" y="1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417;p33">
              <a:extLst>
                <a:ext uri="{FF2B5EF4-FFF2-40B4-BE49-F238E27FC236}">
                  <a16:creationId xmlns:a16="http://schemas.microsoft.com/office/drawing/2014/main" id="{F8FD6188-92F9-42D8-A714-78228AAFE9FB}"/>
                </a:ext>
              </a:extLst>
            </p:cNvPr>
            <p:cNvSpPr/>
            <p:nvPr/>
          </p:nvSpPr>
          <p:spPr>
            <a:xfrm rot="17506809">
              <a:off x="7004852" y="1693042"/>
              <a:ext cx="728908" cy="614944"/>
            </a:xfrm>
            <a:custGeom>
              <a:avLst/>
              <a:gdLst/>
              <a:ahLst/>
              <a:cxnLst/>
              <a:rect l="l" t="t" r="r" b="b"/>
              <a:pathLst>
                <a:path w="13828" h="11666" extrusionOk="0">
                  <a:moveTo>
                    <a:pt x="11902" y="622"/>
                  </a:moveTo>
                  <a:cubicBezTo>
                    <a:pt x="11993" y="622"/>
                    <a:pt x="12084" y="623"/>
                    <a:pt x="12176" y="626"/>
                  </a:cubicBezTo>
                  <a:cubicBezTo>
                    <a:pt x="11748" y="854"/>
                    <a:pt x="11336" y="1117"/>
                    <a:pt x="10943" y="1400"/>
                  </a:cubicBezTo>
                  <a:cubicBezTo>
                    <a:pt x="10565" y="1156"/>
                    <a:pt x="10148" y="999"/>
                    <a:pt x="9708" y="944"/>
                  </a:cubicBezTo>
                  <a:cubicBezTo>
                    <a:pt x="10413" y="725"/>
                    <a:pt x="11153" y="622"/>
                    <a:pt x="11902" y="622"/>
                  </a:cubicBezTo>
                  <a:close/>
                  <a:moveTo>
                    <a:pt x="9181" y="1132"/>
                  </a:moveTo>
                  <a:cubicBezTo>
                    <a:pt x="9191" y="1137"/>
                    <a:pt x="9204" y="1138"/>
                    <a:pt x="9215" y="1138"/>
                  </a:cubicBezTo>
                  <a:cubicBezTo>
                    <a:pt x="9219" y="1138"/>
                    <a:pt x="9223" y="1138"/>
                    <a:pt x="9227" y="1138"/>
                  </a:cubicBezTo>
                  <a:cubicBezTo>
                    <a:pt x="9787" y="1138"/>
                    <a:pt x="10315" y="1253"/>
                    <a:pt x="10812" y="1497"/>
                  </a:cubicBezTo>
                  <a:cubicBezTo>
                    <a:pt x="10488" y="1739"/>
                    <a:pt x="10174" y="1996"/>
                    <a:pt x="9880" y="2259"/>
                  </a:cubicBezTo>
                  <a:cubicBezTo>
                    <a:pt x="9845" y="2290"/>
                    <a:pt x="9811" y="2323"/>
                    <a:pt x="9777" y="2356"/>
                  </a:cubicBezTo>
                  <a:cubicBezTo>
                    <a:pt x="9795" y="2326"/>
                    <a:pt x="9795" y="2287"/>
                    <a:pt x="9762" y="2266"/>
                  </a:cubicBezTo>
                  <a:cubicBezTo>
                    <a:pt x="9330" y="1986"/>
                    <a:pt x="8732" y="1780"/>
                    <a:pt x="8170" y="1780"/>
                  </a:cubicBezTo>
                  <a:cubicBezTo>
                    <a:pt x="8094" y="1780"/>
                    <a:pt x="8019" y="1784"/>
                    <a:pt x="7945" y="1791"/>
                  </a:cubicBezTo>
                  <a:cubicBezTo>
                    <a:pt x="8337" y="1525"/>
                    <a:pt x="8749" y="1305"/>
                    <a:pt x="9181" y="1132"/>
                  </a:cubicBezTo>
                  <a:close/>
                  <a:moveTo>
                    <a:pt x="8294" y="2015"/>
                  </a:moveTo>
                  <a:cubicBezTo>
                    <a:pt x="8380" y="2015"/>
                    <a:pt x="8467" y="2019"/>
                    <a:pt x="8554" y="2030"/>
                  </a:cubicBezTo>
                  <a:cubicBezTo>
                    <a:pt x="8963" y="2079"/>
                    <a:pt x="9335" y="2210"/>
                    <a:pt x="9706" y="2382"/>
                  </a:cubicBezTo>
                  <a:cubicBezTo>
                    <a:pt x="9714" y="2386"/>
                    <a:pt x="9721" y="2388"/>
                    <a:pt x="9728" y="2388"/>
                  </a:cubicBezTo>
                  <a:cubicBezTo>
                    <a:pt x="9736" y="2388"/>
                    <a:pt x="9744" y="2385"/>
                    <a:pt x="9752" y="2382"/>
                  </a:cubicBezTo>
                  <a:lnTo>
                    <a:pt x="9752" y="2382"/>
                  </a:lnTo>
                  <a:cubicBezTo>
                    <a:pt x="9557" y="2562"/>
                    <a:pt x="9371" y="2750"/>
                    <a:pt x="9196" y="2942"/>
                  </a:cubicBezTo>
                  <a:cubicBezTo>
                    <a:pt x="9191" y="2914"/>
                    <a:pt x="9176" y="2889"/>
                    <a:pt x="9148" y="2875"/>
                  </a:cubicBezTo>
                  <a:cubicBezTo>
                    <a:pt x="8661" y="2622"/>
                    <a:pt x="8130" y="2482"/>
                    <a:pt x="7595" y="2482"/>
                  </a:cubicBezTo>
                  <a:cubicBezTo>
                    <a:pt x="7411" y="2482"/>
                    <a:pt x="7227" y="2498"/>
                    <a:pt x="7044" y="2533"/>
                  </a:cubicBezTo>
                  <a:cubicBezTo>
                    <a:pt x="7212" y="2366"/>
                    <a:pt x="7397" y="2209"/>
                    <a:pt x="7589" y="2056"/>
                  </a:cubicBezTo>
                  <a:cubicBezTo>
                    <a:pt x="7826" y="2047"/>
                    <a:pt x="8058" y="2015"/>
                    <a:pt x="8294" y="2015"/>
                  </a:cubicBezTo>
                  <a:close/>
                  <a:moveTo>
                    <a:pt x="12367" y="868"/>
                  </a:moveTo>
                  <a:cubicBezTo>
                    <a:pt x="12076" y="1395"/>
                    <a:pt x="11953" y="1991"/>
                    <a:pt x="11856" y="2596"/>
                  </a:cubicBezTo>
                  <a:cubicBezTo>
                    <a:pt x="11835" y="2729"/>
                    <a:pt x="11812" y="2860"/>
                    <a:pt x="11793" y="2991"/>
                  </a:cubicBezTo>
                  <a:cubicBezTo>
                    <a:pt x="11636" y="2513"/>
                    <a:pt x="11334" y="2078"/>
                    <a:pt x="10968" y="1739"/>
                  </a:cubicBezTo>
                  <a:cubicBezTo>
                    <a:pt x="11415" y="1423"/>
                    <a:pt x="11883" y="1133"/>
                    <a:pt x="12367" y="868"/>
                  </a:cubicBezTo>
                  <a:close/>
                  <a:moveTo>
                    <a:pt x="7606" y="2726"/>
                  </a:moveTo>
                  <a:cubicBezTo>
                    <a:pt x="8095" y="2726"/>
                    <a:pt x="8574" y="2832"/>
                    <a:pt x="9045" y="3069"/>
                  </a:cubicBezTo>
                  <a:cubicBezTo>
                    <a:pt x="9053" y="3073"/>
                    <a:pt x="9061" y="3076"/>
                    <a:pt x="9070" y="3078"/>
                  </a:cubicBezTo>
                  <a:cubicBezTo>
                    <a:pt x="8873" y="3295"/>
                    <a:pt x="8688" y="3521"/>
                    <a:pt x="8510" y="3752"/>
                  </a:cubicBezTo>
                  <a:lnTo>
                    <a:pt x="8500" y="3742"/>
                  </a:lnTo>
                  <a:cubicBezTo>
                    <a:pt x="8081" y="3488"/>
                    <a:pt x="7623" y="3369"/>
                    <a:pt x="7162" y="3369"/>
                  </a:cubicBezTo>
                  <a:cubicBezTo>
                    <a:pt x="6817" y="3369"/>
                    <a:pt x="6471" y="3435"/>
                    <a:pt x="6137" y="3562"/>
                  </a:cubicBezTo>
                  <a:cubicBezTo>
                    <a:pt x="6329" y="3307"/>
                    <a:pt x="6536" y="3061"/>
                    <a:pt x="6754" y="2826"/>
                  </a:cubicBezTo>
                  <a:cubicBezTo>
                    <a:pt x="7042" y="2761"/>
                    <a:pt x="7326" y="2726"/>
                    <a:pt x="7606" y="2726"/>
                  </a:cubicBezTo>
                  <a:close/>
                  <a:moveTo>
                    <a:pt x="7086" y="3587"/>
                  </a:moveTo>
                  <a:cubicBezTo>
                    <a:pt x="7532" y="3587"/>
                    <a:pt x="7976" y="3699"/>
                    <a:pt x="8399" y="3899"/>
                  </a:cubicBezTo>
                  <a:cubicBezTo>
                    <a:pt x="8191" y="4177"/>
                    <a:pt x="7990" y="4464"/>
                    <a:pt x="7800" y="4758"/>
                  </a:cubicBezTo>
                  <a:cubicBezTo>
                    <a:pt x="7790" y="4748"/>
                    <a:pt x="7780" y="4740"/>
                    <a:pt x="7765" y="4734"/>
                  </a:cubicBezTo>
                  <a:cubicBezTo>
                    <a:pt x="7219" y="4528"/>
                    <a:pt x="6648" y="4435"/>
                    <a:pt x="6072" y="4435"/>
                  </a:cubicBezTo>
                  <a:cubicBezTo>
                    <a:pt x="5891" y="4435"/>
                    <a:pt x="5709" y="4444"/>
                    <a:pt x="5527" y="4462"/>
                  </a:cubicBezTo>
                  <a:cubicBezTo>
                    <a:pt x="5661" y="4241"/>
                    <a:pt x="5802" y="4027"/>
                    <a:pt x="5951" y="3817"/>
                  </a:cubicBezTo>
                  <a:cubicBezTo>
                    <a:pt x="5961" y="3820"/>
                    <a:pt x="5972" y="3823"/>
                    <a:pt x="5983" y="3823"/>
                  </a:cubicBezTo>
                  <a:cubicBezTo>
                    <a:pt x="5994" y="3823"/>
                    <a:pt x="6005" y="3820"/>
                    <a:pt x="6018" y="3816"/>
                  </a:cubicBezTo>
                  <a:cubicBezTo>
                    <a:pt x="6368" y="3659"/>
                    <a:pt x="6728" y="3587"/>
                    <a:pt x="7086" y="3587"/>
                  </a:cubicBezTo>
                  <a:close/>
                  <a:moveTo>
                    <a:pt x="10762" y="1893"/>
                  </a:moveTo>
                  <a:cubicBezTo>
                    <a:pt x="11246" y="2333"/>
                    <a:pt x="11523" y="2855"/>
                    <a:pt x="11712" y="3456"/>
                  </a:cubicBezTo>
                  <a:cubicBezTo>
                    <a:pt x="11622" y="3932"/>
                    <a:pt x="11511" y="4405"/>
                    <a:pt x="11349" y="4871"/>
                  </a:cubicBezTo>
                  <a:cubicBezTo>
                    <a:pt x="11334" y="4905"/>
                    <a:pt x="11320" y="4941"/>
                    <a:pt x="11308" y="4977"/>
                  </a:cubicBezTo>
                  <a:cubicBezTo>
                    <a:pt x="11112" y="4046"/>
                    <a:pt x="10711" y="3145"/>
                    <a:pt x="10148" y="2382"/>
                  </a:cubicBezTo>
                  <a:cubicBezTo>
                    <a:pt x="10346" y="2210"/>
                    <a:pt x="10551" y="2048"/>
                    <a:pt x="10762" y="1893"/>
                  </a:cubicBezTo>
                  <a:close/>
                  <a:moveTo>
                    <a:pt x="6023" y="4652"/>
                  </a:moveTo>
                  <a:cubicBezTo>
                    <a:pt x="6592" y="4652"/>
                    <a:pt x="7146" y="4734"/>
                    <a:pt x="7711" y="4884"/>
                  </a:cubicBezTo>
                  <a:lnTo>
                    <a:pt x="7716" y="4884"/>
                  </a:lnTo>
                  <a:cubicBezTo>
                    <a:pt x="7638" y="5007"/>
                    <a:pt x="7561" y="5130"/>
                    <a:pt x="7486" y="5254"/>
                  </a:cubicBezTo>
                  <a:cubicBezTo>
                    <a:pt x="7489" y="5220"/>
                    <a:pt x="7472" y="5184"/>
                    <a:pt x="7430" y="5167"/>
                  </a:cubicBezTo>
                  <a:cubicBezTo>
                    <a:pt x="7004" y="5014"/>
                    <a:pt x="6566" y="4941"/>
                    <a:pt x="6125" y="4941"/>
                  </a:cubicBezTo>
                  <a:cubicBezTo>
                    <a:pt x="5814" y="4941"/>
                    <a:pt x="5500" y="4978"/>
                    <a:pt x="5190" y="5048"/>
                  </a:cubicBezTo>
                  <a:cubicBezTo>
                    <a:pt x="5257" y="4927"/>
                    <a:pt x="5325" y="4806"/>
                    <a:pt x="5394" y="4684"/>
                  </a:cubicBezTo>
                  <a:lnTo>
                    <a:pt x="5399" y="4684"/>
                  </a:lnTo>
                  <a:cubicBezTo>
                    <a:pt x="5610" y="4662"/>
                    <a:pt x="5817" y="4652"/>
                    <a:pt x="6023" y="4652"/>
                  </a:cubicBezTo>
                  <a:close/>
                  <a:moveTo>
                    <a:pt x="6110" y="5154"/>
                  </a:moveTo>
                  <a:cubicBezTo>
                    <a:pt x="6531" y="5154"/>
                    <a:pt x="6950" y="5217"/>
                    <a:pt x="7374" y="5334"/>
                  </a:cubicBezTo>
                  <a:cubicBezTo>
                    <a:pt x="7383" y="5336"/>
                    <a:pt x="7391" y="5337"/>
                    <a:pt x="7398" y="5337"/>
                  </a:cubicBezTo>
                  <a:cubicBezTo>
                    <a:pt x="7415" y="5337"/>
                    <a:pt x="7431" y="5333"/>
                    <a:pt x="7443" y="5326"/>
                  </a:cubicBezTo>
                  <a:lnTo>
                    <a:pt x="7443" y="5326"/>
                  </a:lnTo>
                  <a:cubicBezTo>
                    <a:pt x="7271" y="5607"/>
                    <a:pt x="7106" y="5894"/>
                    <a:pt x="6942" y="6182"/>
                  </a:cubicBezTo>
                  <a:cubicBezTo>
                    <a:pt x="6916" y="6229"/>
                    <a:pt x="6887" y="6278"/>
                    <a:pt x="6860" y="6327"/>
                  </a:cubicBezTo>
                  <a:cubicBezTo>
                    <a:pt x="6457" y="6131"/>
                    <a:pt x="5990" y="6017"/>
                    <a:pt x="5529" y="6017"/>
                  </a:cubicBezTo>
                  <a:cubicBezTo>
                    <a:pt x="5222" y="6017"/>
                    <a:pt x="4917" y="6067"/>
                    <a:pt x="4635" y="6179"/>
                  </a:cubicBezTo>
                  <a:cubicBezTo>
                    <a:pt x="4664" y="6108"/>
                    <a:pt x="4695" y="6038"/>
                    <a:pt x="4728" y="5969"/>
                  </a:cubicBezTo>
                  <a:cubicBezTo>
                    <a:pt x="4836" y="5737"/>
                    <a:pt x="4951" y="5506"/>
                    <a:pt x="5072" y="5277"/>
                  </a:cubicBezTo>
                  <a:cubicBezTo>
                    <a:pt x="5076" y="5277"/>
                    <a:pt x="5080" y="5278"/>
                    <a:pt x="5085" y="5278"/>
                  </a:cubicBezTo>
                  <a:cubicBezTo>
                    <a:pt x="5093" y="5278"/>
                    <a:pt x="5101" y="5277"/>
                    <a:pt x="5109" y="5274"/>
                  </a:cubicBezTo>
                  <a:cubicBezTo>
                    <a:pt x="5446" y="5193"/>
                    <a:pt x="5779" y="5154"/>
                    <a:pt x="6110" y="5154"/>
                  </a:cubicBezTo>
                  <a:close/>
                  <a:moveTo>
                    <a:pt x="5512" y="6265"/>
                  </a:moveTo>
                  <a:cubicBezTo>
                    <a:pt x="5932" y="6265"/>
                    <a:pt x="6337" y="6325"/>
                    <a:pt x="6775" y="6476"/>
                  </a:cubicBezTo>
                  <a:cubicBezTo>
                    <a:pt x="6581" y="6820"/>
                    <a:pt x="6383" y="7172"/>
                    <a:pt x="6170" y="7520"/>
                  </a:cubicBezTo>
                  <a:cubicBezTo>
                    <a:pt x="5751" y="7293"/>
                    <a:pt x="5247" y="7143"/>
                    <a:pt x="4754" y="7143"/>
                  </a:cubicBezTo>
                  <a:cubicBezTo>
                    <a:pt x="4577" y="7143"/>
                    <a:pt x="4401" y="7162"/>
                    <a:pt x="4231" y="7205"/>
                  </a:cubicBezTo>
                  <a:cubicBezTo>
                    <a:pt x="4349" y="6894"/>
                    <a:pt x="4461" y="6589"/>
                    <a:pt x="4581" y="6303"/>
                  </a:cubicBezTo>
                  <a:cubicBezTo>
                    <a:pt x="4596" y="6322"/>
                    <a:pt x="4618" y="6335"/>
                    <a:pt x="4643" y="6335"/>
                  </a:cubicBezTo>
                  <a:cubicBezTo>
                    <a:pt x="4646" y="6335"/>
                    <a:pt x="4648" y="6334"/>
                    <a:pt x="4651" y="6334"/>
                  </a:cubicBezTo>
                  <a:cubicBezTo>
                    <a:pt x="4954" y="6291"/>
                    <a:pt x="5237" y="6265"/>
                    <a:pt x="5512" y="6265"/>
                  </a:cubicBezTo>
                  <a:close/>
                  <a:moveTo>
                    <a:pt x="9975" y="2533"/>
                  </a:moveTo>
                  <a:cubicBezTo>
                    <a:pt x="10501" y="3392"/>
                    <a:pt x="10911" y="4262"/>
                    <a:pt x="11218" y="5216"/>
                  </a:cubicBezTo>
                  <a:cubicBezTo>
                    <a:pt x="11104" y="5508"/>
                    <a:pt x="10976" y="5792"/>
                    <a:pt x="10837" y="6071"/>
                  </a:cubicBezTo>
                  <a:cubicBezTo>
                    <a:pt x="10696" y="4999"/>
                    <a:pt x="10156" y="4022"/>
                    <a:pt x="9317" y="3315"/>
                  </a:cubicBezTo>
                  <a:cubicBezTo>
                    <a:pt x="9298" y="3299"/>
                    <a:pt x="9280" y="3292"/>
                    <a:pt x="9262" y="3292"/>
                  </a:cubicBezTo>
                  <a:cubicBezTo>
                    <a:pt x="9188" y="3292"/>
                    <a:pt x="9133" y="3409"/>
                    <a:pt x="9207" y="3475"/>
                  </a:cubicBezTo>
                  <a:cubicBezTo>
                    <a:pt x="10058" y="4220"/>
                    <a:pt x="10572" y="5239"/>
                    <a:pt x="10695" y="6345"/>
                  </a:cubicBezTo>
                  <a:cubicBezTo>
                    <a:pt x="10475" y="6753"/>
                    <a:pt x="10230" y="7146"/>
                    <a:pt x="9958" y="7520"/>
                  </a:cubicBezTo>
                  <a:cubicBezTo>
                    <a:pt x="9994" y="6375"/>
                    <a:pt x="9269" y="5048"/>
                    <a:pt x="8458" y="4374"/>
                  </a:cubicBezTo>
                  <a:cubicBezTo>
                    <a:pt x="8445" y="4362"/>
                    <a:pt x="8430" y="4358"/>
                    <a:pt x="8416" y="4358"/>
                  </a:cubicBezTo>
                  <a:cubicBezTo>
                    <a:pt x="8405" y="4358"/>
                    <a:pt x="8394" y="4360"/>
                    <a:pt x="8384" y="4365"/>
                  </a:cubicBezTo>
                  <a:cubicBezTo>
                    <a:pt x="8636" y="3997"/>
                    <a:pt x="8906" y="3639"/>
                    <a:pt x="9209" y="3302"/>
                  </a:cubicBezTo>
                  <a:cubicBezTo>
                    <a:pt x="9454" y="3028"/>
                    <a:pt x="9709" y="2773"/>
                    <a:pt x="9975" y="2533"/>
                  </a:cubicBezTo>
                  <a:close/>
                  <a:moveTo>
                    <a:pt x="8330" y="4442"/>
                  </a:moveTo>
                  <a:lnTo>
                    <a:pt x="8330" y="4442"/>
                  </a:lnTo>
                  <a:cubicBezTo>
                    <a:pt x="8328" y="4460"/>
                    <a:pt x="8333" y="4478"/>
                    <a:pt x="8348" y="4495"/>
                  </a:cubicBezTo>
                  <a:cubicBezTo>
                    <a:pt x="8782" y="4992"/>
                    <a:pt x="9160" y="5499"/>
                    <a:pt x="9412" y="6115"/>
                  </a:cubicBezTo>
                  <a:cubicBezTo>
                    <a:pt x="9641" y="6671"/>
                    <a:pt x="9665" y="7216"/>
                    <a:pt x="9754" y="7786"/>
                  </a:cubicBezTo>
                  <a:cubicBezTo>
                    <a:pt x="9608" y="7980"/>
                    <a:pt x="9454" y="8165"/>
                    <a:pt x="9294" y="8342"/>
                  </a:cubicBezTo>
                  <a:cubicBezTo>
                    <a:pt x="9313" y="7154"/>
                    <a:pt x="8939" y="5745"/>
                    <a:pt x="8107" y="4946"/>
                  </a:cubicBezTo>
                  <a:cubicBezTo>
                    <a:pt x="8088" y="4929"/>
                    <a:pt x="8066" y="4923"/>
                    <a:pt x="8045" y="4923"/>
                  </a:cubicBezTo>
                  <a:cubicBezTo>
                    <a:pt x="8036" y="4923"/>
                    <a:pt x="8026" y="4924"/>
                    <a:pt x="8017" y="4927"/>
                  </a:cubicBezTo>
                  <a:cubicBezTo>
                    <a:pt x="8119" y="4763"/>
                    <a:pt x="8224" y="4601"/>
                    <a:pt x="8330" y="4442"/>
                  </a:cubicBezTo>
                  <a:close/>
                  <a:moveTo>
                    <a:pt x="4654" y="7393"/>
                  </a:moveTo>
                  <a:cubicBezTo>
                    <a:pt x="5138" y="7393"/>
                    <a:pt x="5588" y="7461"/>
                    <a:pt x="6067" y="7687"/>
                  </a:cubicBezTo>
                  <a:cubicBezTo>
                    <a:pt x="5887" y="7974"/>
                    <a:pt x="5697" y="8255"/>
                    <a:pt x="5494" y="8522"/>
                  </a:cubicBezTo>
                  <a:cubicBezTo>
                    <a:pt x="5486" y="8519"/>
                    <a:pt x="5478" y="8512"/>
                    <a:pt x="5469" y="8509"/>
                  </a:cubicBezTo>
                  <a:cubicBezTo>
                    <a:pt x="5110" y="8359"/>
                    <a:pt x="4734" y="8293"/>
                    <a:pt x="4355" y="8293"/>
                  </a:cubicBezTo>
                  <a:cubicBezTo>
                    <a:pt x="4148" y="8293"/>
                    <a:pt x="3940" y="8313"/>
                    <a:pt x="3733" y="8348"/>
                  </a:cubicBezTo>
                  <a:cubicBezTo>
                    <a:pt x="3889" y="8047"/>
                    <a:pt x="4025" y="7732"/>
                    <a:pt x="4151" y="7412"/>
                  </a:cubicBezTo>
                  <a:cubicBezTo>
                    <a:pt x="4324" y="7400"/>
                    <a:pt x="4491" y="7393"/>
                    <a:pt x="4654" y="7393"/>
                  </a:cubicBezTo>
                  <a:close/>
                  <a:moveTo>
                    <a:pt x="4223" y="8516"/>
                  </a:moveTo>
                  <a:cubicBezTo>
                    <a:pt x="4608" y="8516"/>
                    <a:pt x="4987" y="8579"/>
                    <a:pt x="5371" y="8682"/>
                  </a:cubicBezTo>
                  <a:cubicBezTo>
                    <a:pt x="5286" y="8790"/>
                    <a:pt x="5196" y="8895"/>
                    <a:pt x="5106" y="8996"/>
                  </a:cubicBezTo>
                  <a:cubicBezTo>
                    <a:pt x="4769" y="8865"/>
                    <a:pt x="4416" y="8805"/>
                    <a:pt x="4059" y="8805"/>
                  </a:cubicBezTo>
                  <a:cubicBezTo>
                    <a:pt x="3848" y="8805"/>
                    <a:pt x="3635" y="8826"/>
                    <a:pt x="3424" y="8866"/>
                  </a:cubicBezTo>
                  <a:cubicBezTo>
                    <a:pt x="3489" y="8772"/>
                    <a:pt x="3552" y="8672"/>
                    <a:pt x="3610" y="8571"/>
                  </a:cubicBezTo>
                  <a:cubicBezTo>
                    <a:pt x="3818" y="8533"/>
                    <a:pt x="4021" y="8516"/>
                    <a:pt x="4223" y="8516"/>
                  </a:cubicBezTo>
                  <a:close/>
                  <a:moveTo>
                    <a:pt x="7962" y="5015"/>
                  </a:moveTo>
                  <a:cubicBezTo>
                    <a:pt x="7963" y="5023"/>
                    <a:pt x="7963" y="5031"/>
                    <a:pt x="7968" y="5040"/>
                  </a:cubicBezTo>
                  <a:cubicBezTo>
                    <a:pt x="8271" y="5650"/>
                    <a:pt x="8643" y="6187"/>
                    <a:pt x="8844" y="6851"/>
                  </a:cubicBezTo>
                  <a:cubicBezTo>
                    <a:pt x="9011" y="7406"/>
                    <a:pt x="9083" y="7970"/>
                    <a:pt x="9106" y="8543"/>
                  </a:cubicBezTo>
                  <a:cubicBezTo>
                    <a:pt x="9048" y="8609"/>
                    <a:pt x="8988" y="8669"/>
                    <a:pt x="8927" y="8731"/>
                  </a:cubicBezTo>
                  <a:cubicBezTo>
                    <a:pt x="8726" y="8934"/>
                    <a:pt x="8513" y="9126"/>
                    <a:pt x="8296" y="9314"/>
                  </a:cubicBezTo>
                  <a:cubicBezTo>
                    <a:pt x="8355" y="8301"/>
                    <a:pt x="7978" y="7324"/>
                    <a:pt x="7266" y="6583"/>
                  </a:cubicBezTo>
                  <a:cubicBezTo>
                    <a:pt x="7244" y="6560"/>
                    <a:pt x="7218" y="6550"/>
                    <a:pt x="7192" y="6550"/>
                  </a:cubicBezTo>
                  <a:cubicBezTo>
                    <a:pt x="7113" y="6550"/>
                    <a:pt x="7041" y="6643"/>
                    <a:pt x="7109" y="6720"/>
                  </a:cubicBezTo>
                  <a:cubicBezTo>
                    <a:pt x="7782" y="7489"/>
                    <a:pt x="8119" y="8448"/>
                    <a:pt x="8119" y="9460"/>
                  </a:cubicBezTo>
                  <a:cubicBezTo>
                    <a:pt x="7703" y="9798"/>
                    <a:pt x="7258" y="10108"/>
                    <a:pt x="6792" y="10376"/>
                  </a:cubicBezTo>
                  <a:cubicBezTo>
                    <a:pt x="7171" y="9430"/>
                    <a:pt x="7078" y="8334"/>
                    <a:pt x="6554" y="7457"/>
                  </a:cubicBezTo>
                  <a:cubicBezTo>
                    <a:pt x="7036" y="6648"/>
                    <a:pt x="7471" y="5814"/>
                    <a:pt x="7962" y="5015"/>
                  </a:cubicBezTo>
                  <a:close/>
                  <a:moveTo>
                    <a:pt x="4077" y="8984"/>
                  </a:moveTo>
                  <a:cubicBezTo>
                    <a:pt x="4388" y="8984"/>
                    <a:pt x="4694" y="9029"/>
                    <a:pt x="5003" y="9108"/>
                  </a:cubicBezTo>
                  <a:cubicBezTo>
                    <a:pt x="4599" y="9540"/>
                    <a:pt x="4141" y="9910"/>
                    <a:pt x="3601" y="10171"/>
                  </a:cubicBezTo>
                  <a:cubicBezTo>
                    <a:pt x="3388" y="10273"/>
                    <a:pt x="3159" y="10358"/>
                    <a:pt x="2918" y="10415"/>
                  </a:cubicBezTo>
                  <a:cubicBezTo>
                    <a:pt x="2938" y="10399"/>
                    <a:pt x="2949" y="10376"/>
                    <a:pt x="2946" y="10345"/>
                  </a:cubicBezTo>
                  <a:cubicBezTo>
                    <a:pt x="2907" y="10075"/>
                    <a:pt x="2742" y="9854"/>
                    <a:pt x="2514" y="9731"/>
                  </a:cubicBezTo>
                  <a:cubicBezTo>
                    <a:pt x="2841" y="9545"/>
                    <a:pt x="3108" y="9289"/>
                    <a:pt x="3332" y="8993"/>
                  </a:cubicBezTo>
                  <a:cubicBezTo>
                    <a:pt x="3345" y="9027"/>
                    <a:pt x="3372" y="9052"/>
                    <a:pt x="3412" y="9052"/>
                  </a:cubicBezTo>
                  <a:cubicBezTo>
                    <a:pt x="3419" y="9052"/>
                    <a:pt x="3425" y="9052"/>
                    <a:pt x="3432" y="9050"/>
                  </a:cubicBezTo>
                  <a:cubicBezTo>
                    <a:pt x="3651" y="9005"/>
                    <a:pt x="3865" y="8984"/>
                    <a:pt x="4077" y="8984"/>
                  </a:cubicBezTo>
                  <a:close/>
                  <a:moveTo>
                    <a:pt x="328" y="9168"/>
                  </a:moveTo>
                  <a:lnTo>
                    <a:pt x="328" y="9168"/>
                  </a:lnTo>
                  <a:cubicBezTo>
                    <a:pt x="423" y="9419"/>
                    <a:pt x="611" y="9633"/>
                    <a:pt x="861" y="9787"/>
                  </a:cubicBezTo>
                  <a:cubicBezTo>
                    <a:pt x="958" y="9846"/>
                    <a:pt x="1059" y="9892"/>
                    <a:pt x="1164" y="9923"/>
                  </a:cubicBezTo>
                  <a:cubicBezTo>
                    <a:pt x="1231" y="9988"/>
                    <a:pt x="1310" y="10050"/>
                    <a:pt x="1369" y="10122"/>
                  </a:cubicBezTo>
                  <a:cubicBezTo>
                    <a:pt x="1449" y="10214"/>
                    <a:pt x="1509" y="10315"/>
                    <a:pt x="1557" y="10427"/>
                  </a:cubicBezTo>
                  <a:cubicBezTo>
                    <a:pt x="1334" y="10368"/>
                    <a:pt x="1120" y="10276"/>
                    <a:pt x="923" y="10142"/>
                  </a:cubicBezTo>
                  <a:cubicBezTo>
                    <a:pt x="593" y="9919"/>
                    <a:pt x="331" y="9564"/>
                    <a:pt x="328" y="9168"/>
                  </a:cubicBezTo>
                  <a:close/>
                  <a:moveTo>
                    <a:pt x="2306" y="9836"/>
                  </a:moveTo>
                  <a:cubicBezTo>
                    <a:pt x="2548" y="9913"/>
                    <a:pt x="2742" y="10124"/>
                    <a:pt x="2794" y="10376"/>
                  </a:cubicBezTo>
                  <a:cubicBezTo>
                    <a:pt x="2800" y="10409"/>
                    <a:pt x="2823" y="10425"/>
                    <a:pt x="2846" y="10430"/>
                  </a:cubicBezTo>
                  <a:cubicBezTo>
                    <a:pt x="2630" y="10478"/>
                    <a:pt x="2409" y="10505"/>
                    <a:pt x="2190" y="10505"/>
                  </a:cubicBezTo>
                  <a:cubicBezTo>
                    <a:pt x="2030" y="10505"/>
                    <a:pt x="1870" y="10491"/>
                    <a:pt x="1714" y="10461"/>
                  </a:cubicBezTo>
                  <a:lnTo>
                    <a:pt x="1714" y="10456"/>
                  </a:lnTo>
                  <a:cubicBezTo>
                    <a:pt x="1670" y="10309"/>
                    <a:pt x="1590" y="10129"/>
                    <a:pt x="1477" y="9983"/>
                  </a:cubicBezTo>
                  <a:lnTo>
                    <a:pt x="1477" y="9983"/>
                  </a:lnTo>
                  <a:cubicBezTo>
                    <a:pt x="1518" y="9987"/>
                    <a:pt x="1559" y="9988"/>
                    <a:pt x="1600" y="9988"/>
                  </a:cubicBezTo>
                  <a:cubicBezTo>
                    <a:pt x="1840" y="9988"/>
                    <a:pt x="2080" y="9932"/>
                    <a:pt x="2306" y="9836"/>
                  </a:cubicBezTo>
                  <a:close/>
                  <a:moveTo>
                    <a:pt x="6430" y="7666"/>
                  </a:moveTo>
                  <a:cubicBezTo>
                    <a:pt x="6833" y="8538"/>
                    <a:pt x="6906" y="9458"/>
                    <a:pt x="6661" y="10402"/>
                  </a:cubicBezTo>
                  <a:cubicBezTo>
                    <a:pt x="6656" y="10420"/>
                    <a:pt x="6659" y="10435"/>
                    <a:pt x="6664" y="10448"/>
                  </a:cubicBezTo>
                  <a:cubicBezTo>
                    <a:pt x="6489" y="10543"/>
                    <a:pt x="6311" y="10638"/>
                    <a:pt x="6129" y="10721"/>
                  </a:cubicBezTo>
                  <a:cubicBezTo>
                    <a:pt x="6365" y="9954"/>
                    <a:pt x="6317" y="9126"/>
                    <a:pt x="5952" y="8396"/>
                  </a:cubicBezTo>
                  <a:cubicBezTo>
                    <a:pt x="6100" y="8185"/>
                    <a:pt x="6242" y="7972"/>
                    <a:pt x="6373" y="7759"/>
                  </a:cubicBezTo>
                  <a:cubicBezTo>
                    <a:pt x="6391" y="7728"/>
                    <a:pt x="6409" y="7699"/>
                    <a:pt x="6430" y="7666"/>
                  </a:cubicBezTo>
                  <a:close/>
                  <a:moveTo>
                    <a:pt x="1040" y="10571"/>
                  </a:moveTo>
                  <a:lnTo>
                    <a:pt x="1040" y="10571"/>
                  </a:lnTo>
                  <a:cubicBezTo>
                    <a:pt x="1311" y="10685"/>
                    <a:pt x="1614" y="10754"/>
                    <a:pt x="1915" y="10783"/>
                  </a:cubicBezTo>
                  <a:cubicBezTo>
                    <a:pt x="1905" y="10792"/>
                    <a:pt x="1894" y="10801"/>
                    <a:pt x="1882" y="10810"/>
                  </a:cubicBezTo>
                  <a:cubicBezTo>
                    <a:pt x="1815" y="10867"/>
                    <a:pt x="1750" y="10927"/>
                    <a:pt x="1681" y="10988"/>
                  </a:cubicBezTo>
                  <a:cubicBezTo>
                    <a:pt x="1450" y="10870"/>
                    <a:pt x="1238" y="10731"/>
                    <a:pt x="1040" y="10571"/>
                  </a:cubicBezTo>
                  <a:close/>
                  <a:moveTo>
                    <a:pt x="5811" y="8600"/>
                  </a:moveTo>
                  <a:cubicBezTo>
                    <a:pt x="6064" y="9338"/>
                    <a:pt x="6100" y="10081"/>
                    <a:pt x="5883" y="10834"/>
                  </a:cubicBezTo>
                  <a:cubicBezTo>
                    <a:pt x="5532" y="10981"/>
                    <a:pt x="5173" y="11106"/>
                    <a:pt x="4807" y="11201"/>
                  </a:cubicBezTo>
                  <a:cubicBezTo>
                    <a:pt x="4731" y="11220"/>
                    <a:pt x="4655" y="11237"/>
                    <a:pt x="4578" y="11255"/>
                  </a:cubicBezTo>
                  <a:cubicBezTo>
                    <a:pt x="4774" y="10810"/>
                    <a:pt x="4869" y="10302"/>
                    <a:pt x="4758" y="9829"/>
                  </a:cubicBezTo>
                  <a:cubicBezTo>
                    <a:pt x="4754" y="9811"/>
                    <a:pt x="4745" y="9798"/>
                    <a:pt x="4731" y="9790"/>
                  </a:cubicBezTo>
                  <a:cubicBezTo>
                    <a:pt x="5134" y="9443"/>
                    <a:pt x="5492" y="9032"/>
                    <a:pt x="5811" y="8600"/>
                  </a:cubicBezTo>
                  <a:close/>
                  <a:moveTo>
                    <a:pt x="3519" y="10551"/>
                  </a:moveTo>
                  <a:cubicBezTo>
                    <a:pt x="3489" y="10693"/>
                    <a:pt x="3468" y="10836"/>
                    <a:pt x="3406" y="10973"/>
                  </a:cubicBezTo>
                  <a:cubicBezTo>
                    <a:pt x="3337" y="11124"/>
                    <a:pt x="3236" y="11258"/>
                    <a:pt x="3118" y="11373"/>
                  </a:cubicBezTo>
                  <a:cubicBezTo>
                    <a:pt x="2797" y="11348"/>
                    <a:pt x="2478" y="11291"/>
                    <a:pt x="2169" y="11189"/>
                  </a:cubicBezTo>
                  <a:cubicBezTo>
                    <a:pt x="2061" y="11155"/>
                    <a:pt x="1956" y="11114"/>
                    <a:pt x="1853" y="11070"/>
                  </a:cubicBezTo>
                  <a:cubicBezTo>
                    <a:pt x="1899" y="11031"/>
                    <a:pt x="1940" y="10990"/>
                    <a:pt x="1979" y="10959"/>
                  </a:cubicBezTo>
                  <a:cubicBezTo>
                    <a:pt x="2041" y="10908"/>
                    <a:pt x="2112" y="10857"/>
                    <a:pt x="2177" y="10801"/>
                  </a:cubicBezTo>
                  <a:cubicBezTo>
                    <a:pt x="2208" y="10802"/>
                    <a:pt x="2240" y="10803"/>
                    <a:pt x="2271" y="10803"/>
                  </a:cubicBezTo>
                  <a:cubicBezTo>
                    <a:pt x="2549" y="10803"/>
                    <a:pt x="2817" y="10770"/>
                    <a:pt x="3048" y="10711"/>
                  </a:cubicBezTo>
                  <a:cubicBezTo>
                    <a:pt x="3211" y="10669"/>
                    <a:pt x="3367" y="10615"/>
                    <a:pt x="3519" y="10551"/>
                  </a:cubicBezTo>
                  <a:close/>
                  <a:moveTo>
                    <a:pt x="4633" y="9872"/>
                  </a:moveTo>
                  <a:lnTo>
                    <a:pt x="4633" y="9872"/>
                  </a:lnTo>
                  <a:cubicBezTo>
                    <a:pt x="4571" y="10366"/>
                    <a:pt x="4519" y="10829"/>
                    <a:pt x="4371" y="11299"/>
                  </a:cubicBezTo>
                  <a:cubicBezTo>
                    <a:pt x="4067" y="11352"/>
                    <a:pt x="3756" y="11384"/>
                    <a:pt x="3447" y="11384"/>
                  </a:cubicBezTo>
                  <a:cubicBezTo>
                    <a:pt x="3412" y="11384"/>
                    <a:pt x="3377" y="11383"/>
                    <a:pt x="3342" y="11382"/>
                  </a:cubicBezTo>
                  <a:cubicBezTo>
                    <a:pt x="3584" y="11140"/>
                    <a:pt x="3758" y="10793"/>
                    <a:pt x="3694" y="10474"/>
                  </a:cubicBezTo>
                  <a:cubicBezTo>
                    <a:pt x="4033" y="10317"/>
                    <a:pt x="4345" y="10109"/>
                    <a:pt x="4633" y="9872"/>
                  </a:cubicBezTo>
                  <a:close/>
                  <a:moveTo>
                    <a:pt x="13712" y="1"/>
                  </a:moveTo>
                  <a:cubicBezTo>
                    <a:pt x="13705" y="1"/>
                    <a:pt x="13697" y="2"/>
                    <a:pt x="13689" y="4"/>
                  </a:cubicBezTo>
                  <a:cubicBezTo>
                    <a:pt x="13346" y="103"/>
                    <a:pt x="13009" y="230"/>
                    <a:pt x="12678" y="379"/>
                  </a:cubicBezTo>
                  <a:cubicBezTo>
                    <a:pt x="12658" y="364"/>
                    <a:pt x="12635" y="355"/>
                    <a:pt x="12608" y="351"/>
                  </a:cubicBezTo>
                  <a:cubicBezTo>
                    <a:pt x="12316" y="313"/>
                    <a:pt x="12028" y="294"/>
                    <a:pt x="11742" y="294"/>
                  </a:cubicBezTo>
                  <a:cubicBezTo>
                    <a:pt x="9264" y="294"/>
                    <a:pt x="7031" y="1701"/>
                    <a:pt x="5630" y="3742"/>
                  </a:cubicBezTo>
                  <a:cubicBezTo>
                    <a:pt x="4844" y="4886"/>
                    <a:pt x="4286" y="6161"/>
                    <a:pt x="3771" y="7442"/>
                  </a:cubicBezTo>
                  <a:cubicBezTo>
                    <a:pt x="3462" y="8209"/>
                    <a:pt x="3113" y="9067"/>
                    <a:pt x="2347" y="9482"/>
                  </a:cubicBezTo>
                  <a:cubicBezTo>
                    <a:pt x="2126" y="9602"/>
                    <a:pt x="1879" y="9660"/>
                    <a:pt x="1638" y="9660"/>
                  </a:cubicBezTo>
                  <a:cubicBezTo>
                    <a:pt x="1069" y="9660"/>
                    <a:pt x="534" y="9335"/>
                    <a:pt x="454" y="8718"/>
                  </a:cubicBezTo>
                  <a:cubicBezTo>
                    <a:pt x="586" y="8512"/>
                    <a:pt x="813" y="8398"/>
                    <a:pt x="1034" y="8398"/>
                  </a:cubicBezTo>
                  <a:cubicBezTo>
                    <a:pt x="1263" y="8398"/>
                    <a:pt x="1485" y="8521"/>
                    <a:pt x="1588" y="8792"/>
                  </a:cubicBezTo>
                  <a:cubicBezTo>
                    <a:pt x="1605" y="8837"/>
                    <a:pt x="1644" y="8856"/>
                    <a:pt x="1685" y="8856"/>
                  </a:cubicBezTo>
                  <a:cubicBezTo>
                    <a:pt x="1756" y="8856"/>
                    <a:pt x="1832" y="8799"/>
                    <a:pt x="1809" y="8717"/>
                  </a:cubicBezTo>
                  <a:cubicBezTo>
                    <a:pt x="1699" y="8336"/>
                    <a:pt x="1354" y="8082"/>
                    <a:pt x="967" y="8082"/>
                  </a:cubicBezTo>
                  <a:cubicBezTo>
                    <a:pt x="903" y="8082"/>
                    <a:pt x="838" y="8089"/>
                    <a:pt x="773" y="8103"/>
                  </a:cubicBezTo>
                  <a:cubicBezTo>
                    <a:pt x="264" y="8216"/>
                    <a:pt x="1" y="8749"/>
                    <a:pt x="23" y="9237"/>
                  </a:cubicBezTo>
                  <a:cubicBezTo>
                    <a:pt x="30" y="9404"/>
                    <a:pt x="64" y="9556"/>
                    <a:pt x="117" y="9695"/>
                  </a:cubicBezTo>
                  <a:cubicBezTo>
                    <a:pt x="91" y="9716"/>
                    <a:pt x="74" y="9756"/>
                    <a:pt x="91" y="9795"/>
                  </a:cubicBezTo>
                  <a:cubicBezTo>
                    <a:pt x="519" y="10860"/>
                    <a:pt x="1737" y="11467"/>
                    <a:pt x="2822" y="11621"/>
                  </a:cubicBezTo>
                  <a:cubicBezTo>
                    <a:pt x="3035" y="11652"/>
                    <a:pt x="3250" y="11666"/>
                    <a:pt x="3464" y="11666"/>
                  </a:cubicBezTo>
                  <a:cubicBezTo>
                    <a:pt x="3746" y="11666"/>
                    <a:pt x="4027" y="11641"/>
                    <a:pt x="4306" y="11597"/>
                  </a:cubicBezTo>
                  <a:cubicBezTo>
                    <a:pt x="4320" y="11613"/>
                    <a:pt x="4340" y="11623"/>
                    <a:pt x="4361" y="11623"/>
                  </a:cubicBezTo>
                  <a:cubicBezTo>
                    <a:pt x="4380" y="11623"/>
                    <a:pt x="4399" y="11614"/>
                    <a:pt x="4411" y="11593"/>
                  </a:cubicBezTo>
                  <a:cubicBezTo>
                    <a:pt x="4412" y="11589"/>
                    <a:pt x="4417" y="11582"/>
                    <a:pt x="4419" y="11579"/>
                  </a:cubicBezTo>
                  <a:cubicBezTo>
                    <a:pt x="5280" y="11425"/>
                    <a:pt x="6119" y="11083"/>
                    <a:pt x="6872" y="10666"/>
                  </a:cubicBezTo>
                  <a:cubicBezTo>
                    <a:pt x="7716" y="10199"/>
                    <a:pt x="8487" y="9607"/>
                    <a:pt x="9168" y="8923"/>
                  </a:cubicBezTo>
                  <a:cubicBezTo>
                    <a:pt x="9177" y="8926"/>
                    <a:pt x="9186" y="8928"/>
                    <a:pt x="9196" y="8928"/>
                  </a:cubicBezTo>
                  <a:cubicBezTo>
                    <a:pt x="9228" y="8928"/>
                    <a:pt x="9259" y="8908"/>
                    <a:pt x="9264" y="8864"/>
                  </a:cubicBezTo>
                  <a:cubicBezTo>
                    <a:pt x="9266" y="8849"/>
                    <a:pt x="9266" y="8833"/>
                    <a:pt x="9269" y="8820"/>
                  </a:cubicBezTo>
                  <a:cubicBezTo>
                    <a:pt x="9858" y="8208"/>
                    <a:pt x="10375" y="7527"/>
                    <a:pt x="10803" y="6792"/>
                  </a:cubicBezTo>
                  <a:cubicBezTo>
                    <a:pt x="10805" y="6792"/>
                    <a:pt x="10808" y="6793"/>
                    <a:pt x="10810" y="6793"/>
                  </a:cubicBezTo>
                  <a:cubicBezTo>
                    <a:pt x="10846" y="6793"/>
                    <a:pt x="10878" y="6771"/>
                    <a:pt x="10881" y="6722"/>
                  </a:cubicBezTo>
                  <a:lnTo>
                    <a:pt x="10881" y="6656"/>
                  </a:lnTo>
                  <a:cubicBezTo>
                    <a:pt x="11148" y="6180"/>
                    <a:pt x="11380" y="5683"/>
                    <a:pt x="11570" y="5172"/>
                  </a:cubicBezTo>
                  <a:cubicBezTo>
                    <a:pt x="11811" y="4521"/>
                    <a:pt x="11974" y="3850"/>
                    <a:pt x="12084" y="3166"/>
                  </a:cubicBezTo>
                  <a:cubicBezTo>
                    <a:pt x="12223" y="2284"/>
                    <a:pt x="12313" y="1387"/>
                    <a:pt x="12850" y="643"/>
                  </a:cubicBezTo>
                  <a:cubicBezTo>
                    <a:pt x="12861" y="629"/>
                    <a:pt x="12866" y="615"/>
                    <a:pt x="12871" y="602"/>
                  </a:cubicBezTo>
                  <a:cubicBezTo>
                    <a:pt x="13159" y="454"/>
                    <a:pt x="13452" y="312"/>
                    <a:pt x="13750" y="171"/>
                  </a:cubicBezTo>
                  <a:cubicBezTo>
                    <a:pt x="13828" y="134"/>
                    <a:pt x="13794" y="1"/>
                    <a:pt x="13712" y="1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C280AFCD-26FA-43E2-8E73-402E543F2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3244" y="2047960"/>
            <a:ext cx="4150756" cy="1707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692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4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9875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BACKGROUND/SCENARIO</a:t>
            </a:r>
            <a:endParaRPr dirty="0"/>
          </a:p>
        </p:txBody>
      </p:sp>
      <p:sp>
        <p:nvSpPr>
          <p:cNvPr id="423" name="Google Shape;423;p34"/>
          <p:cNvSpPr txBox="1">
            <a:spLocks noGrp="1"/>
          </p:cNvSpPr>
          <p:nvPr>
            <p:ph type="body" idx="1"/>
          </p:nvPr>
        </p:nvSpPr>
        <p:spPr>
          <a:xfrm>
            <a:off x="720000" y="1391325"/>
            <a:ext cx="7704000" cy="32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Nunito" panose="020B0604020202020204" charset="0"/>
              </a:rPr>
              <a:t>ACL</a:t>
            </a:r>
          </a:p>
          <a:p>
            <a:pPr marL="742950" lvl="1" indent="-28575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rgbClr val="000000"/>
                </a:solidFill>
                <a:latin typeface="Nunito" panose="020B0604020202020204" charset="0"/>
              </a:rPr>
              <a:t>Extended ACL</a:t>
            </a:r>
          </a:p>
          <a:p>
            <a:pPr marL="742950" lvl="1" indent="-28575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rgbClr val="000000"/>
                </a:solidFill>
                <a:latin typeface="Nunito" panose="020B0604020202020204" charset="0"/>
              </a:rPr>
              <a:t>IT Room can ping all routers; other routers can only ping IT Room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43BE2BB-EEF0-494E-9F3A-BF61CBBF2087}"/>
              </a:ext>
            </a:extLst>
          </p:cNvPr>
          <p:cNvGrpSpPr/>
          <p:nvPr/>
        </p:nvGrpSpPr>
        <p:grpSpPr>
          <a:xfrm rot="1447952">
            <a:off x="7965541" y="873092"/>
            <a:ext cx="1158287" cy="765214"/>
            <a:chOff x="6518491" y="1599754"/>
            <a:chExt cx="1158287" cy="765214"/>
          </a:xfrm>
        </p:grpSpPr>
        <p:sp>
          <p:nvSpPr>
            <p:cNvPr id="4" name="Google Shape;417;p33">
              <a:extLst>
                <a:ext uri="{FF2B5EF4-FFF2-40B4-BE49-F238E27FC236}">
                  <a16:creationId xmlns:a16="http://schemas.microsoft.com/office/drawing/2014/main" id="{01DAF2A5-5940-4EEC-9C6C-C815D26A15C7}"/>
                </a:ext>
              </a:extLst>
            </p:cNvPr>
            <p:cNvSpPr/>
            <p:nvPr/>
          </p:nvSpPr>
          <p:spPr>
            <a:xfrm>
              <a:off x="6518491" y="1599754"/>
              <a:ext cx="728908" cy="614944"/>
            </a:xfrm>
            <a:custGeom>
              <a:avLst/>
              <a:gdLst/>
              <a:ahLst/>
              <a:cxnLst/>
              <a:rect l="l" t="t" r="r" b="b"/>
              <a:pathLst>
                <a:path w="13828" h="11666" extrusionOk="0">
                  <a:moveTo>
                    <a:pt x="11902" y="622"/>
                  </a:moveTo>
                  <a:cubicBezTo>
                    <a:pt x="11993" y="622"/>
                    <a:pt x="12084" y="623"/>
                    <a:pt x="12176" y="626"/>
                  </a:cubicBezTo>
                  <a:cubicBezTo>
                    <a:pt x="11748" y="854"/>
                    <a:pt x="11336" y="1117"/>
                    <a:pt x="10943" y="1400"/>
                  </a:cubicBezTo>
                  <a:cubicBezTo>
                    <a:pt x="10565" y="1156"/>
                    <a:pt x="10148" y="999"/>
                    <a:pt x="9708" y="944"/>
                  </a:cubicBezTo>
                  <a:cubicBezTo>
                    <a:pt x="10413" y="725"/>
                    <a:pt x="11153" y="622"/>
                    <a:pt x="11902" y="622"/>
                  </a:cubicBezTo>
                  <a:close/>
                  <a:moveTo>
                    <a:pt x="9181" y="1132"/>
                  </a:moveTo>
                  <a:cubicBezTo>
                    <a:pt x="9191" y="1137"/>
                    <a:pt x="9204" y="1138"/>
                    <a:pt x="9215" y="1138"/>
                  </a:cubicBezTo>
                  <a:cubicBezTo>
                    <a:pt x="9219" y="1138"/>
                    <a:pt x="9223" y="1138"/>
                    <a:pt x="9227" y="1138"/>
                  </a:cubicBezTo>
                  <a:cubicBezTo>
                    <a:pt x="9787" y="1138"/>
                    <a:pt x="10315" y="1253"/>
                    <a:pt x="10812" y="1497"/>
                  </a:cubicBezTo>
                  <a:cubicBezTo>
                    <a:pt x="10488" y="1739"/>
                    <a:pt x="10174" y="1996"/>
                    <a:pt x="9880" y="2259"/>
                  </a:cubicBezTo>
                  <a:cubicBezTo>
                    <a:pt x="9845" y="2290"/>
                    <a:pt x="9811" y="2323"/>
                    <a:pt x="9777" y="2356"/>
                  </a:cubicBezTo>
                  <a:cubicBezTo>
                    <a:pt x="9795" y="2326"/>
                    <a:pt x="9795" y="2287"/>
                    <a:pt x="9762" y="2266"/>
                  </a:cubicBezTo>
                  <a:cubicBezTo>
                    <a:pt x="9330" y="1986"/>
                    <a:pt x="8732" y="1780"/>
                    <a:pt x="8170" y="1780"/>
                  </a:cubicBezTo>
                  <a:cubicBezTo>
                    <a:pt x="8094" y="1780"/>
                    <a:pt x="8019" y="1784"/>
                    <a:pt x="7945" y="1791"/>
                  </a:cubicBezTo>
                  <a:cubicBezTo>
                    <a:pt x="8337" y="1525"/>
                    <a:pt x="8749" y="1305"/>
                    <a:pt x="9181" y="1132"/>
                  </a:cubicBezTo>
                  <a:close/>
                  <a:moveTo>
                    <a:pt x="8294" y="2015"/>
                  </a:moveTo>
                  <a:cubicBezTo>
                    <a:pt x="8380" y="2015"/>
                    <a:pt x="8467" y="2019"/>
                    <a:pt x="8554" y="2030"/>
                  </a:cubicBezTo>
                  <a:cubicBezTo>
                    <a:pt x="8963" y="2079"/>
                    <a:pt x="9335" y="2210"/>
                    <a:pt x="9706" y="2382"/>
                  </a:cubicBezTo>
                  <a:cubicBezTo>
                    <a:pt x="9714" y="2386"/>
                    <a:pt x="9721" y="2388"/>
                    <a:pt x="9728" y="2388"/>
                  </a:cubicBezTo>
                  <a:cubicBezTo>
                    <a:pt x="9736" y="2388"/>
                    <a:pt x="9744" y="2385"/>
                    <a:pt x="9752" y="2382"/>
                  </a:cubicBezTo>
                  <a:lnTo>
                    <a:pt x="9752" y="2382"/>
                  </a:lnTo>
                  <a:cubicBezTo>
                    <a:pt x="9557" y="2562"/>
                    <a:pt x="9371" y="2750"/>
                    <a:pt x="9196" y="2942"/>
                  </a:cubicBezTo>
                  <a:cubicBezTo>
                    <a:pt x="9191" y="2914"/>
                    <a:pt x="9176" y="2889"/>
                    <a:pt x="9148" y="2875"/>
                  </a:cubicBezTo>
                  <a:cubicBezTo>
                    <a:pt x="8661" y="2622"/>
                    <a:pt x="8130" y="2482"/>
                    <a:pt x="7595" y="2482"/>
                  </a:cubicBezTo>
                  <a:cubicBezTo>
                    <a:pt x="7411" y="2482"/>
                    <a:pt x="7227" y="2498"/>
                    <a:pt x="7044" y="2533"/>
                  </a:cubicBezTo>
                  <a:cubicBezTo>
                    <a:pt x="7212" y="2366"/>
                    <a:pt x="7397" y="2209"/>
                    <a:pt x="7589" y="2056"/>
                  </a:cubicBezTo>
                  <a:cubicBezTo>
                    <a:pt x="7826" y="2047"/>
                    <a:pt x="8058" y="2015"/>
                    <a:pt x="8294" y="2015"/>
                  </a:cubicBezTo>
                  <a:close/>
                  <a:moveTo>
                    <a:pt x="12367" y="868"/>
                  </a:moveTo>
                  <a:cubicBezTo>
                    <a:pt x="12076" y="1395"/>
                    <a:pt x="11953" y="1991"/>
                    <a:pt x="11856" y="2596"/>
                  </a:cubicBezTo>
                  <a:cubicBezTo>
                    <a:pt x="11835" y="2729"/>
                    <a:pt x="11812" y="2860"/>
                    <a:pt x="11793" y="2991"/>
                  </a:cubicBezTo>
                  <a:cubicBezTo>
                    <a:pt x="11636" y="2513"/>
                    <a:pt x="11334" y="2078"/>
                    <a:pt x="10968" y="1739"/>
                  </a:cubicBezTo>
                  <a:cubicBezTo>
                    <a:pt x="11415" y="1423"/>
                    <a:pt x="11883" y="1133"/>
                    <a:pt x="12367" y="868"/>
                  </a:cubicBezTo>
                  <a:close/>
                  <a:moveTo>
                    <a:pt x="7606" y="2726"/>
                  </a:moveTo>
                  <a:cubicBezTo>
                    <a:pt x="8095" y="2726"/>
                    <a:pt x="8574" y="2832"/>
                    <a:pt x="9045" y="3069"/>
                  </a:cubicBezTo>
                  <a:cubicBezTo>
                    <a:pt x="9053" y="3073"/>
                    <a:pt x="9061" y="3076"/>
                    <a:pt x="9070" y="3078"/>
                  </a:cubicBezTo>
                  <a:cubicBezTo>
                    <a:pt x="8873" y="3295"/>
                    <a:pt x="8688" y="3521"/>
                    <a:pt x="8510" y="3752"/>
                  </a:cubicBezTo>
                  <a:lnTo>
                    <a:pt x="8500" y="3742"/>
                  </a:lnTo>
                  <a:cubicBezTo>
                    <a:pt x="8081" y="3488"/>
                    <a:pt x="7623" y="3369"/>
                    <a:pt x="7162" y="3369"/>
                  </a:cubicBezTo>
                  <a:cubicBezTo>
                    <a:pt x="6817" y="3369"/>
                    <a:pt x="6471" y="3435"/>
                    <a:pt x="6137" y="3562"/>
                  </a:cubicBezTo>
                  <a:cubicBezTo>
                    <a:pt x="6329" y="3307"/>
                    <a:pt x="6536" y="3061"/>
                    <a:pt x="6754" y="2826"/>
                  </a:cubicBezTo>
                  <a:cubicBezTo>
                    <a:pt x="7042" y="2761"/>
                    <a:pt x="7326" y="2726"/>
                    <a:pt x="7606" y="2726"/>
                  </a:cubicBezTo>
                  <a:close/>
                  <a:moveTo>
                    <a:pt x="7086" y="3587"/>
                  </a:moveTo>
                  <a:cubicBezTo>
                    <a:pt x="7532" y="3587"/>
                    <a:pt x="7976" y="3699"/>
                    <a:pt x="8399" y="3899"/>
                  </a:cubicBezTo>
                  <a:cubicBezTo>
                    <a:pt x="8191" y="4177"/>
                    <a:pt x="7990" y="4464"/>
                    <a:pt x="7800" y="4758"/>
                  </a:cubicBezTo>
                  <a:cubicBezTo>
                    <a:pt x="7790" y="4748"/>
                    <a:pt x="7780" y="4740"/>
                    <a:pt x="7765" y="4734"/>
                  </a:cubicBezTo>
                  <a:cubicBezTo>
                    <a:pt x="7219" y="4528"/>
                    <a:pt x="6648" y="4435"/>
                    <a:pt x="6072" y="4435"/>
                  </a:cubicBezTo>
                  <a:cubicBezTo>
                    <a:pt x="5891" y="4435"/>
                    <a:pt x="5709" y="4444"/>
                    <a:pt x="5527" y="4462"/>
                  </a:cubicBezTo>
                  <a:cubicBezTo>
                    <a:pt x="5661" y="4241"/>
                    <a:pt x="5802" y="4027"/>
                    <a:pt x="5951" y="3817"/>
                  </a:cubicBezTo>
                  <a:cubicBezTo>
                    <a:pt x="5961" y="3820"/>
                    <a:pt x="5972" y="3823"/>
                    <a:pt x="5983" y="3823"/>
                  </a:cubicBezTo>
                  <a:cubicBezTo>
                    <a:pt x="5994" y="3823"/>
                    <a:pt x="6005" y="3820"/>
                    <a:pt x="6018" y="3816"/>
                  </a:cubicBezTo>
                  <a:cubicBezTo>
                    <a:pt x="6368" y="3659"/>
                    <a:pt x="6728" y="3587"/>
                    <a:pt x="7086" y="3587"/>
                  </a:cubicBezTo>
                  <a:close/>
                  <a:moveTo>
                    <a:pt x="10762" y="1893"/>
                  </a:moveTo>
                  <a:cubicBezTo>
                    <a:pt x="11246" y="2333"/>
                    <a:pt x="11523" y="2855"/>
                    <a:pt x="11712" y="3456"/>
                  </a:cubicBezTo>
                  <a:cubicBezTo>
                    <a:pt x="11622" y="3932"/>
                    <a:pt x="11511" y="4405"/>
                    <a:pt x="11349" y="4871"/>
                  </a:cubicBezTo>
                  <a:cubicBezTo>
                    <a:pt x="11334" y="4905"/>
                    <a:pt x="11320" y="4941"/>
                    <a:pt x="11308" y="4977"/>
                  </a:cubicBezTo>
                  <a:cubicBezTo>
                    <a:pt x="11112" y="4046"/>
                    <a:pt x="10711" y="3145"/>
                    <a:pt x="10148" y="2382"/>
                  </a:cubicBezTo>
                  <a:cubicBezTo>
                    <a:pt x="10346" y="2210"/>
                    <a:pt x="10551" y="2048"/>
                    <a:pt x="10762" y="1893"/>
                  </a:cubicBezTo>
                  <a:close/>
                  <a:moveTo>
                    <a:pt x="6023" y="4652"/>
                  </a:moveTo>
                  <a:cubicBezTo>
                    <a:pt x="6592" y="4652"/>
                    <a:pt x="7146" y="4734"/>
                    <a:pt x="7711" y="4884"/>
                  </a:cubicBezTo>
                  <a:lnTo>
                    <a:pt x="7716" y="4884"/>
                  </a:lnTo>
                  <a:cubicBezTo>
                    <a:pt x="7638" y="5007"/>
                    <a:pt x="7561" y="5130"/>
                    <a:pt x="7486" y="5254"/>
                  </a:cubicBezTo>
                  <a:cubicBezTo>
                    <a:pt x="7489" y="5220"/>
                    <a:pt x="7472" y="5184"/>
                    <a:pt x="7430" y="5167"/>
                  </a:cubicBezTo>
                  <a:cubicBezTo>
                    <a:pt x="7004" y="5014"/>
                    <a:pt x="6566" y="4941"/>
                    <a:pt x="6125" y="4941"/>
                  </a:cubicBezTo>
                  <a:cubicBezTo>
                    <a:pt x="5814" y="4941"/>
                    <a:pt x="5500" y="4978"/>
                    <a:pt x="5190" y="5048"/>
                  </a:cubicBezTo>
                  <a:cubicBezTo>
                    <a:pt x="5257" y="4927"/>
                    <a:pt x="5325" y="4806"/>
                    <a:pt x="5394" y="4684"/>
                  </a:cubicBezTo>
                  <a:lnTo>
                    <a:pt x="5399" y="4684"/>
                  </a:lnTo>
                  <a:cubicBezTo>
                    <a:pt x="5610" y="4662"/>
                    <a:pt x="5817" y="4652"/>
                    <a:pt x="6023" y="4652"/>
                  </a:cubicBezTo>
                  <a:close/>
                  <a:moveTo>
                    <a:pt x="6110" y="5154"/>
                  </a:moveTo>
                  <a:cubicBezTo>
                    <a:pt x="6531" y="5154"/>
                    <a:pt x="6950" y="5217"/>
                    <a:pt x="7374" y="5334"/>
                  </a:cubicBezTo>
                  <a:cubicBezTo>
                    <a:pt x="7383" y="5336"/>
                    <a:pt x="7391" y="5337"/>
                    <a:pt x="7398" y="5337"/>
                  </a:cubicBezTo>
                  <a:cubicBezTo>
                    <a:pt x="7415" y="5337"/>
                    <a:pt x="7431" y="5333"/>
                    <a:pt x="7443" y="5326"/>
                  </a:cubicBezTo>
                  <a:lnTo>
                    <a:pt x="7443" y="5326"/>
                  </a:lnTo>
                  <a:cubicBezTo>
                    <a:pt x="7271" y="5607"/>
                    <a:pt x="7106" y="5894"/>
                    <a:pt x="6942" y="6182"/>
                  </a:cubicBezTo>
                  <a:cubicBezTo>
                    <a:pt x="6916" y="6229"/>
                    <a:pt x="6887" y="6278"/>
                    <a:pt x="6860" y="6327"/>
                  </a:cubicBezTo>
                  <a:cubicBezTo>
                    <a:pt x="6457" y="6131"/>
                    <a:pt x="5990" y="6017"/>
                    <a:pt x="5529" y="6017"/>
                  </a:cubicBezTo>
                  <a:cubicBezTo>
                    <a:pt x="5222" y="6017"/>
                    <a:pt x="4917" y="6067"/>
                    <a:pt x="4635" y="6179"/>
                  </a:cubicBezTo>
                  <a:cubicBezTo>
                    <a:pt x="4664" y="6108"/>
                    <a:pt x="4695" y="6038"/>
                    <a:pt x="4728" y="5969"/>
                  </a:cubicBezTo>
                  <a:cubicBezTo>
                    <a:pt x="4836" y="5737"/>
                    <a:pt x="4951" y="5506"/>
                    <a:pt x="5072" y="5277"/>
                  </a:cubicBezTo>
                  <a:cubicBezTo>
                    <a:pt x="5076" y="5277"/>
                    <a:pt x="5080" y="5278"/>
                    <a:pt x="5085" y="5278"/>
                  </a:cubicBezTo>
                  <a:cubicBezTo>
                    <a:pt x="5093" y="5278"/>
                    <a:pt x="5101" y="5277"/>
                    <a:pt x="5109" y="5274"/>
                  </a:cubicBezTo>
                  <a:cubicBezTo>
                    <a:pt x="5446" y="5193"/>
                    <a:pt x="5779" y="5154"/>
                    <a:pt x="6110" y="5154"/>
                  </a:cubicBezTo>
                  <a:close/>
                  <a:moveTo>
                    <a:pt x="5512" y="6265"/>
                  </a:moveTo>
                  <a:cubicBezTo>
                    <a:pt x="5932" y="6265"/>
                    <a:pt x="6337" y="6325"/>
                    <a:pt x="6775" y="6476"/>
                  </a:cubicBezTo>
                  <a:cubicBezTo>
                    <a:pt x="6581" y="6820"/>
                    <a:pt x="6383" y="7172"/>
                    <a:pt x="6170" y="7520"/>
                  </a:cubicBezTo>
                  <a:cubicBezTo>
                    <a:pt x="5751" y="7293"/>
                    <a:pt x="5247" y="7143"/>
                    <a:pt x="4754" y="7143"/>
                  </a:cubicBezTo>
                  <a:cubicBezTo>
                    <a:pt x="4577" y="7143"/>
                    <a:pt x="4401" y="7162"/>
                    <a:pt x="4231" y="7205"/>
                  </a:cubicBezTo>
                  <a:cubicBezTo>
                    <a:pt x="4349" y="6894"/>
                    <a:pt x="4461" y="6589"/>
                    <a:pt x="4581" y="6303"/>
                  </a:cubicBezTo>
                  <a:cubicBezTo>
                    <a:pt x="4596" y="6322"/>
                    <a:pt x="4618" y="6335"/>
                    <a:pt x="4643" y="6335"/>
                  </a:cubicBezTo>
                  <a:cubicBezTo>
                    <a:pt x="4646" y="6335"/>
                    <a:pt x="4648" y="6334"/>
                    <a:pt x="4651" y="6334"/>
                  </a:cubicBezTo>
                  <a:cubicBezTo>
                    <a:pt x="4954" y="6291"/>
                    <a:pt x="5237" y="6265"/>
                    <a:pt x="5512" y="6265"/>
                  </a:cubicBezTo>
                  <a:close/>
                  <a:moveTo>
                    <a:pt x="9975" y="2533"/>
                  </a:moveTo>
                  <a:cubicBezTo>
                    <a:pt x="10501" y="3392"/>
                    <a:pt x="10911" y="4262"/>
                    <a:pt x="11218" y="5216"/>
                  </a:cubicBezTo>
                  <a:cubicBezTo>
                    <a:pt x="11104" y="5508"/>
                    <a:pt x="10976" y="5792"/>
                    <a:pt x="10837" y="6071"/>
                  </a:cubicBezTo>
                  <a:cubicBezTo>
                    <a:pt x="10696" y="4999"/>
                    <a:pt x="10156" y="4022"/>
                    <a:pt x="9317" y="3315"/>
                  </a:cubicBezTo>
                  <a:cubicBezTo>
                    <a:pt x="9298" y="3299"/>
                    <a:pt x="9280" y="3292"/>
                    <a:pt x="9262" y="3292"/>
                  </a:cubicBezTo>
                  <a:cubicBezTo>
                    <a:pt x="9188" y="3292"/>
                    <a:pt x="9133" y="3409"/>
                    <a:pt x="9207" y="3475"/>
                  </a:cubicBezTo>
                  <a:cubicBezTo>
                    <a:pt x="10058" y="4220"/>
                    <a:pt x="10572" y="5239"/>
                    <a:pt x="10695" y="6345"/>
                  </a:cubicBezTo>
                  <a:cubicBezTo>
                    <a:pt x="10475" y="6753"/>
                    <a:pt x="10230" y="7146"/>
                    <a:pt x="9958" y="7520"/>
                  </a:cubicBezTo>
                  <a:cubicBezTo>
                    <a:pt x="9994" y="6375"/>
                    <a:pt x="9269" y="5048"/>
                    <a:pt x="8458" y="4374"/>
                  </a:cubicBezTo>
                  <a:cubicBezTo>
                    <a:pt x="8445" y="4362"/>
                    <a:pt x="8430" y="4358"/>
                    <a:pt x="8416" y="4358"/>
                  </a:cubicBezTo>
                  <a:cubicBezTo>
                    <a:pt x="8405" y="4358"/>
                    <a:pt x="8394" y="4360"/>
                    <a:pt x="8384" y="4365"/>
                  </a:cubicBezTo>
                  <a:cubicBezTo>
                    <a:pt x="8636" y="3997"/>
                    <a:pt x="8906" y="3639"/>
                    <a:pt x="9209" y="3302"/>
                  </a:cubicBezTo>
                  <a:cubicBezTo>
                    <a:pt x="9454" y="3028"/>
                    <a:pt x="9709" y="2773"/>
                    <a:pt x="9975" y="2533"/>
                  </a:cubicBezTo>
                  <a:close/>
                  <a:moveTo>
                    <a:pt x="8330" y="4442"/>
                  </a:moveTo>
                  <a:lnTo>
                    <a:pt x="8330" y="4442"/>
                  </a:lnTo>
                  <a:cubicBezTo>
                    <a:pt x="8328" y="4460"/>
                    <a:pt x="8333" y="4478"/>
                    <a:pt x="8348" y="4495"/>
                  </a:cubicBezTo>
                  <a:cubicBezTo>
                    <a:pt x="8782" y="4992"/>
                    <a:pt x="9160" y="5499"/>
                    <a:pt x="9412" y="6115"/>
                  </a:cubicBezTo>
                  <a:cubicBezTo>
                    <a:pt x="9641" y="6671"/>
                    <a:pt x="9665" y="7216"/>
                    <a:pt x="9754" y="7786"/>
                  </a:cubicBezTo>
                  <a:cubicBezTo>
                    <a:pt x="9608" y="7980"/>
                    <a:pt x="9454" y="8165"/>
                    <a:pt x="9294" y="8342"/>
                  </a:cubicBezTo>
                  <a:cubicBezTo>
                    <a:pt x="9313" y="7154"/>
                    <a:pt x="8939" y="5745"/>
                    <a:pt x="8107" y="4946"/>
                  </a:cubicBezTo>
                  <a:cubicBezTo>
                    <a:pt x="8088" y="4929"/>
                    <a:pt x="8066" y="4923"/>
                    <a:pt x="8045" y="4923"/>
                  </a:cubicBezTo>
                  <a:cubicBezTo>
                    <a:pt x="8036" y="4923"/>
                    <a:pt x="8026" y="4924"/>
                    <a:pt x="8017" y="4927"/>
                  </a:cubicBezTo>
                  <a:cubicBezTo>
                    <a:pt x="8119" y="4763"/>
                    <a:pt x="8224" y="4601"/>
                    <a:pt x="8330" y="4442"/>
                  </a:cubicBezTo>
                  <a:close/>
                  <a:moveTo>
                    <a:pt x="4654" y="7393"/>
                  </a:moveTo>
                  <a:cubicBezTo>
                    <a:pt x="5138" y="7393"/>
                    <a:pt x="5588" y="7461"/>
                    <a:pt x="6067" y="7687"/>
                  </a:cubicBezTo>
                  <a:cubicBezTo>
                    <a:pt x="5887" y="7974"/>
                    <a:pt x="5697" y="8255"/>
                    <a:pt x="5494" y="8522"/>
                  </a:cubicBezTo>
                  <a:cubicBezTo>
                    <a:pt x="5486" y="8519"/>
                    <a:pt x="5478" y="8512"/>
                    <a:pt x="5469" y="8509"/>
                  </a:cubicBezTo>
                  <a:cubicBezTo>
                    <a:pt x="5110" y="8359"/>
                    <a:pt x="4734" y="8293"/>
                    <a:pt x="4355" y="8293"/>
                  </a:cubicBezTo>
                  <a:cubicBezTo>
                    <a:pt x="4148" y="8293"/>
                    <a:pt x="3940" y="8313"/>
                    <a:pt x="3733" y="8348"/>
                  </a:cubicBezTo>
                  <a:cubicBezTo>
                    <a:pt x="3889" y="8047"/>
                    <a:pt x="4025" y="7732"/>
                    <a:pt x="4151" y="7412"/>
                  </a:cubicBezTo>
                  <a:cubicBezTo>
                    <a:pt x="4324" y="7400"/>
                    <a:pt x="4491" y="7393"/>
                    <a:pt x="4654" y="7393"/>
                  </a:cubicBezTo>
                  <a:close/>
                  <a:moveTo>
                    <a:pt x="4223" y="8516"/>
                  </a:moveTo>
                  <a:cubicBezTo>
                    <a:pt x="4608" y="8516"/>
                    <a:pt x="4987" y="8579"/>
                    <a:pt x="5371" y="8682"/>
                  </a:cubicBezTo>
                  <a:cubicBezTo>
                    <a:pt x="5286" y="8790"/>
                    <a:pt x="5196" y="8895"/>
                    <a:pt x="5106" y="8996"/>
                  </a:cubicBezTo>
                  <a:cubicBezTo>
                    <a:pt x="4769" y="8865"/>
                    <a:pt x="4416" y="8805"/>
                    <a:pt x="4059" y="8805"/>
                  </a:cubicBezTo>
                  <a:cubicBezTo>
                    <a:pt x="3848" y="8805"/>
                    <a:pt x="3635" y="8826"/>
                    <a:pt x="3424" y="8866"/>
                  </a:cubicBezTo>
                  <a:cubicBezTo>
                    <a:pt x="3489" y="8772"/>
                    <a:pt x="3552" y="8672"/>
                    <a:pt x="3610" y="8571"/>
                  </a:cubicBezTo>
                  <a:cubicBezTo>
                    <a:pt x="3818" y="8533"/>
                    <a:pt x="4021" y="8516"/>
                    <a:pt x="4223" y="8516"/>
                  </a:cubicBezTo>
                  <a:close/>
                  <a:moveTo>
                    <a:pt x="7962" y="5015"/>
                  </a:moveTo>
                  <a:cubicBezTo>
                    <a:pt x="7963" y="5023"/>
                    <a:pt x="7963" y="5031"/>
                    <a:pt x="7968" y="5040"/>
                  </a:cubicBezTo>
                  <a:cubicBezTo>
                    <a:pt x="8271" y="5650"/>
                    <a:pt x="8643" y="6187"/>
                    <a:pt x="8844" y="6851"/>
                  </a:cubicBezTo>
                  <a:cubicBezTo>
                    <a:pt x="9011" y="7406"/>
                    <a:pt x="9083" y="7970"/>
                    <a:pt x="9106" y="8543"/>
                  </a:cubicBezTo>
                  <a:cubicBezTo>
                    <a:pt x="9048" y="8609"/>
                    <a:pt x="8988" y="8669"/>
                    <a:pt x="8927" y="8731"/>
                  </a:cubicBezTo>
                  <a:cubicBezTo>
                    <a:pt x="8726" y="8934"/>
                    <a:pt x="8513" y="9126"/>
                    <a:pt x="8296" y="9314"/>
                  </a:cubicBezTo>
                  <a:cubicBezTo>
                    <a:pt x="8355" y="8301"/>
                    <a:pt x="7978" y="7324"/>
                    <a:pt x="7266" y="6583"/>
                  </a:cubicBezTo>
                  <a:cubicBezTo>
                    <a:pt x="7244" y="6560"/>
                    <a:pt x="7218" y="6550"/>
                    <a:pt x="7192" y="6550"/>
                  </a:cubicBezTo>
                  <a:cubicBezTo>
                    <a:pt x="7113" y="6550"/>
                    <a:pt x="7041" y="6643"/>
                    <a:pt x="7109" y="6720"/>
                  </a:cubicBezTo>
                  <a:cubicBezTo>
                    <a:pt x="7782" y="7489"/>
                    <a:pt x="8119" y="8448"/>
                    <a:pt x="8119" y="9460"/>
                  </a:cubicBezTo>
                  <a:cubicBezTo>
                    <a:pt x="7703" y="9798"/>
                    <a:pt x="7258" y="10108"/>
                    <a:pt x="6792" y="10376"/>
                  </a:cubicBezTo>
                  <a:cubicBezTo>
                    <a:pt x="7171" y="9430"/>
                    <a:pt x="7078" y="8334"/>
                    <a:pt x="6554" y="7457"/>
                  </a:cubicBezTo>
                  <a:cubicBezTo>
                    <a:pt x="7036" y="6648"/>
                    <a:pt x="7471" y="5814"/>
                    <a:pt x="7962" y="5015"/>
                  </a:cubicBezTo>
                  <a:close/>
                  <a:moveTo>
                    <a:pt x="4077" y="8984"/>
                  </a:moveTo>
                  <a:cubicBezTo>
                    <a:pt x="4388" y="8984"/>
                    <a:pt x="4694" y="9029"/>
                    <a:pt x="5003" y="9108"/>
                  </a:cubicBezTo>
                  <a:cubicBezTo>
                    <a:pt x="4599" y="9540"/>
                    <a:pt x="4141" y="9910"/>
                    <a:pt x="3601" y="10171"/>
                  </a:cubicBezTo>
                  <a:cubicBezTo>
                    <a:pt x="3388" y="10273"/>
                    <a:pt x="3159" y="10358"/>
                    <a:pt x="2918" y="10415"/>
                  </a:cubicBezTo>
                  <a:cubicBezTo>
                    <a:pt x="2938" y="10399"/>
                    <a:pt x="2949" y="10376"/>
                    <a:pt x="2946" y="10345"/>
                  </a:cubicBezTo>
                  <a:cubicBezTo>
                    <a:pt x="2907" y="10075"/>
                    <a:pt x="2742" y="9854"/>
                    <a:pt x="2514" y="9731"/>
                  </a:cubicBezTo>
                  <a:cubicBezTo>
                    <a:pt x="2841" y="9545"/>
                    <a:pt x="3108" y="9289"/>
                    <a:pt x="3332" y="8993"/>
                  </a:cubicBezTo>
                  <a:cubicBezTo>
                    <a:pt x="3345" y="9027"/>
                    <a:pt x="3372" y="9052"/>
                    <a:pt x="3412" y="9052"/>
                  </a:cubicBezTo>
                  <a:cubicBezTo>
                    <a:pt x="3419" y="9052"/>
                    <a:pt x="3425" y="9052"/>
                    <a:pt x="3432" y="9050"/>
                  </a:cubicBezTo>
                  <a:cubicBezTo>
                    <a:pt x="3651" y="9005"/>
                    <a:pt x="3865" y="8984"/>
                    <a:pt x="4077" y="8984"/>
                  </a:cubicBezTo>
                  <a:close/>
                  <a:moveTo>
                    <a:pt x="328" y="9168"/>
                  </a:moveTo>
                  <a:lnTo>
                    <a:pt x="328" y="9168"/>
                  </a:lnTo>
                  <a:cubicBezTo>
                    <a:pt x="423" y="9419"/>
                    <a:pt x="611" y="9633"/>
                    <a:pt x="861" y="9787"/>
                  </a:cubicBezTo>
                  <a:cubicBezTo>
                    <a:pt x="958" y="9846"/>
                    <a:pt x="1059" y="9892"/>
                    <a:pt x="1164" y="9923"/>
                  </a:cubicBezTo>
                  <a:cubicBezTo>
                    <a:pt x="1231" y="9988"/>
                    <a:pt x="1310" y="10050"/>
                    <a:pt x="1369" y="10122"/>
                  </a:cubicBezTo>
                  <a:cubicBezTo>
                    <a:pt x="1449" y="10214"/>
                    <a:pt x="1509" y="10315"/>
                    <a:pt x="1557" y="10427"/>
                  </a:cubicBezTo>
                  <a:cubicBezTo>
                    <a:pt x="1334" y="10368"/>
                    <a:pt x="1120" y="10276"/>
                    <a:pt x="923" y="10142"/>
                  </a:cubicBezTo>
                  <a:cubicBezTo>
                    <a:pt x="593" y="9919"/>
                    <a:pt x="331" y="9564"/>
                    <a:pt x="328" y="9168"/>
                  </a:cubicBezTo>
                  <a:close/>
                  <a:moveTo>
                    <a:pt x="2306" y="9836"/>
                  </a:moveTo>
                  <a:cubicBezTo>
                    <a:pt x="2548" y="9913"/>
                    <a:pt x="2742" y="10124"/>
                    <a:pt x="2794" y="10376"/>
                  </a:cubicBezTo>
                  <a:cubicBezTo>
                    <a:pt x="2800" y="10409"/>
                    <a:pt x="2823" y="10425"/>
                    <a:pt x="2846" y="10430"/>
                  </a:cubicBezTo>
                  <a:cubicBezTo>
                    <a:pt x="2630" y="10478"/>
                    <a:pt x="2409" y="10505"/>
                    <a:pt x="2190" y="10505"/>
                  </a:cubicBezTo>
                  <a:cubicBezTo>
                    <a:pt x="2030" y="10505"/>
                    <a:pt x="1870" y="10491"/>
                    <a:pt x="1714" y="10461"/>
                  </a:cubicBezTo>
                  <a:lnTo>
                    <a:pt x="1714" y="10456"/>
                  </a:lnTo>
                  <a:cubicBezTo>
                    <a:pt x="1670" y="10309"/>
                    <a:pt x="1590" y="10129"/>
                    <a:pt x="1477" y="9983"/>
                  </a:cubicBezTo>
                  <a:lnTo>
                    <a:pt x="1477" y="9983"/>
                  </a:lnTo>
                  <a:cubicBezTo>
                    <a:pt x="1518" y="9987"/>
                    <a:pt x="1559" y="9988"/>
                    <a:pt x="1600" y="9988"/>
                  </a:cubicBezTo>
                  <a:cubicBezTo>
                    <a:pt x="1840" y="9988"/>
                    <a:pt x="2080" y="9932"/>
                    <a:pt x="2306" y="9836"/>
                  </a:cubicBezTo>
                  <a:close/>
                  <a:moveTo>
                    <a:pt x="6430" y="7666"/>
                  </a:moveTo>
                  <a:cubicBezTo>
                    <a:pt x="6833" y="8538"/>
                    <a:pt x="6906" y="9458"/>
                    <a:pt x="6661" y="10402"/>
                  </a:cubicBezTo>
                  <a:cubicBezTo>
                    <a:pt x="6656" y="10420"/>
                    <a:pt x="6659" y="10435"/>
                    <a:pt x="6664" y="10448"/>
                  </a:cubicBezTo>
                  <a:cubicBezTo>
                    <a:pt x="6489" y="10543"/>
                    <a:pt x="6311" y="10638"/>
                    <a:pt x="6129" y="10721"/>
                  </a:cubicBezTo>
                  <a:cubicBezTo>
                    <a:pt x="6365" y="9954"/>
                    <a:pt x="6317" y="9126"/>
                    <a:pt x="5952" y="8396"/>
                  </a:cubicBezTo>
                  <a:cubicBezTo>
                    <a:pt x="6100" y="8185"/>
                    <a:pt x="6242" y="7972"/>
                    <a:pt x="6373" y="7759"/>
                  </a:cubicBezTo>
                  <a:cubicBezTo>
                    <a:pt x="6391" y="7728"/>
                    <a:pt x="6409" y="7699"/>
                    <a:pt x="6430" y="7666"/>
                  </a:cubicBezTo>
                  <a:close/>
                  <a:moveTo>
                    <a:pt x="1040" y="10571"/>
                  </a:moveTo>
                  <a:lnTo>
                    <a:pt x="1040" y="10571"/>
                  </a:lnTo>
                  <a:cubicBezTo>
                    <a:pt x="1311" y="10685"/>
                    <a:pt x="1614" y="10754"/>
                    <a:pt x="1915" y="10783"/>
                  </a:cubicBezTo>
                  <a:cubicBezTo>
                    <a:pt x="1905" y="10792"/>
                    <a:pt x="1894" y="10801"/>
                    <a:pt x="1882" y="10810"/>
                  </a:cubicBezTo>
                  <a:cubicBezTo>
                    <a:pt x="1815" y="10867"/>
                    <a:pt x="1750" y="10927"/>
                    <a:pt x="1681" y="10988"/>
                  </a:cubicBezTo>
                  <a:cubicBezTo>
                    <a:pt x="1450" y="10870"/>
                    <a:pt x="1238" y="10731"/>
                    <a:pt x="1040" y="10571"/>
                  </a:cubicBezTo>
                  <a:close/>
                  <a:moveTo>
                    <a:pt x="5811" y="8600"/>
                  </a:moveTo>
                  <a:cubicBezTo>
                    <a:pt x="6064" y="9338"/>
                    <a:pt x="6100" y="10081"/>
                    <a:pt x="5883" y="10834"/>
                  </a:cubicBezTo>
                  <a:cubicBezTo>
                    <a:pt x="5532" y="10981"/>
                    <a:pt x="5173" y="11106"/>
                    <a:pt x="4807" y="11201"/>
                  </a:cubicBezTo>
                  <a:cubicBezTo>
                    <a:pt x="4731" y="11220"/>
                    <a:pt x="4655" y="11237"/>
                    <a:pt x="4578" y="11255"/>
                  </a:cubicBezTo>
                  <a:cubicBezTo>
                    <a:pt x="4774" y="10810"/>
                    <a:pt x="4869" y="10302"/>
                    <a:pt x="4758" y="9829"/>
                  </a:cubicBezTo>
                  <a:cubicBezTo>
                    <a:pt x="4754" y="9811"/>
                    <a:pt x="4745" y="9798"/>
                    <a:pt x="4731" y="9790"/>
                  </a:cubicBezTo>
                  <a:cubicBezTo>
                    <a:pt x="5134" y="9443"/>
                    <a:pt x="5492" y="9032"/>
                    <a:pt x="5811" y="8600"/>
                  </a:cubicBezTo>
                  <a:close/>
                  <a:moveTo>
                    <a:pt x="3519" y="10551"/>
                  </a:moveTo>
                  <a:cubicBezTo>
                    <a:pt x="3489" y="10693"/>
                    <a:pt x="3468" y="10836"/>
                    <a:pt x="3406" y="10973"/>
                  </a:cubicBezTo>
                  <a:cubicBezTo>
                    <a:pt x="3337" y="11124"/>
                    <a:pt x="3236" y="11258"/>
                    <a:pt x="3118" y="11373"/>
                  </a:cubicBezTo>
                  <a:cubicBezTo>
                    <a:pt x="2797" y="11348"/>
                    <a:pt x="2478" y="11291"/>
                    <a:pt x="2169" y="11189"/>
                  </a:cubicBezTo>
                  <a:cubicBezTo>
                    <a:pt x="2061" y="11155"/>
                    <a:pt x="1956" y="11114"/>
                    <a:pt x="1853" y="11070"/>
                  </a:cubicBezTo>
                  <a:cubicBezTo>
                    <a:pt x="1899" y="11031"/>
                    <a:pt x="1940" y="10990"/>
                    <a:pt x="1979" y="10959"/>
                  </a:cubicBezTo>
                  <a:cubicBezTo>
                    <a:pt x="2041" y="10908"/>
                    <a:pt x="2112" y="10857"/>
                    <a:pt x="2177" y="10801"/>
                  </a:cubicBezTo>
                  <a:cubicBezTo>
                    <a:pt x="2208" y="10802"/>
                    <a:pt x="2240" y="10803"/>
                    <a:pt x="2271" y="10803"/>
                  </a:cubicBezTo>
                  <a:cubicBezTo>
                    <a:pt x="2549" y="10803"/>
                    <a:pt x="2817" y="10770"/>
                    <a:pt x="3048" y="10711"/>
                  </a:cubicBezTo>
                  <a:cubicBezTo>
                    <a:pt x="3211" y="10669"/>
                    <a:pt x="3367" y="10615"/>
                    <a:pt x="3519" y="10551"/>
                  </a:cubicBezTo>
                  <a:close/>
                  <a:moveTo>
                    <a:pt x="4633" y="9872"/>
                  </a:moveTo>
                  <a:lnTo>
                    <a:pt x="4633" y="9872"/>
                  </a:lnTo>
                  <a:cubicBezTo>
                    <a:pt x="4571" y="10366"/>
                    <a:pt x="4519" y="10829"/>
                    <a:pt x="4371" y="11299"/>
                  </a:cubicBezTo>
                  <a:cubicBezTo>
                    <a:pt x="4067" y="11352"/>
                    <a:pt x="3756" y="11384"/>
                    <a:pt x="3447" y="11384"/>
                  </a:cubicBezTo>
                  <a:cubicBezTo>
                    <a:pt x="3412" y="11384"/>
                    <a:pt x="3377" y="11383"/>
                    <a:pt x="3342" y="11382"/>
                  </a:cubicBezTo>
                  <a:cubicBezTo>
                    <a:pt x="3584" y="11140"/>
                    <a:pt x="3758" y="10793"/>
                    <a:pt x="3694" y="10474"/>
                  </a:cubicBezTo>
                  <a:cubicBezTo>
                    <a:pt x="4033" y="10317"/>
                    <a:pt x="4345" y="10109"/>
                    <a:pt x="4633" y="9872"/>
                  </a:cubicBezTo>
                  <a:close/>
                  <a:moveTo>
                    <a:pt x="13712" y="1"/>
                  </a:moveTo>
                  <a:cubicBezTo>
                    <a:pt x="13705" y="1"/>
                    <a:pt x="13697" y="2"/>
                    <a:pt x="13689" y="4"/>
                  </a:cubicBezTo>
                  <a:cubicBezTo>
                    <a:pt x="13346" y="103"/>
                    <a:pt x="13009" y="230"/>
                    <a:pt x="12678" y="379"/>
                  </a:cubicBezTo>
                  <a:cubicBezTo>
                    <a:pt x="12658" y="364"/>
                    <a:pt x="12635" y="355"/>
                    <a:pt x="12608" y="351"/>
                  </a:cubicBezTo>
                  <a:cubicBezTo>
                    <a:pt x="12316" y="313"/>
                    <a:pt x="12028" y="294"/>
                    <a:pt x="11742" y="294"/>
                  </a:cubicBezTo>
                  <a:cubicBezTo>
                    <a:pt x="9264" y="294"/>
                    <a:pt x="7031" y="1701"/>
                    <a:pt x="5630" y="3742"/>
                  </a:cubicBezTo>
                  <a:cubicBezTo>
                    <a:pt x="4844" y="4886"/>
                    <a:pt x="4286" y="6161"/>
                    <a:pt x="3771" y="7442"/>
                  </a:cubicBezTo>
                  <a:cubicBezTo>
                    <a:pt x="3462" y="8209"/>
                    <a:pt x="3113" y="9067"/>
                    <a:pt x="2347" y="9482"/>
                  </a:cubicBezTo>
                  <a:cubicBezTo>
                    <a:pt x="2126" y="9602"/>
                    <a:pt x="1879" y="9660"/>
                    <a:pt x="1638" y="9660"/>
                  </a:cubicBezTo>
                  <a:cubicBezTo>
                    <a:pt x="1069" y="9660"/>
                    <a:pt x="534" y="9335"/>
                    <a:pt x="454" y="8718"/>
                  </a:cubicBezTo>
                  <a:cubicBezTo>
                    <a:pt x="586" y="8512"/>
                    <a:pt x="813" y="8398"/>
                    <a:pt x="1034" y="8398"/>
                  </a:cubicBezTo>
                  <a:cubicBezTo>
                    <a:pt x="1263" y="8398"/>
                    <a:pt x="1485" y="8521"/>
                    <a:pt x="1588" y="8792"/>
                  </a:cubicBezTo>
                  <a:cubicBezTo>
                    <a:pt x="1605" y="8837"/>
                    <a:pt x="1644" y="8856"/>
                    <a:pt x="1685" y="8856"/>
                  </a:cubicBezTo>
                  <a:cubicBezTo>
                    <a:pt x="1756" y="8856"/>
                    <a:pt x="1832" y="8799"/>
                    <a:pt x="1809" y="8717"/>
                  </a:cubicBezTo>
                  <a:cubicBezTo>
                    <a:pt x="1699" y="8336"/>
                    <a:pt x="1354" y="8082"/>
                    <a:pt x="967" y="8082"/>
                  </a:cubicBezTo>
                  <a:cubicBezTo>
                    <a:pt x="903" y="8082"/>
                    <a:pt x="838" y="8089"/>
                    <a:pt x="773" y="8103"/>
                  </a:cubicBezTo>
                  <a:cubicBezTo>
                    <a:pt x="264" y="8216"/>
                    <a:pt x="1" y="8749"/>
                    <a:pt x="23" y="9237"/>
                  </a:cubicBezTo>
                  <a:cubicBezTo>
                    <a:pt x="30" y="9404"/>
                    <a:pt x="64" y="9556"/>
                    <a:pt x="117" y="9695"/>
                  </a:cubicBezTo>
                  <a:cubicBezTo>
                    <a:pt x="91" y="9716"/>
                    <a:pt x="74" y="9756"/>
                    <a:pt x="91" y="9795"/>
                  </a:cubicBezTo>
                  <a:cubicBezTo>
                    <a:pt x="519" y="10860"/>
                    <a:pt x="1737" y="11467"/>
                    <a:pt x="2822" y="11621"/>
                  </a:cubicBezTo>
                  <a:cubicBezTo>
                    <a:pt x="3035" y="11652"/>
                    <a:pt x="3250" y="11666"/>
                    <a:pt x="3464" y="11666"/>
                  </a:cubicBezTo>
                  <a:cubicBezTo>
                    <a:pt x="3746" y="11666"/>
                    <a:pt x="4027" y="11641"/>
                    <a:pt x="4306" y="11597"/>
                  </a:cubicBezTo>
                  <a:cubicBezTo>
                    <a:pt x="4320" y="11613"/>
                    <a:pt x="4340" y="11623"/>
                    <a:pt x="4361" y="11623"/>
                  </a:cubicBezTo>
                  <a:cubicBezTo>
                    <a:pt x="4380" y="11623"/>
                    <a:pt x="4399" y="11614"/>
                    <a:pt x="4411" y="11593"/>
                  </a:cubicBezTo>
                  <a:cubicBezTo>
                    <a:pt x="4412" y="11589"/>
                    <a:pt x="4417" y="11582"/>
                    <a:pt x="4419" y="11579"/>
                  </a:cubicBezTo>
                  <a:cubicBezTo>
                    <a:pt x="5280" y="11425"/>
                    <a:pt x="6119" y="11083"/>
                    <a:pt x="6872" y="10666"/>
                  </a:cubicBezTo>
                  <a:cubicBezTo>
                    <a:pt x="7716" y="10199"/>
                    <a:pt x="8487" y="9607"/>
                    <a:pt x="9168" y="8923"/>
                  </a:cubicBezTo>
                  <a:cubicBezTo>
                    <a:pt x="9177" y="8926"/>
                    <a:pt x="9186" y="8928"/>
                    <a:pt x="9196" y="8928"/>
                  </a:cubicBezTo>
                  <a:cubicBezTo>
                    <a:pt x="9228" y="8928"/>
                    <a:pt x="9259" y="8908"/>
                    <a:pt x="9264" y="8864"/>
                  </a:cubicBezTo>
                  <a:cubicBezTo>
                    <a:pt x="9266" y="8849"/>
                    <a:pt x="9266" y="8833"/>
                    <a:pt x="9269" y="8820"/>
                  </a:cubicBezTo>
                  <a:cubicBezTo>
                    <a:pt x="9858" y="8208"/>
                    <a:pt x="10375" y="7527"/>
                    <a:pt x="10803" y="6792"/>
                  </a:cubicBezTo>
                  <a:cubicBezTo>
                    <a:pt x="10805" y="6792"/>
                    <a:pt x="10808" y="6793"/>
                    <a:pt x="10810" y="6793"/>
                  </a:cubicBezTo>
                  <a:cubicBezTo>
                    <a:pt x="10846" y="6793"/>
                    <a:pt x="10878" y="6771"/>
                    <a:pt x="10881" y="6722"/>
                  </a:cubicBezTo>
                  <a:lnTo>
                    <a:pt x="10881" y="6656"/>
                  </a:lnTo>
                  <a:cubicBezTo>
                    <a:pt x="11148" y="6180"/>
                    <a:pt x="11380" y="5683"/>
                    <a:pt x="11570" y="5172"/>
                  </a:cubicBezTo>
                  <a:cubicBezTo>
                    <a:pt x="11811" y="4521"/>
                    <a:pt x="11974" y="3850"/>
                    <a:pt x="12084" y="3166"/>
                  </a:cubicBezTo>
                  <a:cubicBezTo>
                    <a:pt x="12223" y="2284"/>
                    <a:pt x="12313" y="1387"/>
                    <a:pt x="12850" y="643"/>
                  </a:cubicBezTo>
                  <a:cubicBezTo>
                    <a:pt x="12861" y="629"/>
                    <a:pt x="12866" y="615"/>
                    <a:pt x="12871" y="602"/>
                  </a:cubicBezTo>
                  <a:cubicBezTo>
                    <a:pt x="13159" y="454"/>
                    <a:pt x="13452" y="312"/>
                    <a:pt x="13750" y="171"/>
                  </a:cubicBezTo>
                  <a:cubicBezTo>
                    <a:pt x="13828" y="134"/>
                    <a:pt x="13794" y="1"/>
                    <a:pt x="13712" y="1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417;p33">
              <a:extLst>
                <a:ext uri="{FF2B5EF4-FFF2-40B4-BE49-F238E27FC236}">
                  <a16:creationId xmlns:a16="http://schemas.microsoft.com/office/drawing/2014/main" id="{59944E90-27D8-41F3-B218-A438FE6469EF}"/>
                </a:ext>
              </a:extLst>
            </p:cNvPr>
            <p:cNvSpPr/>
            <p:nvPr/>
          </p:nvSpPr>
          <p:spPr>
            <a:xfrm rot="19571255">
              <a:off x="6749858" y="1698797"/>
              <a:ext cx="728908" cy="614944"/>
            </a:xfrm>
            <a:custGeom>
              <a:avLst/>
              <a:gdLst/>
              <a:ahLst/>
              <a:cxnLst/>
              <a:rect l="l" t="t" r="r" b="b"/>
              <a:pathLst>
                <a:path w="13828" h="11666" extrusionOk="0">
                  <a:moveTo>
                    <a:pt x="11902" y="622"/>
                  </a:moveTo>
                  <a:cubicBezTo>
                    <a:pt x="11993" y="622"/>
                    <a:pt x="12084" y="623"/>
                    <a:pt x="12176" y="626"/>
                  </a:cubicBezTo>
                  <a:cubicBezTo>
                    <a:pt x="11748" y="854"/>
                    <a:pt x="11336" y="1117"/>
                    <a:pt x="10943" y="1400"/>
                  </a:cubicBezTo>
                  <a:cubicBezTo>
                    <a:pt x="10565" y="1156"/>
                    <a:pt x="10148" y="999"/>
                    <a:pt x="9708" y="944"/>
                  </a:cubicBezTo>
                  <a:cubicBezTo>
                    <a:pt x="10413" y="725"/>
                    <a:pt x="11153" y="622"/>
                    <a:pt x="11902" y="622"/>
                  </a:cubicBezTo>
                  <a:close/>
                  <a:moveTo>
                    <a:pt x="9181" y="1132"/>
                  </a:moveTo>
                  <a:cubicBezTo>
                    <a:pt x="9191" y="1137"/>
                    <a:pt x="9204" y="1138"/>
                    <a:pt x="9215" y="1138"/>
                  </a:cubicBezTo>
                  <a:cubicBezTo>
                    <a:pt x="9219" y="1138"/>
                    <a:pt x="9223" y="1138"/>
                    <a:pt x="9227" y="1138"/>
                  </a:cubicBezTo>
                  <a:cubicBezTo>
                    <a:pt x="9787" y="1138"/>
                    <a:pt x="10315" y="1253"/>
                    <a:pt x="10812" y="1497"/>
                  </a:cubicBezTo>
                  <a:cubicBezTo>
                    <a:pt x="10488" y="1739"/>
                    <a:pt x="10174" y="1996"/>
                    <a:pt x="9880" y="2259"/>
                  </a:cubicBezTo>
                  <a:cubicBezTo>
                    <a:pt x="9845" y="2290"/>
                    <a:pt x="9811" y="2323"/>
                    <a:pt x="9777" y="2356"/>
                  </a:cubicBezTo>
                  <a:cubicBezTo>
                    <a:pt x="9795" y="2326"/>
                    <a:pt x="9795" y="2287"/>
                    <a:pt x="9762" y="2266"/>
                  </a:cubicBezTo>
                  <a:cubicBezTo>
                    <a:pt x="9330" y="1986"/>
                    <a:pt x="8732" y="1780"/>
                    <a:pt x="8170" y="1780"/>
                  </a:cubicBezTo>
                  <a:cubicBezTo>
                    <a:pt x="8094" y="1780"/>
                    <a:pt x="8019" y="1784"/>
                    <a:pt x="7945" y="1791"/>
                  </a:cubicBezTo>
                  <a:cubicBezTo>
                    <a:pt x="8337" y="1525"/>
                    <a:pt x="8749" y="1305"/>
                    <a:pt x="9181" y="1132"/>
                  </a:cubicBezTo>
                  <a:close/>
                  <a:moveTo>
                    <a:pt x="8294" y="2015"/>
                  </a:moveTo>
                  <a:cubicBezTo>
                    <a:pt x="8380" y="2015"/>
                    <a:pt x="8467" y="2019"/>
                    <a:pt x="8554" y="2030"/>
                  </a:cubicBezTo>
                  <a:cubicBezTo>
                    <a:pt x="8963" y="2079"/>
                    <a:pt x="9335" y="2210"/>
                    <a:pt x="9706" y="2382"/>
                  </a:cubicBezTo>
                  <a:cubicBezTo>
                    <a:pt x="9714" y="2386"/>
                    <a:pt x="9721" y="2388"/>
                    <a:pt x="9728" y="2388"/>
                  </a:cubicBezTo>
                  <a:cubicBezTo>
                    <a:pt x="9736" y="2388"/>
                    <a:pt x="9744" y="2385"/>
                    <a:pt x="9752" y="2382"/>
                  </a:cubicBezTo>
                  <a:lnTo>
                    <a:pt x="9752" y="2382"/>
                  </a:lnTo>
                  <a:cubicBezTo>
                    <a:pt x="9557" y="2562"/>
                    <a:pt x="9371" y="2750"/>
                    <a:pt x="9196" y="2942"/>
                  </a:cubicBezTo>
                  <a:cubicBezTo>
                    <a:pt x="9191" y="2914"/>
                    <a:pt x="9176" y="2889"/>
                    <a:pt x="9148" y="2875"/>
                  </a:cubicBezTo>
                  <a:cubicBezTo>
                    <a:pt x="8661" y="2622"/>
                    <a:pt x="8130" y="2482"/>
                    <a:pt x="7595" y="2482"/>
                  </a:cubicBezTo>
                  <a:cubicBezTo>
                    <a:pt x="7411" y="2482"/>
                    <a:pt x="7227" y="2498"/>
                    <a:pt x="7044" y="2533"/>
                  </a:cubicBezTo>
                  <a:cubicBezTo>
                    <a:pt x="7212" y="2366"/>
                    <a:pt x="7397" y="2209"/>
                    <a:pt x="7589" y="2056"/>
                  </a:cubicBezTo>
                  <a:cubicBezTo>
                    <a:pt x="7826" y="2047"/>
                    <a:pt x="8058" y="2015"/>
                    <a:pt x="8294" y="2015"/>
                  </a:cubicBezTo>
                  <a:close/>
                  <a:moveTo>
                    <a:pt x="12367" y="868"/>
                  </a:moveTo>
                  <a:cubicBezTo>
                    <a:pt x="12076" y="1395"/>
                    <a:pt x="11953" y="1991"/>
                    <a:pt x="11856" y="2596"/>
                  </a:cubicBezTo>
                  <a:cubicBezTo>
                    <a:pt x="11835" y="2729"/>
                    <a:pt x="11812" y="2860"/>
                    <a:pt x="11793" y="2991"/>
                  </a:cubicBezTo>
                  <a:cubicBezTo>
                    <a:pt x="11636" y="2513"/>
                    <a:pt x="11334" y="2078"/>
                    <a:pt x="10968" y="1739"/>
                  </a:cubicBezTo>
                  <a:cubicBezTo>
                    <a:pt x="11415" y="1423"/>
                    <a:pt x="11883" y="1133"/>
                    <a:pt x="12367" y="868"/>
                  </a:cubicBezTo>
                  <a:close/>
                  <a:moveTo>
                    <a:pt x="7606" y="2726"/>
                  </a:moveTo>
                  <a:cubicBezTo>
                    <a:pt x="8095" y="2726"/>
                    <a:pt x="8574" y="2832"/>
                    <a:pt x="9045" y="3069"/>
                  </a:cubicBezTo>
                  <a:cubicBezTo>
                    <a:pt x="9053" y="3073"/>
                    <a:pt x="9061" y="3076"/>
                    <a:pt x="9070" y="3078"/>
                  </a:cubicBezTo>
                  <a:cubicBezTo>
                    <a:pt x="8873" y="3295"/>
                    <a:pt x="8688" y="3521"/>
                    <a:pt x="8510" y="3752"/>
                  </a:cubicBezTo>
                  <a:lnTo>
                    <a:pt x="8500" y="3742"/>
                  </a:lnTo>
                  <a:cubicBezTo>
                    <a:pt x="8081" y="3488"/>
                    <a:pt x="7623" y="3369"/>
                    <a:pt x="7162" y="3369"/>
                  </a:cubicBezTo>
                  <a:cubicBezTo>
                    <a:pt x="6817" y="3369"/>
                    <a:pt x="6471" y="3435"/>
                    <a:pt x="6137" y="3562"/>
                  </a:cubicBezTo>
                  <a:cubicBezTo>
                    <a:pt x="6329" y="3307"/>
                    <a:pt x="6536" y="3061"/>
                    <a:pt x="6754" y="2826"/>
                  </a:cubicBezTo>
                  <a:cubicBezTo>
                    <a:pt x="7042" y="2761"/>
                    <a:pt x="7326" y="2726"/>
                    <a:pt x="7606" y="2726"/>
                  </a:cubicBezTo>
                  <a:close/>
                  <a:moveTo>
                    <a:pt x="7086" y="3587"/>
                  </a:moveTo>
                  <a:cubicBezTo>
                    <a:pt x="7532" y="3587"/>
                    <a:pt x="7976" y="3699"/>
                    <a:pt x="8399" y="3899"/>
                  </a:cubicBezTo>
                  <a:cubicBezTo>
                    <a:pt x="8191" y="4177"/>
                    <a:pt x="7990" y="4464"/>
                    <a:pt x="7800" y="4758"/>
                  </a:cubicBezTo>
                  <a:cubicBezTo>
                    <a:pt x="7790" y="4748"/>
                    <a:pt x="7780" y="4740"/>
                    <a:pt x="7765" y="4734"/>
                  </a:cubicBezTo>
                  <a:cubicBezTo>
                    <a:pt x="7219" y="4528"/>
                    <a:pt x="6648" y="4435"/>
                    <a:pt x="6072" y="4435"/>
                  </a:cubicBezTo>
                  <a:cubicBezTo>
                    <a:pt x="5891" y="4435"/>
                    <a:pt x="5709" y="4444"/>
                    <a:pt x="5527" y="4462"/>
                  </a:cubicBezTo>
                  <a:cubicBezTo>
                    <a:pt x="5661" y="4241"/>
                    <a:pt x="5802" y="4027"/>
                    <a:pt x="5951" y="3817"/>
                  </a:cubicBezTo>
                  <a:cubicBezTo>
                    <a:pt x="5961" y="3820"/>
                    <a:pt x="5972" y="3823"/>
                    <a:pt x="5983" y="3823"/>
                  </a:cubicBezTo>
                  <a:cubicBezTo>
                    <a:pt x="5994" y="3823"/>
                    <a:pt x="6005" y="3820"/>
                    <a:pt x="6018" y="3816"/>
                  </a:cubicBezTo>
                  <a:cubicBezTo>
                    <a:pt x="6368" y="3659"/>
                    <a:pt x="6728" y="3587"/>
                    <a:pt x="7086" y="3587"/>
                  </a:cubicBezTo>
                  <a:close/>
                  <a:moveTo>
                    <a:pt x="10762" y="1893"/>
                  </a:moveTo>
                  <a:cubicBezTo>
                    <a:pt x="11246" y="2333"/>
                    <a:pt x="11523" y="2855"/>
                    <a:pt x="11712" y="3456"/>
                  </a:cubicBezTo>
                  <a:cubicBezTo>
                    <a:pt x="11622" y="3932"/>
                    <a:pt x="11511" y="4405"/>
                    <a:pt x="11349" y="4871"/>
                  </a:cubicBezTo>
                  <a:cubicBezTo>
                    <a:pt x="11334" y="4905"/>
                    <a:pt x="11320" y="4941"/>
                    <a:pt x="11308" y="4977"/>
                  </a:cubicBezTo>
                  <a:cubicBezTo>
                    <a:pt x="11112" y="4046"/>
                    <a:pt x="10711" y="3145"/>
                    <a:pt x="10148" y="2382"/>
                  </a:cubicBezTo>
                  <a:cubicBezTo>
                    <a:pt x="10346" y="2210"/>
                    <a:pt x="10551" y="2048"/>
                    <a:pt x="10762" y="1893"/>
                  </a:cubicBezTo>
                  <a:close/>
                  <a:moveTo>
                    <a:pt x="6023" y="4652"/>
                  </a:moveTo>
                  <a:cubicBezTo>
                    <a:pt x="6592" y="4652"/>
                    <a:pt x="7146" y="4734"/>
                    <a:pt x="7711" y="4884"/>
                  </a:cubicBezTo>
                  <a:lnTo>
                    <a:pt x="7716" y="4884"/>
                  </a:lnTo>
                  <a:cubicBezTo>
                    <a:pt x="7638" y="5007"/>
                    <a:pt x="7561" y="5130"/>
                    <a:pt x="7486" y="5254"/>
                  </a:cubicBezTo>
                  <a:cubicBezTo>
                    <a:pt x="7489" y="5220"/>
                    <a:pt x="7472" y="5184"/>
                    <a:pt x="7430" y="5167"/>
                  </a:cubicBezTo>
                  <a:cubicBezTo>
                    <a:pt x="7004" y="5014"/>
                    <a:pt x="6566" y="4941"/>
                    <a:pt x="6125" y="4941"/>
                  </a:cubicBezTo>
                  <a:cubicBezTo>
                    <a:pt x="5814" y="4941"/>
                    <a:pt x="5500" y="4978"/>
                    <a:pt x="5190" y="5048"/>
                  </a:cubicBezTo>
                  <a:cubicBezTo>
                    <a:pt x="5257" y="4927"/>
                    <a:pt x="5325" y="4806"/>
                    <a:pt x="5394" y="4684"/>
                  </a:cubicBezTo>
                  <a:lnTo>
                    <a:pt x="5399" y="4684"/>
                  </a:lnTo>
                  <a:cubicBezTo>
                    <a:pt x="5610" y="4662"/>
                    <a:pt x="5817" y="4652"/>
                    <a:pt x="6023" y="4652"/>
                  </a:cubicBezTo>
                  <a:close/>
                  <a:moveTo>
                    <a:pt x="6110" y="5154"/>
                  </a:moveTo>
                  <a:cubicBezTo>
                    <a:pt x="6531" y="5154"/>
                    <a:pt x="6950" y="5217"/>
                    <a:pt x="7374" y="5334"/>
                  </a:cubicBezTo>
                  <a:cubicBezTo>
                    <a:pt x="7383" y="5336"/>
                    <a:pt x="7391" y="5337"/>
                    <a:pt x="7398" y="5337"/>
                  </a:cubicBezTo>
                  <a:cubicBezTo>
                    <a:pt x="7415" y="5337"/>
                    <a:pt x="7431" y="5333"/>
                    <a:pt x="7443" y="5326"/>
                  </a:cubicBezTo>
                  <a:lnTo>
                    <a:pt x="7443" y="5326"/>
                  </a:lnTo>
                  <a:cubicBezTo>
                    <a:pt x="7271" y="5607"/>
                    <a:pt x="7106" y="5894"/>
                    <a:pt x="6942" y="6182"/>
                  </a:cubicBezTo>
                  <a:cubicBezTo>
                    <a:pt x="6916" y="6229"/>
                    <a:pt x="6887" y="6278"/>
                    <a:pt x="6860" y="6327"/>
                  </a:cubicBezTo>
                  <a:cubicBezTo>
                    <a:pt x="6457" y="6131"/>
                    <a:pt x="5990" y="6017"/>
                    <a:pt x="5529" y="6017"/>
                  </a:cubicBezTo>
                  <a:cubicBezTo>
                    <a:pt x="5222" y="6017"/>
                    <a:pt x="4917" y="6067"/>
                    <a:pt x="4635" y="6179"/>
                  </a:cubicBezTo>
                  <a:cubicBezTo>
                    <a:pt x="4664" y="6108"/>
                    <a:pt x="4695" y="6038"/>
                    <a:pt x="4728" y="5969"/>
                  </a:cubicBezTo>
                  <a:cubicBezTo>
                    <a:pt x="4836" y="5737"/>
                    <a:pt x="4951" y="5506"/>
                    <a:pt x="5072" y="5277"/>
                  </a:cubicBezTo>
                  <a:cubicBezTo>
                    <a:pt x="5076" y="5277"/>
                    <a:pt x="5080" y="5278"/>
                    <a:pt x="5085" y="5278"/>
                  </a:cubicBezTo>
                  <a:cubicBezTo>
                    <a:pt x="5093" y="5278"/>
                    <a:pt x="5101" y="5277"/>
                    <a:pt x="5109" y="5274"/>
                  </a:cubicBezTo>
                  <a:cubicBezTo>
                    <a:pt x="5446" y="5193"/>
                    <a:pt x="5779" y="5154"/>
                    <a:pt x="6110" y="5154"/>
                  </a:cubicBezTo>
                  <a:close/>
                  <a:moveTo>
                    <a:pt x="5512" y="6265"/>
                  </a:moveTo>
                  <a:cubicBezTo>
                    <a:pt x="5932" y="6265"/>
                    <a:pt x="6337" y="6325"/>
                    <a:pt x="6775" y="6476"/>
                  </a:cubicBezTo>
                  <a:cubicBezTo>
                    <a:pt x="6581" y="6820"/>
                    <a:pt x="6383" y="7172"/>
                    <a:pt x="6170" y="7520"/>
                  </a:cubicBezTo>
                  <a:cubicBezTo>
                    <a:pt x="5751" y="7293"/>
                    <a:pt x="5247" y="7143"/>
                    <a:pt x="4754" y="7143"/>
                  </a:cubicBezTo>
                  <a:cubicBezTo>
                    <a:pt x="4577" y="7143"/>
                    <a:pt x="4401" y="7162"/>
                    <a:pt x="4231" y="7205"/>
                  </a:cubicBezTo>
                  <a:cubicBezTo>
                    <a:pt x="4349" y="6894"/>
                    <a:pt x="4461" y="6589"/>
                    <a:pt x="4581" y="6303"/>
                  </a:cubicBezTo>
                  <a:cubicBezTo>
                    <a:pt x="4596" y="6322"/>
                    <a:pt x="4618" y="6335"/>
                    <a:pt x="4643" y="6335"/>
                  </a:cubicBezTo>
                  <a:cubicBezTo>
                    <a:pt x="4646" y="6335"/>
                    <a:pt x="4648" y="6334"/>
                    <a:pt x="4651" y="6334"/>
                  </a:cubicBezTo>
                  <a:cubicBezTo>
                    <a:pt x="4954" y="6291"/>
                    <a:pt x="5237" y="6265"/>
                    <a:pt x="5512" y="6265"/>
                  </a:cubicBezTo>
                  <a:close/>
                  <a:moveTo>
                    <a:pt x="9975" y="2533"/>
                  </a:moveTo>
                  <a:cubicBezTo>
                    <a:pt x="10501" y="3392"/>
                    <a:pt x="10911" y="4262"/>
                    <a:pt x="11218" y="5216"/>
                  </a:cubicBezTo>
                  <a:cubicBezTo>
                    <a:pt x="11104" y="5508"/>
                    <a:pt x="10976" y="5792"/>
                    <a:pt x="10837" y="6071"/>
                  </a:cubicBezTo>
                  <a:cubicBezTo>
                    <a:pt x="10696" y="4999"/>
                    <a:pt x="10156" y="4022"/>
                    <a:pt x="9317" y="3315"/>
                  </a:cubicBezTo>
                  <a:cubicBezTo>
                    <a:pt x="9298" y="3299"/>
                    <a:pt x="9280" y="3292"/>
                    <a:pt x="9262" y="3292"/>
                  </a:cubicBezTo>
                  <a:cubicBezTo>
                    <a:pt x="9188" y="3292"/>
                    <a:pt x="9133" y="3409"/>
                    <a:pt x="9207" y="3475"/>
                  </a:cubicBezTo>
                  <a:cubicBezTo>
                    <a:pt x="10058" y="4220"/>
                    <a:pt x="10572" y="5239"/>
                    <a:pt x="10695" y="6345"/>
                  </a:cubicBezTo>
                  <a:cubicBezTo>
                    <a:pt x="10475" y="6753"/>
                    <a:pt x="10230" y="7146"/>
                    <a:pt x="9958" y="7520"/>
                  </a:cubicBezTo>
                  <a:cubicBezTo>
                    <a:pt x="9994" y="6375"/>
                    <a:pt x="9269" y="5048"/>
                    <a:pt x="8458" y="4374"/>
                  </a:cubicBezTo>
                  <a:cubicBezTo>
                    <a:pt x="8445" y="4362"/>
                    <a:pt x="8430" y="4358"/>
                    <a:pt x="8416" y="4358"/>
                  </a:cubicBezTo>
                  <a:cubicBezTo>
                    <a:pt x="8405" y="4358"/>
                    <a:pt x="8394" y="4360"/>
                    <a:pt x="8384" y="4365"/>
                  </a:cubicBezTo>
                  <a:cubicBezTo>
                    <a:pt x="8636" y="3997"/>
                    <a:pt x="8906" y="3639"/>
                    <a:pt x="9209" y="3302"/>
                  </a:cubicBezTo>
                  <a:cubicBezTo>
                    <a:pt x="9454" y="3028"/>
                    <a:pt x="9709" y="2773"/>
                    <a:pt x="9975" y="2533"/>
                  </a:cubicBezTo>
                  <a:close/>
                  <a:moveTo>
                    <a:pt x="8330" y="4442"/>
                  </a:moveTo>
                  <a:lnTo>
                    <a:pt x="8330" y="4442"/>
                  </a:lnTo>
                  <a:cubicBezTo>
                    <a:pt x="8328" y="4460"/>
                    <a:pt x="8333" y="4478"/>
                    <a:pt x="8348" y="4495"/>
                  </a:cubicBezTo>
                  <a:cubicBezTo>
                    <a:pt x="8782" y="4992"/>
                    <a:pt x="9160" y="5499"/>
                    <a:pt x="9412" y="6115"/>
                  </a:cubicBezTo>
                  <a:cubicBezTo>
                    <a:pt x="9641" y="6671"/>
                    <a:pt x="9665" y="7216"/>
                    <a:pt x="9754" y="7786"/>
                  </a:cubicBezTo>
                  <a:cubicBezTo>
                    <a:pt x="9608" y="7980"/>
                    <a:pt x="9454" y="8165"/>
                    <a:pt x="9294" y="8342"/>
                  </a:cubicBezTo>
                  <a:cubicBezTo>
                    <a:pt x="9313" y="7154"/>
                    <a:pt x="8939" y="5745"/>
                    <a:pt x="8107" y="4946"/>
                  </a:cubicBezTo>
                  <a:cubicBezTo>
                    <a:pt x="8088" y="4929"/>
                    <a:pt x="8066" y="4923"/>
                    <a:pt x="8045" y="4923"/>
                  </a:cubicBezTo>
                  <a:cubicBezTo>
                    <a:pt x="8036" y="4923"/>
                    <a:pt x="8026" y="4924"/>
                    <a:pt x="8017" y="4927"/>
                  </a:cubicBezTo>
                  <a:cubicBezTo>
                    <a:pt x="8119" y="4763"/>
                    <a:pt x="8224" y="4601"/>
                    <a:pt x="8330" y="4442"/>
                  </a:cubicBezTo>
                  <a:close/>
                  <a:moveTo>
                    <a:pt x="4654" y="7393"/>
                  </a:moveTo>
                  <a:cubicBezTo>
                    <a:pt x="5138" y="7393"/>
                    <a:pt x="5588" y="7461"/>
                    <a:pt x="6067" y="7687"/>
                  </a:cubicBezTo>
                  <a:cubicBezTo>
                    <a:pt x="5887" y="7974"/>
                    <a:pt x="5697" y="8255"/>
                    <a:pt x="5494" y="8522"/>
                  </a:cubicBezTo>
                  <a:cubicBezTo>
                    <a:pt x="5486" y="8519"/>
                    <a:pt x="5478" y="8512"/>
                    <a:pt x="5469" y="8509"/>
                  </a:cubicBezTo>
                  <a:cubicBezTo>
                    <a:pt x="5110" y="8359"/>
                    <a:pt x="4734" y="8293"/>
                    <a:pt x="4355" y="8293"/>
                  </a:cubicBezTo>
                  <a:cubicBezTo>
                    <a:pt x="4148" y="8293"/>
                    <a:pt x="3940" y="8313"/>
                    <a:pt x="3733" y="8348"/>
                  </a:cubicBezTo>
                  <a:cubicBezTo>
                    <a:pt x="3889" y="8047"/>
                    <a:pt x="4025" y="7732"/>
                    <a:pt x="4151" y="7412"/>
                  </a:cubicBezTo>
                  <a:cubicBezTo>
                    <a:pt x="4324" y="7400"/>
                    <a:pt x="4491" y="7393"/>
                    <a:pt x="4654" y="7393"/>
                  </a:cubicBezTo>
                  <a:close/>
                  <a:moveTo>
                    <a:pt x="4223" y="8516"/>
                  </a:moveTo>
                  <a:cubicBezTo>
                    <a:pt x="4608" y="8516"/>
                    <a:pt x="4987" y="8579"/>
                    <a:pt x="5371" y="8682"/>
                  </a:cubicBezTo>
                  <a:cubicBezTo>
                    <a:pt x="5286" y="8790"/>
                    <a:pt x="5196" y="8895"/>
                    <a:pt x="5106" y="8996"/>
                  </a:cubicBezTo>
                  <a:cubicBezTo>
                    <a:pt x="4769" y="8865"/>
                    <a:pt x="4416" y="8805"/>
                    <a:pt x="4059" y="8805"/>
                  </a:cubicBezTo>
                  <a:cubicBezTo>
                    <a:pt x="3848" y="8805"/>
                    <a:pt x="3635" y="8826"/>
                    <a:pt x="3424" y="8866"/>
                  </a:cubicBezTo>
                  <a:cubicBezTo>
                    <a:pt x="3489" y="8772"/>
                    <a:pt x="3552" y="8672"/>
                    <a:pt x="3610" y="8571"/>
                  </a:cubicBezTo>
                  <a:cubicBezTo>
                    <a:pt x="3818" y="8533"/>
                    <a:pt x="4021" y="8516"/>
                    <a:pt x="4223" y="8516"/>
                  </a:cubicBezTo>
                  <a:close/>
                  <a:moveTo>
                    <a:pt x="7962" y="5015"/>
                  </a:moveTo>
                  <a:cubicBezTo>
                    <a:pt x="7963" y="5023"/>
                    <a:pt x="7963" y="5031"/>
                    <a:pt x="7968" y="5040"/>
                  </a:cubicBezTo>
                  <a:cubicBezTo>
                    <a:pt x="8271" y="5650"/>
                    <a:pt x="8643" y="6187"/>
                    <a:pt x="8844" y="6851"/>
                  </a:cubicBezTo>
                  <a:cubicBezTo>
                    <a:pt x="9011" y="7406"/>
                    <a:pt x="9083" y="7970"/>
                    <a:pt x="9106" y="8543"/>
                  </a:cubicBezTo>
                  <a:cubicBezTo>
                    <a:pt x="9048" y="8609"/>
                    <a:pt x="8988" y="8669"/>
                    <a:pt x="8927" y="8731"/>
                  </a:cubicBezTo>
                  <a:cubicBezTo>
                    <a:pt x="8726" y="8934"/>
                    <a:pt x="8513" y="9126"/>
                    <a:pt x="8296" y="9314"/>
                  </a:cubicBezTo>
                  <a:cubicBezTo>
                    <a:pt x="8355" y="8301"/>
                    <a:pt x="7978" y="7324"/>
                    <a:pt x="7266" y="6583"/>
                  </a:cubicBezTo>
                  <a:cubicBezTo>
                    <a:pt x="7244" y="6560"/>
                    <a:pt x="7218" y="6550"/>
                    <a:pt x="7192" y="6550"/>
                  </a:cubicBezTo>
                  <a:cubicBezTo>
                    <a:pt x="7113" y="6550"/>
                    <a:pt x="7041" y="6643"/>
                    <a:pt x="7109" y="6720"/>
                  </a:cubicBezTo>
                  <a:cubicBezTo>
                    <a:pt x="7782" y="7489"/>
                    <a:pt x="8119" y="8448"/>
                    <a:pt x="8119" y="9460"/>
                  </a:cubicBezTo>
                  <a:cubicBezTo>
                    <a:pt x="7703" y="9798"/>
                    <a:pt x="7258" y="10108"/>
                    <a:pt x="6792" y="10376"/>
                  </a:cubicBezTo>
                  <a:cubicBezTo>
                    <a:pt x="7171" y="9430"/>
                    <a:pt x="7078" y="8334"/>
                    <a:pt x="6554" y="7457"/>
                  </a:cubicBezTo>
                  <a:cubicBezTo>
                    <a:pt x="7036" y="6648"/>
                    <a:pt x="7471" y="5814"/>
                    <a:pt x="7962" y="5015"/>
                  </a:cubicBezTo>
                  <a:close/>
                  <a:moveTo>
                    <a:pt x="4077" y="8984"/>
                  </a:moveTo>
                  <a:cubicBezTo>
                    <a:pt x="4388" y="8984"/>
                    <a:pt x="4694" y="9029"/>
                    <a:pt x="5003" y="9108"/>
                  </a:cubicBezTo>
                  <a:cubicBezTo>
                    <a:pt x="4599" y="9540"/>
                    <a:pt x="4141" y="9910"/>
                    <a:pt x="3601" y="10171"/>
                  </a:cubicBezTo>
                  <a:cubicBezTo>
                    <a:pt x="3388" y="10273"/>
                    <a:pt x="3159" y="10358"/>
                    <a:pt x="2918" y="10415"/>
                  </a:cubicBezTo>
                  <a:cubicBezTo>
                    <a:pt x="2938" y="10399"/>
                    <a:pt x="2949" y="10376"/>
                    <a:pt x="2946" y="10345"/>
                  </a:cubicBezTo>
                  <a:cubicBezTo>
                    <a:pt x="2907" y="10075"/>
                    <a:pt x="2742" y="9854"/>
                    <a:pt x="2514" y="9731"/>
                  </a:cubicBezTo>
                  <a:cubicBezTo>
                    <a:pt x="2841" y="9545"/>
                    <a:pt x="3108" y="9289"/>
                    <a:pt x="3332" y="8993"/>
                  </a:cubicBezTo>
                  <a:cubicBezTo>
                    <a:pt x="3345" y="9027"/>
                    <a:pt x="3372" y="9052"/>
                    <a:pt x="3412" y="9052"/>
                  </a:cubicBezTo>
                  <a:cubicBezTo>
                    <a:pt x="3419" y="9052"/>
                    <a:pt x="3425" y="9052"/>
                    <a:pt x="3432" y="9050"/>
                  </a:cubicBezTo>
                  <a:cubicBezTo>
                    <a:pt x="3651" y="9005"/>
                    <a:pt x="3865" y="8984"/>
                    <a:pt x="4077" y="8984"/>
                  </a:cubicBezTo>
                  <a:close/>
                  <a:moveTo>
                    <a:pt x="328" y="9168"/>
                  </a:moveTo>
                  <a:lnTo>
                    <a:pt x="328" y="9168"/>
                  </a:lnTo>
                  <a:cubicBezTo>
                    <a:pt x="423" y="9419"/>
                    <a:pt x="611" y="9633"/>
                    <a:pt x="861" y="9787"/>
                  </a:cubicBezTo>
                  <a:cubicBezTo>
                    <a:pt x="958" y="9846"/>
                    <a:pt x="1059" y="9892"/>
                    <a:pt x="1164" y="9923"/>
                  </a:cubicBezTo>
                  <a:cubicBezTo>
                    <a:pt x="1231" y="9988"/>
                    <a:pt x="1310" y="10050"/>
                    <a:pt x="1369" y="10122"/>
                  </a:cubicBezTo>
                  <a:cubicBezTo>
                    <a:pt x="1449" y="10214"/>
                    <a:pt x="1509" y="10315"/>
                    <a:pt x="1557" y="10427"/>
                  </a:cubicBezTo>
                  <a:cubicBezTo>
                    <a:pt x="1334" y="10368"/>
                    <a:pt x="1120" y="10276"/>
                    <a:pt x="923" y="10142"/>
                  </a:cubicBezTo>
                  <a:cubicBezTo>
                    <a:pt x="593" y="9919"/>
                    <a:pt x="331" y="9564"/>
                    <a:pt x="328" y="9168"/>
                  </a:cubicBezTo>
                  <a:close/>
                  <a:moveTo>
                    <a:pt x="2306" y="9836"/>
                  </a:moveTo>
                  <a:cubicBezTo>
                    <a:pt x="2548" y="9913"/>
                    <a:pt x="2742" y="10124"/>
                    <a:pt x="2794" y="10376"/>
                  </a:cubicBezTo>
                  <a:cubicBezTo>
                    <a:pt x="2800" y="10409"/>
                    <a:pt x="2823" y="10425"/>
                    <a:pt x="2846" y="10430"/>
                  </a:cubicBezTo>
                  <a:cubicBezTo>
                    <a:pt x="2630" y="10478"/>
                    <a:pt x="2409" y="10505"/>
                    <a:pt x="2190" y="10505"/>
                  </a:cubicBezTo>
                  <a:cubicBezTo>
                    <a:pt x="2030" y="10505"/>
                    <a:pt x="1870" y="10491"/>
                    <a:pt x="1714" y="10461"/>
                  </a:cubicBezTo>
                  <a:lnTo>
                    <a:pt x="1714" y="10456"/>
                  </a:lnTo>
                  <a:cubicBezTo>
                    <a:pt x="1670" y="10309"/>
                    <a:pt x="1590" y="10129"/>
                    <a:pt x="1477" y="9983"/>
                  </a:cubicBezTo>
                  <a:lnTo>
                    <a:pt x="1477" y="9983"/>
                  </a:lnTo>
                  <a:cubicBezTo>
                    <a:pt x="1518" y="9987"/>
                    <a:pt x="1559" y="9988"/>
                    <a:pt x="1600" y="9988"/>
                  </a:cubicBezTo>
                  <a:cubicBezTo>
                    <a:pt x="1840" y="9988"/>
                    <a:pt x="2080" y="9932"/>
                    <a:pt x="2306" y="9836"/>
                  </a:cubicBezTo>
                  <a:close/>
                  <a:moveTo>
                    <a:pt x="6430" y="7666"/>
                  </a:moveTo>
                  <a:cubicBezTo>
                    <a:pt x="6833" y="8538"/>
                    <a:pt x="6906" y="9458"/>
                    <a:pt x="6661" y="10402"/>
                  </a:cubicBezTo>
                  <a:cubicBezTo>
                    <a:pt x="6656" y="10420"/>
                    <a:pt x="6659" y="10435"/>
                    <a:pt x="6664" y="10448"/>
                  </a:cubicBezTo>
                  <a:cubicBezTo>
                    <a:pt x="6489" y="10543"/>
                    <a:pt x="6311" y="10638"/>
                    <a:pt x="6129" y="10721"/>
                  </a:cubicBezTo>
                  <a:cubicBezTo>
                    <a:pt x="6365" y="9954"/>
                    <a:pt x="6317" y="9126"/>
                    <a:pt x="5952" y="8396"/>
                  </a:cubicBezTo>
                  <a:cubicBezTo>
                    <a:pt x="6100" y="8185"/>
                    <a:pt x="6242" y="7972"/>
                    <a:pt x="6373" y="7759"/>
                  </a:cubicBezTo>
                  <a:cubicBezTo>
                    <a:pt x="6391" y="7728"/>
                    <a:pt x="6409" y="7699"/>
                    <a:pt x="6430" y="7666"/>
                  </a:cubicBezTo>
                  <a:close/>
                  <a:moveTo>
                    <a:pt x="1040" y="10571"/>
                  </a:moveTo>
                  <a:lnTo>
                    <a:pt x="1040" y="10571"/>
                  </a:lnTo>
                  <a:cubicBezTo>
                    <a:pt x="1311" y="10685"/>
                    <a:pt x="1614" y="10754"/>
                    <a:pt x="1915" y="10783"/>
                  </a:cubicBezTo>
                  <a:cubicBezTo>
                    <a:pt x="1905" y="10792"/>
                    <a:pt x="1894" y="10801"/>
                    <a:pt x="1882" y="10810"/>
                  </a:cubicBezTo>
                  <a:cubicBezTo>
                    <a:pt x="1815" y="10867"/>
                    <a:pt x="1750" y="10927"/>
                    <a:pt x="1681" y="10988"/>
                  </a:cubicBezTo>
                  <a:cubicBezTo>
                    <a:pt x="1450" y="10870"/>
                    <a:pt x="1238" y="10731"/>
                    <a:pt x="1040" y="10571"/>
                  </a:cubicBezTo>
                  <a:close/>
                  <a:moveTo>
                    <a:pt x="5811" y="8600"/>
                  </a:moveTo>
                  <a:cubicBezTo>
                    <a:pt x="6064" y="9338"/>
                    <a:pt x="6100" y="10081"/>
                    <a:pt x="5883" y="10834"/>
                  </a:cubicBezTo>
                  <a:cubicBezTo>
                    <a:pt x="5532" y="10981"/>
                    <a:pt x="5173" y="11106"/>
                    <a:pt x="4807" y="11201"/>
                  </a:cubicBezTo>
                  <a:cubicBezTo>
                    <a:pt x="4731" y="11220"/>
                    <a:pt x="4655" y="11237"/>
                    <a:pt x="4578" y="11255"/>
                  </a:cubicBezTo>
                  <a:cubicBezTo>
                    <a:pt x="4774" y="10810"/>
                    <a:pt x="4869" y="10302"/>
                    <a:pt x="4758" y="9829"/>
                  </a:cubicBezTo>
                  <a:cubicBezTo>
                    <a:pt x="4754" y="9811"/>
                    <a:pt x="4745" y="9798"/>
                    <a:pt x="4731" y="9790"/>
                  </a:cubicBezTo>
                  <a:cubicBezTo>
                    <a:pt x="5134" y="9443"/>
                    <a:pt x="5492" y="9032"/>
                    <a:pt x="5811" y="8600"/>
                  </a:cubicBezTo>
                  <a:close/>
                  <a:moveTo>
                    <a:pt x="3519" y="10551"/>
                  </a:moveTo>
                  <a:cubicBezTo>
                    <a:pt x="3489" y="10693"/>
                    <a:pt x="3468" y="10836"/>
                    <a:pt x="3406" y="10973"/>
                  </a:cubicBezTo>
                  <a:cubicBezTo>
                    <a:pt x="3337" y="11124"/>
                    <a:pt x="3236" y="11258"/>
                    <a:pt x="3118" y="11373"/>
                  </a:cubicBezTo>
                  <a:cubicBezTo>
                    <a:pt x="2797" y="11348"/>
                    <a:pt x="2478" y="11291"/>
                    <a:pt x="2169" y="11189"/>
                  </a:cubicBezTo>
                  <a:cubicBezTo>
                    <a:pt x="2061" y="11155"/>
                    <a:pt x="1956" y="11114"/>
                    <a:pt x="1853" y="11070"/>
                  </a:cubicBezTo>
                  <a:cubicBezTo>
                    <a:pt x="1899" y="11031"/>
                    <a:pt x="1940" y="10990"/>
                    <a:pt x="1979" y="10959"/>
                  </a:cubicBezTo>
                  <a:cubicBezTo>
                    <a:pt x="2041" y="10908"/>
                    <a:pt x="2112" y="10857"/>
                    <a:pt x="2177" y="10801"/>
                  </a:cubicBezTo>
                  <a:cubicBezTo>
                    <a:pt x="2208" y="10802"/>
                    <a:pt x="2240" y="10803"/>
                    <a:pt x="2271" y="10803"/>
                  </a:cubicBezTo>
                  <a:cubicBezTo>
                    <a:pt x="2549" y="10803"/>
                    <a:pt x="2817" y="10770"/>
                    <a:pt x="3048" y="10711"/>
                  </a:cubicBezTo>
                  <a:cubicBezTo>
                    <a:pt x="3211" y="10669"/>
                    <a:pt x="3367" y="10615"/>
                    <a:pt x="3519" y="10551"/>
                  </a:cubicBezTo>
                  <a:close/>
                  <a:moveTo>
                    <a:pt x="4633" y="9872"/>
                  </a:moveTo>
                  <a:lnTo>
                    <a:pt x="4633" y="9872"/>
                  </a:lnTo>
                  <a:cubicBezTo>
                    <a:pt x="4571" y="10366"/>
                    <a:pt x="4519" y="10829"/>
                    <a:pt x="4371" y="11299"/>
                  </a:cubicBezTo>
                  <a:cubicBezTo>
                    <a:pt x="4067" y="11352"/>
                    <a:pt x="3756" y="11384"/>
                    <a:pt x="3447" y="11384"/>
                  </a:cubicBezTo>
                  <a:cubicBezTo>
                    <a:pt x="3412" y="11384"/>
                    <a:pt x="3377" y="11383"/>
                    <a:pt x="3342" y="11382"/>
                  </a:cubicBezTo>
                  <a:cubicBezTo>
                    <a:pt x="3584" y="11140"/>
                    <a:pt x="3758" y="10793"/>
                    <a:pt x="3694" y="10474"/>
                  </a:cubicBezTo>
                  <a:cubicBezTo>
                    <a:pt x="4033" y="10317"/>
                    <a:pt x="4345" y="10109"/>
                    <a:pt x="4633" y="9872"/>
                  </a:cubicBezTo>
                  <a:close/>
                  <a:moveTo>
                    <a:pt x="13712" y="1"/>
                  </a:moveTo>
                  <a:cubicBezTo>
                    <a:pt x="13705" y="1"/>
                    <a:pt x="13697" y="2"/>
                    <a:pt x="13689" y="4"/>
                  </a:cubicBezTo>
                  <a:cubicBezTo>
                    <a:pt x="13346" y="103"/>
                    <a:pt x="13009" y="230"/>
                    <a:pt x="12678" y="379"/>
                  </a:cubicBezTo>
                  <a:cubicBezTo>
                    <a:pt x="12658" y="364"/>
                    <a:pt x="12635" y="355"/>
                    <a:pt x="12608" y="351"/>
                  </a:cubicBezTo>
                  <a:cubicBezTo>
                    <a:pt x="12316" y="313"/>
                    <a:pt x="12028" y="294"/>
                    <a:pt x="11742" y="294"/>
                  </a:cubicBezTo>
                  <a:cubicBezTo>
                    <a:pt x="9264" y="294"/>
                    <a:pt x="7031" y="1701"/>
                    <a:pt x="5630" y="3742"/>
                  </a:cubicBezTo>
                  <a:cubicBezTo>
                    <a:pt x="4844" y="4886"/>
                    <a:pt x="4286" y="6161"/>
                    <a:pt x="3771" y="7442"/>
                  </a:cubicBezTo>
                  <a:cubicBezTo>
                    <a:pt x="3462" y="8209"/>
                    <a:pt x="3113" y="9067"/>
                    <a:pt x="2347" y="9482"/>
                  </a:cubicBezTo>
                  <a:cubicBezTo>
                    <a:pt x="2126" y="9602"/>
                    <a:pt x="1879" y="9660"/>
                    <a:pt x="1638" y="9660"/>
                  </a:cubicBezTo>
                  <a:cubicBezTo>
                    <a:pt x="1069" y="9660"/>
                    <a:pt x="534" y="9335"/>
                    <a:pt x="454" y="8718"/>
                  </a:cubicBezTo>
                  <a:cubicBezTo>
                    <a:pt x="586" y="8512"/>
                    <a:pt x="813" y="8398"/>
                    <a:pt x="1034" y="8398"/>
                  </a:cubicBezTo>
                  <a:cubicBezTo>
                    <a:pt x="1263" y="8398"/>
                    <a:pt x="1485" y="8521"/>
                    <a:pt x="1588" y="8792"/>
                  </a:cubicBezTo>
                  <a:cubicBezTo>
                    <a:pt x="1605" y="8837"/>
                    <a:pt x="1644" y="8856"/>
                    <a:pt x="1685" y="8856"/>
                  </a:cubicBezTo>
                  <a:cubicBezTo>
                    <a:pt x="1756" y="8856"/>
                    <a:pt x="1832" y="8799"/>
                    <a:pt x="1809" y="8717"/>
                  </a:cubicBezTo>
                  <a:cubicBezTo>
                    <a:pt x="1699" y="8336"/>
                    <a:pt x="1354" y="8082"/>
                    <a:pt x="967" y="8082"/>
                  </a:cubicBezTo>
                  <a:cubicBezTo>
                    <a:pt x="903" y="8082"/>
                    <a:pt x="838" y="8089"/>
                    <a:pt x="773" y="8103"/>
                  </a:cubicBezTo>
                  <a:cubicBezTo>
                    <a:pt x="264" y="8216"/>
                    <a:pt x="1" y="8749"/>
                    <a:pt x="23" y="9237"/>
                  </a:cubicBezTo>
                  <a:cubicBezTo>
                    <a:pt x="30" y="9404"/>
                    <a:pt x="64" y="9556"/>
                    <a:pt x="117" y="9695"/>
                  </a:cubicBezTo>
                  <a:cubicBezTo>
                    <a:pt x="91" y="9716"/>
                    <a:pt x="74" y="9756"/>
                    <a:pt x="91" y="9795"/>
                  </a:cubicBezTo>
                  <a:cubicBezTo>
                    <a:pt x="519" y="10860"/>
                    <a:pt x="1737" y="11467"/>
                    <a:pt x="2822" y="11621"/>
                  </a:cubicBezTo>
                  <a:cubicBezTo>
                    <a:pt x="3035" y="11652"/>
                    <a:pt x="3250" y="11666"/>
                    <a:pt x="3464" y="11666"/>
                  </a:cubicBezTo>
                  <a:cubicBezTo>
                    <a:pt x="3746" y="11666"/>
                    <a:pt x="4027" y="11641"/>
                    <a:pt x="4306" y="11597"/>
                  </a:cubicBezTo>
                  <a:cubicBezTo>
                    <a:pt x="4320" y="11613"/>
                    <a:pt x="4340" y="11623"/>
                    <a:pt x="4361" y="11623"/>
                  </a:cubicBezTo>
                  <a:cubicBezTo>
                    <a:pt x="4380" y="11623"/>
                    <a:pt x="4399" y="11614"/>
                    <a:pt x="4411" y="11593"/>
                  </a:cubicBezTo>
                  <a:cubicBezTo>
                    <a:pt x="4412" y="11589"/>
                    <a:pt x="4417" y="11582"/>
                    <a:pt x="4419" y="11579"/>
                  </a:cubicBezTo>
                  <a:cubicBezTo>
                    <a:pt x="5280" y="11425"/>
                    <a:pt x="6119" y="11083"/>
                    <a:pt x="6872" y="10666"/>
                  </a:cubicBezTo>
                  <a:cubicBezTo>
                    <a:pt x="7716" y="10199"/>
                    <a:pt x="8487" y="9607"/>
                    <a:pt x="9168" y="8923"/>
                  </a:cubicBezTo>
                  <a:cubicBezTo>
                    <a:pt x="9177" y="8926"/>
                    <a:pt x="9186" y="8928"/>
                    <a:pt x="9196" y="8928"/>
                  </a:cubicBezTo>
                  <a:cubicBezTo>
                    <a:pt x="9228" y="8928"/>
                    <a:pt x="9259" y="8908"/>
                    <a:pt x="9264" y="8864"/>
                  </a:cubicBezTo>
                  <a:cubicBezTo>
                    <a:pt x="9266" y="8849"/>
                    <a:pt x="9266" y="8833"/>
                    <a:pt x="9269" y="8820"/>
                  </a:cubicBezTo>
                  <a:cubicBezTo>
                    <a:pt x="9858" y="8208"/>
                    <a:pt x="10375" y="7527"/>
                    <a:pt x="10803" y="6792"/>
                  </a:cubicBezTo>
                  <a:cubicBezTo>
                    <a:pt x="10805" y="6792"/>
                    <a:pt x="10808" y="6793"/>
                    <a:pt x="10810" y="6793"/>
                  </a:cubicBezTo>
                  <a:cubicBezTo>
                    <a:pt x="10846" y="6793"/>
                    <a:pt x="10878" y="6771"/>
                    <a:pt x="10881" y="6722"/>
                  </a:cubicBezTo>
                  <a:lnTo>
                    <a:pt x="10881" y="6656"/>
                  </a:lnTo>
                  <a:cubicBezTo>
                    <a:pt x="11148" y="6180"/>
                    <a:pt x="11380" y="5683"/>
                    <a:pt x="11570" y="5172"/>
                  </a:cubicBezTo>
                  <a:cubicBezTo>
                    <a:pt x="11811" y="4521"/>
                    <a:pt x="11974" y="3850"/>
                    <a:pt x="12084" y="3166"/>
                  </a:cubicBezTo>
                  <a:cubicBezTo>
                    <a:pt x="12223" y="2284"/>
                    <a:pt x="12313" y="1387"/>
                    <a:pt x="12850" y="643"/>
                  </a:cubicBezTo>
                  <a:cubicBezTo>
                    <a:pt x="12861" y="629"/>
                    <a:pt x="12866" y="615"/>
                    <a:pt x="12871" y="602"/>
                  </a:cubicBezTo>
                  <a:cubicBezTo>
                    <a:pt x="13159" y="454"/>
                    <a:pt x="13452" y="312"/>
                    <a:pt x="13750" y="171"/>
                  </a:cubicBezTo>
                  <a:cubicBezTo>
                    <a:pt x="13828" y="134"/>
                    <a:pt x="13794" y="1"/>
                    <a:pt x="13712" y="1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417;p33">
              <a:extLst>
                <a:ext uri="{FF2B5EF4-FFF2-40B4-BE49-F238E27FC236}">
                  <a16:creationId xmlns:a16="http://schemas.microsoft.com/office/drawing/2014/main" id="{F8FD6188-92F9-42D8-A714-78228AAFE9FB}"/>
                </a:ext>
              </a:extLst>
            </p:cNvPr>
            <p:cNvSpPr/>
            <p:nvPr/>
          </p:nvSpPr>
          <p:spPr>
            <a:xfrm rot="17506809">
              <a:off x="7004852" y="1693042"/>
              <a:ext cx="728908" cy="614944"/>
            </a:xfrm>
            <a:custGeom>
              <a:avLst/>
              <a:gdLst/>
              <a:ahLst/>
              <a:cxnLst/>
              <a:rect l="l" t="t" r="r" b="b"/>
              <a:pathLst>
                <a:path w="13828" h="11666" extrusionOk="0">
                  <a:moveTo>
                    <a:pt x="11902" y="622"/>
                  </a:moveTo>
                  <a:cubicBezTo>
                    <a:pt x="11993" y="622"/>
                    <a:pt x="12084" y="623"/>
                    <a:pt x="12176" y="626"/>
                  </a:cubicBezTo>
                  <a:cubicBezTo>
                    <a:pt x="11748" y="854"/>
                    <a:pt x="11336" y="1117"/>
                    <a:pt x="10943" y="1400"/>
                  </a:cubicBezTo>
                  <a:cubicBezTo>
                    <a:pt x="10565" y="1156"/>
                    <a:pt x="10148" y="999"/>
                    <a:pt x="9708" y="944"/>
                  </a:cubicBezTo>
                  <a:cubicBezTo>
                    <a:pt x="10413" y="725"/>
                    <a:pt x="11153" y="622"/>
                    <a:pt x="11902" y="622"/>
                  </a:cubicBezTo>
                  <a:close/>
                  <a:moveTo>
                    <a:pt x="9181" y="1132"/>
                  </a:moveTo>
                  <a:cubicBezTo>
                    <a:pt x="9191" y="1137"/>
                    <a:pt x="9204" y="1138"/>
                    <a:pt x="9215" y="1138"/>
                  </a:cubicBezTo>
                  <a:cubicBezTo>
                    <a:pt x="9219" y="1138"/>
                    <a:pt x="9223" y="1138"/>
                    <a:pt x="9227" y="1138"/>
                  </a:cubicBezTo>
                  <a:cubicBezTo>
                    <a:pt x="9787" y="1138"/>
                    <a:pt x="10315" y="1253"/>
                    <a:pt x="10812" y="1497"/>
                  </a:cubicBezTo>
                  <a:cubicBezTo>
                    <a:pt x="10488" y="1739"/>
                    <a:pt x="10174" y="1996"/>
                    <a:pt x="9880" y="2259"/>
                  </a:cubicBezTo>
                  <a:cubicBezTo>
                    <a:pt x="9845" y="2290"/>
                    <a:pt x="9811" y="2323"/>
                    <a:pt x="9777" y="2356"/>
                  </a:cubicBezTo>
                  <a:cubicBezTo>
                    <a:pt x="9795" y="2326"/>
                    <a:pt x="9795" y="2287"/>
                    <a:pt x="9762" y="2266"/>
                  </a:cubicBezTo>
                  <a:cubicBezTo>
                    <a:pt x="9330" y="1986"/>
                    <a:pt x="8732" y="1780"/>
                    <a:pt x="8170" y="1780"/>
                  </a:cubicBezTo>
                  <a:cubicBezTo>
                    <a:pt x="8094" y="1780"/>
                    <a:pt x="8019" y="1784"/>
                    <a:pt x="7945" y="1791"/>
                  </a:cubicBezTo>
                  <a:cubicBezTo>
                    <a:pt x="8337" y="1525"/>
                    <a:pt x="8749" y="1305"/>
                    <a:pt x="9181" y="1132"/>
                  </a:cubicBezTo>
                  <a:close/>
                  <a:moveTo>
                    <a:pt x="8294" y="2015"/>
                  </a:moveTo>
                  <a:cubicBezTo>
                    <a:pt x="8380" y="2015"/>
                    <a:pt x="8467" y="2019"/>
                    <a:pt x="8554" y="2030"/>
                  </a:cubicBezTo>
                  <a:cubicBezTo>
                    <a:pt x="8963" y="2079"/>
                    <a:pt x="9335" y="2210"/>
                    <a:pt x="9706" y="2382"/>
                  </a:cubicBezTo>
                  <a:cubicBezTo>
                    <a:pt x="9714" y="2386"/>
                    <a:pt x="9721" y="2388"/>
                    <a:pt x="9728" y="2388"/>
                  </a:cubicBezTo>
                  <a:cubicBezTo>
                    <a:pt x="9736" y="2388"/>
                    <a:pt x="9744" y="2385"/>
                    <a:pt x="9752" y="2382"/>
                  </a:cubicBezTo>
                  <a:lnTo>
                    <a:pt x="9752" y="2382"/>
                  </a:lnTo>
                  <a:cubicBezTo>
                    <a:pt x="9557" y="2562"/>
                    <a:pt x="9371" y="2750"/>
                    <a:pt x="9196" y="2942"/>
                  </a:cubicBezTo>
                  <a:cubicBezTo>
                    <a:pt x="9191" y="2914"/>
                    <a:pt x="9176" y="2889"/>
                    <a:pt x="9148" y="2875"/>
                  </a:cubicBezTo>
                  <a:cubicBezTo>
                    <a:pt x="8661" y="2622"/>
                    <a:pt x="8130" y="2482"/>
                    <a:pt x="7595" y="2482"/>
                  </a:cubicBezTo>
                  <a:cubicBezTo>
                    <a:pt x="7411" y="2482"/>
                    <a:pt x="7227" y="2498"/>
                    <a:pt x="7044" y="2533"/>
                  </a:cubicBezTo>
                  <a:cubicBezTo>
                    <a:pt x="7212" y="2366"/>
                    <a:pt x="7397" y="2209"/>
                    <a:pt x="7589" y="2056"/>
                  </a:cubicBezTo>
                  <a:cubicBezTo>
                    <a:pt x="7826" y="2047"/>
                    <a:pt x="8058" y="2015"/>
                    <a:pt x="8294" y="2015"/>
                  </a:cubicBezTo>
                  <a:close/>
                  <a:moveTo>
                    <a:pt x="12367" y="868"/>
                  </a:moveTo>
                  <a:cubicBezTo>
                    <a:pt x="12076" y="1395"/>
                    <a:pt x="11953" y="1991"/>
                    <a:pt x="11856" y="2596"/>
                  </a:cubicBezTo>
                  <a:cubicBezTo>
                    <a:pt x="11835" y="2729"/>
                    <a:pt x="11812" y="2860"/>
                    <a:pt x="11793" y="2991"/>
                  </a:cubicBezTo>
                  <a:cubicBezTo>
                    <a:pt x="11636" y="2513"/>
                    <a:pt x="11334" y="2078"/>
                    <a:pt x="10968" y="1739"/>
                  </a:cubicBezTo>
                  <a:cubicBezTo>
                    <a:pt x="11415" y="1423"/>
                    <a:pt x="11883" y="1133"/>
                    <a:pt x="12367" y="868"/>
                  </a:cubicBezTo>
                  <a:close/>
                  <a:moveTo>
                    <a:pt x="7606" y="2726"/>
                  </a:moveTo>
                  <a:cubicBezTo>
                    <a:pt x="8095" y="2726"/>
                    <a:pt x="8574" y="2832"/>
                    <a:pt x="9045" y="3069"/>
                  </a:cubicBezTo>
                  <a:cubicBezTo>
                    <a:pt x="9053" y="3073"/>
                    <a:pt x="9061" y="3076"/>
                    <a:pt x="9070" y="3078"/>
                  </a:cubicBezTo>
                  <a:cubicBezTo>
                    <a:pt x="8873" y="3295"/>
                    <a:pt x="8688" y="3521"/>
                    <a:pt x="8510" y="3752"/>
                  </a:cubicBezTo>
                  <a:lnTo>
                    <a:pt x="8500" y="3742"/>
                  </a:lnTo>
                  <a:cubicBezTo>
                    <a:pt x="8081" y="3488"/>
                    <a:pt x="7623" y="3369"/>
                    <a:pt x="7162" y="3369"/>
                  </a:cubicBezTo>
                  <a:cubicBezTo>
                    <a:pt x="6817" y="3369"/>
                    <a:pt x="6471" y="3435"/>
                    <a:pt x="6137" y="3562"/>
                  </a:cubicBezTo>
                  <a:cubicBezTo>
                    <a:pt x="6329" y="3307"/>
                    <a:pt x="6536" y="3061"/>
                    <a:pt x="6754" y="2826"/>
                  </a:cubicBezTo>
                  <a:cubicBezTo>
                    <a:pt x="7042" y="2761"/>
                    <a:pt x="7326" y="2726"/>
                    <a:pt x="7606" y="2726"/>
                  </a:cubicBezTo>
                  <a:close/>
                  <a:moveTo>
                    <a:pt x="7086" y="3587"/>
                  </a:moveTo>
                  <a:cubicBezTo>
                    <a:pt x="7532" y="3587"/>
                    <a:pt x="7976" y="3699"/>
                    <a:pt x="8399" y="3899"/>
                  </a:cubicBezTo>
                  <a:cubicBezTo>
                    <a:pt x="8191" y="4177"/>
                    <a:pt x="7990" y="4464"/>
                    <a:pt x="7800" y="4758"/>
                  </a:cubicBezTo>
                  <a:cubicBezTo>
                    <a:pt x="7790" y="4748"/>
                    <a:pt x="7780" y="4740"/>
                    <a:pt x="7765" y="4734"/>
                  </a:cubicBezTo>
                  <a:cubicBezTo>
                    <a:pt x="7219" y="4528"/>
                    <a:pt x="6648" y="4435"/>
                    <a:pt x="6072" y="4435"/>
                  </a:cubicBezTo>
                  <a:cubicBezTo>
                    <a:pt x="5891" y="4435"/>
                    <a:pt x="5709" y="4444"/>
                    <a:pt x="5527" y="4462"/>
                  </a:cubicBezTo>
                  <a:cubicBezTo>
                    <a:pt x="5661" y="4241"/>
                    <a:pt x="5802" y="4027"/>
                    <a:pt x="5951" y="3817"/>
                  </a:cubicBezTo>
                  <a:cubicBezTo>
                    <a:pt x="5961" y="3820"/>
                    <a:pt x="5972" y="3823"/>
                    <a:pt x="5983" y="3823"/>
                  </a:cubicBezTo>
                  <a:cubicBezTo>
                    <a:pt x="5994" y="3823"/>
                    <a:pt x="6005" y="3820"/>
                    <a:pt x="6018" y="3816"/>
                  </a:cubicBezTo>
                  <a:cubicBezTo>
                    <a:pt x="6368" y="3659"/>
                    <a:pt x="6728" y="3587"/>
                    <a:pt x="7086" y="3587"/>
                  </a:cubicBezTo>
                  <a:close/>
                  <a:moveTo>
                    <a:pt x="10762" y="1893"/>
                  </a:moveTo>
                  <a:cubicBezTo>
                    <a:pt x="11246" y="2333"/>
                    <a:pt x="11523" y="2855"/>
                    <a:pt x="11712" y="3456"/>
                  </a:cubicBezTo>
                  <a:cubicBezTo>
                    <a:pt x="11622" y="3932"/>
                    <a:pt x="11511" y="4405"/>
                    <a:pt x="11349" y="4871"/>
                  </a:cubicBezTo>
                  <a:cubicBezTo>
                    <a:pt x="11334" y="4905"/>
                    <a:pt x="11320" y="4941"/>
                    <a:pt x="11308" y="4977"/>
                  </a:cubicBezTo>
                  <a:cubicBezTo>
                    <a:pt x="11112" y="4046"/>
                    <a:pt x="10711" y="3145"/>
                    <a:pt x="10148" y="2382"/>
                  </a:cubicBezTo>
                  <a:cubicBezTo>
                    <a:pt x="10346" y="2210"/>
                    <a:pt x="10551" y="2048"/>
                    <a:pt x="10762" y="1893"/>
                  </a:cubicBezTo>
                  <a:close/>
                  <a:moveTo>
                    <a:pt x="6023" y="4652"/>
                  </a:moveTo>
                  <a:cubicBezTo>
                    <a:pt x="6592" y="4652"/>
                    <a:pt x="7146" y="4734"/>
                    <a:pt x="7711" y="4884"/>
                  </a:cubicBezTo>
                  <a:lnTo>
                    <a:pt x="7716" y="4884"/>
                  </a:lnTo>
                  <a:cubicBezTo>
                    <a:pt x="7638" y="5007"/>
                    <a:pt x="7561" y="5130"/>
                    <a:pt x="7486" y="5254"/>
                  </a:cubicBezTo>
                  <a:cubicBezTo>
                    <a:pt x="7489" y="5220"/>
                    <a:pt x="7472" y="5184"/>
                    <a:pt x="7430" y="5167"/>
                  </a:cubicBezTo>
                  <a:cubicBezTo>
                    <a:pt x="7004" y="5014"/>
                    <a:pt x="6566" y="4941"/>
                    <a:pt x="6125" y="4941"/>
                  </a:cubicBezTo>
                  <a:cubicBezTo>
                    <a:pt x="5814" y="4941"/>
                    <a:pt x="5500" y="4978"/>
                    <a:pt x="5190" y="5048"/>
                  </a:cubicBezTo>
                  <a:cubicBezTo>
                    <a:pt x="5257" y="4927"/>
                    <a:pt x="5325" y="4806"/>
                    <a:pt x="5394" y="4684"/>
                  </a:cubicBezTo>
                  <a:lnTo>
                    <a:pt x="5399" y="4684"/>
                  </a:lnTo>
                  <a:cubicBezTo>
                    <a:pt x="5610" y="4662"/>
                    <a:pt x="5817" y="4652"/>
                    <a:pt x="6023" y="4652"/>
                  </a:cubicBezTo>
                  <a:close/>
                  <a:moveTo>
                    <a:pt x="6110" y="5154"/>
                  </a:moveTo>
                  <a:cubicBezTo>
                    <a:pt x="6531" y="5154"/>
                    <a:pt x="6950" y="5217"/>
                    <a:pt x="7374" y="5334"/>
                  </a:cubicBezTo>
                  <a:cubicBezTo>
                    <a:pt x="7383" y="5336"/>
                    <a:pt x="7391" y="5337"/>
                    <a:pt x="7398" y="5337"/>
                  </a:cubicBezTo>
                  <a:cubicBezTo>
                    <a:pt x="7415" y="5337"/>
                    <a:pt x="7431" y="5333"/>
                    <a:pt x="7443" y="5326"/>
                  </a:cubicBezTo>
                  <a:lnTo>
                    <a:pt x="7443" y="5326"/>
                  </a:lnTo>
                  <a:cubicBezTo>
                    <a:pt x="7271" y="5607"/>
                    <a:pt x="7106" y="5894"/>
                    <a:pt x="6942" y="6182"/>
                  </a:cubicBezTo>
                  <a:cubicBezTo>
                    <a:pt x="6916" y="6229"/>
                    <a:pt x="6887" y="6278"/>
                    <a:pt x="6860" y="6327"/>
                  </a:cubicBezTo>
                  <a:cubicBezTo>
                    <a:pt x="6457" y="6131"/>
                    <a:pt x="5990" y="6017"/>
                    <a:pt x="5529" y="6017"/>
                  </a:cubicBezTo>
                  <a:cubicBezTo>
                    <a:pt x="5222" y="6017"/>
                    <a:pt x="4917" y="6067"/>
                    <a:pt x="4635" y="6179"/>
                  </a:cubicBezTo>
                  <a:cubicBezTo>
                    <a:pt x="4664" y="6108"/>
                    <a:pt x="4695" y="6038"/>
                    <a:pt x="4728" y="5969"/>
                  </a:cubicBezTo>
                  <a:cubicBezTo>
                    <a:pt x="4836" y="5737"/>
                    <a:pt x="4951" y="5506"/>
                    <a:pt x="5072" y="5277"/>
                  </a:cubicBezTo>
                  <a:cubicBezTo>
                    <a:pt x="5076" y="5277"/>
                    <a:pt x="5080" y="5278"/>
                    <a:pt x="5085" y="5278"/>
                  </a:cubicBezTo>
                  <a:cubicBezTo>
                    <a:pt x="5093" y="5278"/>
                    <a:pt x="5101" y="5277"/>
                    <a:pt x="5109" y="5274"/>
                  </a:cubicBezTo>
                  <a:cubicBezTo>
                    <a:pt x="5446" y="5193"/>
                    <a:pt x="5779" y="5154"/>
                    <a:pt x="6110" y="5154"/>
                  </a:cubicBezTo>
                  <a:close/>
                  <a:moveTo>
                    <a:pt x="5512" y="6265"/>
                  </a:moveTo>
                  <a:cubicBezTo>
                    <a:pt x="5932" y="6265"/>
                    <a:pt x="6337" y="6325"/>
                    <a:pt x="6775" y="6476"/>
                  </a:cubicBezTo>
                  <a:cubicBezTo>
                    <a:pt x="6581" y="6820"/>
                    <a:pt x="6383" y="7172"/>
                    <a:pt x="6170" y="7520"/>
                  </a:cubicBezTo>
                  <a:cubicBezTo>
                    <a:pt x="5751" y="7293"/>
                    <a:pt x="5247" y="7143"/>
                    <a:pt x="4754" y="7143"/>
                  </a:cubicBezTo>
                  <a:cubicBezTo>
                    <a:pt x="4577" y="7143"/>
                    <a:pt x="4401" y="7162"/>
                    <a:pt x="4231" y="7205"/>
                  </a:cubicBezTo>
                  <a:cubicBezTo>
                    <a:pt x="4349" y="6894"/>
                    <a:pt x="4461" y="6589"/>
                    <a:pt x="4581" y="6303"/>
                  </a:cubicBezTo>
                  <a:cubicBezTo>
                    <a:pt x="4596" y="6322"/>
                    <a:pt x="4618" y="6335"/>
                    <a:pt x="4643" y="6335"/>
                  </a:cubicBezTo>
                  <a:cubicBezTo>
                    <a:pt x="4646" y="6335"/>
                    <a:pt x="4648" y="6334"/>
                    <a:pt x="4651" y="6334"/>
                  </a:cubicBezTo>
                  <a:cubicBezTo>
                    <a:pt x="4954" y="6291"/>
                    <a:pt x="5237" y="6265"/>
                    <a:pt x="5512" y="6265"/>
                  </a:cubicBezTo>
                  <a:close/>
                  <a:moveTo>
                    <a:pt x="9975" y="2533"/>
                  </a:moveTo>
                  <a:cubicBezTo>
                    <a:pt x="10501" y="3392"/>
                    <a:pt x="10911" y="4262"/>
                    <a:pt x="11218" y="5216"/>
                  </a:cubicBezTo>
                  <a:cubicBezTo>
                    <a:pt x="11104" y="5508"/>
                    <a:pt x="10976" y="5792"/>
                    <a:pt x="10837" y="6071"/>
                  </a:cubicBezTo>
                  <a:cubicBezTo>
                    <a:pt x="10696" y="4999"/>
                    <a:pt x="10156" y="4022"/>
                    <a:pt x="9317" y="3315"/>
                  </a:cubicBezTo>
                  <a:cubicBezTo>
                    <a:pt x="9298" y="3299"/>
                    <a:pt x="9280" y="3292"/>
                    <a:pt x="9262" y="3292"/>
                  </a:cubicBezTo>
                  <a:cubicBezTo>
                    <a:pt x="9188" y="3292"/>
                    <a:pt x="9133" y="3409"/>
                    <a:pt x="9207" y="3475"/>
                  </a:cubicBezTo>
                  <a:cubicBezTo>
                    <a:pt x="10058" y="4220"/>
                    <a:pt x="10572" y="5239"/>
                    <a:pt x="10695" y="6345"/>
                  </a:cubicBezTo>
                  <a:cubicBezTo>
                    <a:pt x="10475" y="6753"/>
                    <a:pt x="10230" y="7146"/>
                    <a:pt x="9958" y="7520"/>
                  </a:cubicBezTo>
                  <a:cubicBezTo>
                    <a:pt x="9994" y="6375"/>
                    <a:pt x="9269" y="5048"/>
                    <a:pt x="8458" y="4374"/>
                  </a:cubicBezTo>
                  <a:cubicBezTo>
                    <a:pt x="8445" y="4362"/>
                    <a:pt x="8430" y="4358"/>
                    <a:pt x="8416" y="4358"/>
                  </a:cubicBezTo>
                  <a:cubicBezTo>
                    <a:pt x="8405" y="4358"/>
                    <a:pt x="8394" y="4360"/>
                    <a:pt x="8384" y="4365"/>
                  </a:cubicBezTo>
                  <a:cubicBezTo>
                    <a:pt x="8636" y="3997"/>
                    <a:pt x="8906" y="3639"/>
                    <a:pt x="9209" y="3302"/>
                  </a:cubicBezTo>
                  <a:cubicBezTo>
                    <a:pt x="9454" y="3028"/>
                    <a:pt x="9709" y="2773"/>
                    <a:pt x="9975" y="2533"/>
                  </a:cubicBezTo>
                  <a:close/>
                  <a:moveTo>
                    <a:pt x="8330" y="4442"/>
                  </a:moveTo>
                  <a:lnTo>
                    <a:pt x="8330" y="4442"/>
                  </a:lnTo>
                  <a:cubicBezTo>
                    <a:pt x="8328" y="4460"/>
                    <a:pt x="8333" y="4478"/>
                    <a:pt x="8348" y="4495"/>
                  </a:cubicBezTo>
                  <a:cubicBezTo>
                    <a:pt x="8782" y="4992"/>
                    <a:pt x="9160" y="5499"/>
                    <a:pt x="9412" y="6115"/>
                  </a:cubicBezTo>
                  <a:cubicBezTo>
                    <a:pt x="9641" y="6671"/>
                    <a:pt x="9665" y="7216"/>
                    <a:pt x="9754" y="7786"/>
                  </a:cubicBezTo>
                  <a:cubicBezTo>
                    <a:pt x="9608" y="7980"/>
                    <a:pt x="9454" y="8165"/>
                    <a:pt x="9294" y="8342"/>
                  </a:cubicBezTo>
                  <a:cubicBezTo>
                    <a:pt x="9313" y="7154"/>
                    <a:pt x="8939" y="5745"/>
                    <a:pt x="8107" y="4946"/>
                  </a:cubicBezTo>
                  <a:cubicBezTo>
                    <a:pt x="8088" y="4929"/>
                    <a:pt x="8066" y="4923"/>
                    <a:pt x="8045" y="4923"/>
                  </a:cubicBezTo>
                  <a:cubicBezTo>
                    <a:pt x="8036" y="4923"/>
                    <a:pt x="8026" y="4924"/>
                    <a:pt x="8017" y="4927"/>
                  </a:cubicBezTo>
                  <a:cubicBezTo>
                    <a:pt x="8119" y="4763"/>
                    <a:pt x="8224" y="4601"/>
                    <a:pt x="8330" y="4442"/>
                  </a:cubicBezTo>
                  <a:close/>
                  <a:moveTo>
                    <a:pt x="4654" y="7393"/>
                  </a:moveTo>
                  <a:cubicBezTo>
                    <a:pt x="5138" y="7393"/>
                    <a:pt x="5588" y="7461"/>
                    <a:pt x="6067" y="7687"/>
                  </a:cubicBezTo>
                  <a:cubicBezTo>
                    <a:pt x="5887" y="7974"/>
                    <a:pt x="5697" y="8255"/>
                    <a:pt x="5494" y="8522"/>
                  </a:cubicBezTo>
                  <a:cubicBezTo>
                    <a:pt x="5486" y="8519"/>
                    <a:pt x="5478" y="8512"/>
                    <a:pt x="5469" y="8509"/>
                  </a:cubicBezTo>
                  <a:cubicBezTo>
                    <a:pt x="5110" y="8359"/>
                    <a:pt x="4734" y="8293"/>
                    <a:pt x="4355" y="8293"/>
                  </a:cubicBezTo>
                  <a:cubicBezTo>
                    <a:pt x="4148" y="8293"/>
                    <a:pt x="3940" y="8313"/>
                    <a:pt x="3733" y="8348"/>
                  </a:cubicBezTo>
                  <a:cubicBezTo>
                    <a:pt x="3889" y="8047"/>
                    <a:pt x="4025" y="7732"/>
                    <a:pt x="4151" y="7412"/>
                  </a:cubicBezTo>
                  <a:cubicBezTo>
                    <a:pt x="4324" y="7400"/>
                    <a:pt x="4491" y="7393"/>
                    <a:pt x="4654" y="7393"/>
                  </a:cubicBezTo>
                  <a:close/>
                  <a:moveTo>
                    <a:pt x="4223" y="8516"/>
                  </a:moveTo>
                  <a:cubicBezTo>
                    <a:pt x="4608" y="8516"/>
                    <a:pt x="4987" y="8579"/>
                    <a:pt x="5371" y="8682"/>
                  </a:cubicBezTo>
                  <a:cubicBezTo>
                    <a:pt x="5286" y="8790"/>
                    <a:pt x="5196" y="8895"/>
                    <a:pt x="5106" y="8996"/>
                  </a:cubicBezTo>
                  <a:cubicBezTo>
                    <a:pt x="4769" y="8865"/>
                    <a:pt x="4416" y="8805"/>
                    <a:pt x="4059" y="8805"/>
                  </a:cubicBezTo>
                  <a:cubicBezTo>
                    <a:pt x="3848" y="8805"/>
                    <a:pt x="3635" y="8826"/>
                    <a:pt x="3424" y="8866"/>
                  </a:cubicBezTo>
                  <a:cubicBezTo>
                    <a:pt x="3489" y="8772"/>
                    <a:pt x="3552" y="8672"/>
                    <a:pt x="3610" y="8571"/>
                  </a:cubicBezTo>
                  <a:cubicBezTo>
                    <a:pt x="3818" y="8533"/>
                    <a:pt x="4021" y="8516"/>
                    <a:pt x="4223" y="8516"/>
                  </a:cubicBezTo>
                  <a:close/>
                  <a:moveTo>
                    <a:pt x="7962" y="5015"/>
                  </a:moveTo>
                  <a:cubicBezTo>
                    <a:pt x="7963" y="5023"/>
                    <a:pt x="7963" y="5031"/>
                    <a:pt x="7968" y="5040"/>
                  </a:cubicBezTo>
                  <a:cubicBezTo>
                    <a:pt x="8271" y="5650"/>
                    <a:pt x="8643" y="6187"/>
                    <a:pt x="8844" y="6851"/>
                  </a:cubicBezTo>
                  <a:cubicBezTo>
                    <a:pt x="9011" y="7406"/>
                    <a:pt x="9083" y="7970"/>
                    <a:pt x="9106" y="8543"/>
                  </a:cubicBezTo>
                  <a:cubicBezTo>
                    <a:pt x="9048" y="8609"/>
                    <a:pt x="8988" y="8669"/>
                    <a:pt x="8927" y="8731"/>
                  </a:cubicBezTo>
                  <a:cubicBezTo>
                    <a:pt x="8726" y="8934"/>
                    <a:pt x="8513" y="9126"/>
                    <a:pt x="8296" y="9314"/>
                  </a:cubicBezTo>
                  <a:cubicBezTo>
                    <a:pt x="8355" y="8301"/>
                    <a:pt x="7978" y="7324"/>
                    <a:pt x="7266" y="6583"/>
                  </a:cubicBezTo>
                  <a:cubicBezTo>
                    <a:pt x="7244" y="6560"/>
                    <a:pt x="7218" y="6550"/>
                    <a:pt x="7192" y="6550"/>
                  </a:cubicBezTo>
                  <a:cubicBezTo>
                    <a:pt x="7113" y="6550"/>
                    <a:pt x="7041" y="6643"/>
                    <a:pt x="7109" y="6720"/>
                  </a:cubicBezTo>
                  <a:cubicBezTo>
                    <a:pt x="7782" y="7489"/>
                    <a:pt x="8119" y="8448"/>
                    <a:pt x="8119" y="9460"/>
                  </a:cubicBezTo>
                  <a:cubicBezTo>
                    <a:pt x="7703" y="9798"/>
                    <a:pt x="7258" y="10108"/>
                    <a:pt x="6792" y="10376"/>
                  </a:cubicBezTo>
                  <a:cubicBezTo>
                    <a:pt x="7171" y="9430"/>
                    <a:pt x="7078" y="8334"/>
                    <a:pt x="6554" y="7457"/>
                  </a:cubicBezTo>
                  <a:cubicBezTo>
                    <a:pt x="7036" y="6648"/>
                    <a:pt x="7471" y="5814"/>
                    <a:pt x="7962" y="5015"/>
                  </a:cubicBezTo>
                  <a:close/>
                  <a:moveTo>
                    <a:pt x="4077" y="8984"/>
                  </a:moveTo>
                  <a:cubicBezTo>
                    <a:pt x="4388" y="8984"/>
                    <a:pt x="4694" y="9029"/>
                    <a:pt x="5003" y="9108"/>
                  </a:cubicBezTo>
                  <a:cubicBezTo>
                    <a:pt x="4599" y="9540"/>
                    <a:pt x="4141" y="9910"/>
                    <a:pt x="3601" y="10171"/>
                  </a:cubicBezTo>
                  <a:cubicBezTo>
                    <a:pt x="3388" y="10273"/>
                    <a:pt x="3159" y="10358"/>
                    <a:pt x="2918" y="10415"/>
                  </a:cubicBezTo>
                  <a:cubicBezTo>
                    <a:pt x="2938" y="10399"/>
                    <a:pt x="2949" y="10376"/>
                    <a:pt x="2946" y="10345"/>
                  </a:cubicBezTo>
                  <a:cubicBezTo>
                    <a:pt x="2907" y="10075"/>
                    <a:pt x="2742" y="9854"/>
                    <a:pt x="2514" y="9731"/>
                  </a:cubicBezTo>
                  <a:cubicBezTo>
                    <a:pt x="2841" y="9545"/>
                    <a:pt x="3108" y="9289"/>
                    <a:pt x="3332" y="8993"/>
                  </a:cubicBezTo>
                  <a:cubicBezTo>
                    <a:pt x="3345" y="9027"/>
                    <a:pt x="3372" y="9052"/>
                    <a:pt x="3412" y="9052"/>
                  </a:cubicBezTo>
                  <a:cubicBezTo>
                    <a:pt x="3419" y="9052"/>
                    <a:pt x="3425" y="9052"/>
                    <a:pt x="3432" y="9050"/>
                  </a:cubicBezTo>
                  <a:cubicBezTo>
                    <a:pt x="3651" y="9005"/>
                    <a:pt x="3865" y="8984"/>
                    <a:pt x="4077" y="8984"/>
                  </a:cubicBezTo>
                  <a:close/>
                  <a:moveTo>
                    <a:pt x="328" y="9168"/>
                  </a:moveTo>
                  <a:lnTo>
                    <a:pt x="328" y="9168"/>
                  </a:lnTo>
                  <a:cubicBezTo>
                    <a:pt x="423" y="9419"/>
                    <a:pt x="611" y="9633"/>
                    <a:pt x="861" y="9787"/>
                  </a:cubicBezTo>
                  <a:cubicBezTo>
                    <a:pt x="958" y="9846"/>
                    <a:pt x="1059" y="9892"/>
                    <a:pt x="1164" y="9923"/>
                  </a:cubicBezTo>
                  <a:cubicBezTo>
                    <a:pt x="1231" y="9988"/>
                    <a:pt x="1310" y="10050"/>
                    <a:pt x="1369" y="10122"/>
                  </a:cubicBezTo>
                  <a:cubicBezTo>
                    <a:pt x="1449" y="10214"/>
                    <a:pt x="1509" y="10315"/>
                    <a:pt x="1557" y="10427"/>
                  </a:cubicBezTo>
                  <a:cubicBezTo>
                    <a:pt x="1334" y="10368"/>
                    <a:pt x="1120" y="10276"/>
                    <a:pt x="923" y="10142"/>
                  </a:cubicBezTo>
                  <a:cubicBezTo>
                    <a:pt x="593" y="9919"/>
                    <a:pt x="331" y="9564"/>
                    <a:pt x="328" y="9168"/>
                  </a:cubicBezTo>
                  <a:close/>
                  <a:moveTo>
                    <a:pt x="2306" y="9836"/>
                  </a:moveTo>
                  <a:cubicBezTo>
                    <a:pt x="2548" y="9913"/>
                    <a:pt x="2742" y="10124"/>
                    <a:pt x="2794" y="10376"/>
                  </a:cubicBezTo>
                  <a:cubicBezTo>
                    <a:pt x="2800" y="10409"/>
                    <a:pt x="2823" y="10425"/>
                    <a:pt x="2846" y="10430"/>
                  </a:cubicBezTo>
                  <a:cubicBezTo>
                    <a:pt x="2630" y="10478"/>
                    <a:pt x="2409" y="10505"/>
                    <a:pt x="2190" y="10505"/>
                  </a:cubicBezTo>
                  <a:cubicBezTo>
                    <a:pt x="2030" y="10505"/>
                    <a:pt x="1870" y="10491"/>
                    <a:pt x="1714" y="10461"/>
                  </a:cubicBezTo>
                  <a:lnTo>
                    <a:pt x="1714" y="10456"/>
                  </a:lnTo>
                  <a:cubicBezTo>
                    <a:pt x="1670" y="10309"/>
                    <a:pt x="1590" y="10129"/>
                    <a:pt x="1477" y="9983"/>
                  </a:cubicBezTo>
                  <a:lnTo>
                    <a:pt x="1477" y="9983"/>
                  </a:lnTo>
                  <a:cubicBezTo>
                    <a:pt x="1518" y="9987"/>
                    <a:pt x="1559" y="9988"/>
                    <a:pt x="1600" y="9988"/>
                  </a:cubicBezTo>
                  <a:cubicBezTo>
                    <a:pt x="1840" y="9988"/>
                    <a:pt x="2080" y="9932"/>
                    <a:pt x="2306" y="9836"/>
                  </a:cubicBezTo>
                  <a:close/>
                  <a:moveTo>
                    <a:pt x="6430" y="7666"/>
                  </a:moveTo>
                  <a:cubicBezTo>
                    <a:pt x="6833" y="8538"/>
                    <a:pt x="6906" y="9458"/>
                    <a:pt x="6661" y="10402"/>
                  </a:cubicBezTo>
                  <a:cubicBezTo>
                    <a:pt x="6656" y="10420"/>
                    <a:pt x="6659" y="10435"/>
                    <a:pt x="6664" y="10448"/>
                  </a:cubicBezTo>
                  <a:cubicBezTo>
                    <a:pt x="6489" y="10543"/>
                    <a:pt x="6311" y="10638"/>
                    <a:pt x="6129" y="10721"/>
                  </a:cubicBezTo>
                  <a:cubicBezTo>
                    <a:pt x="6365" y="9954"/>
                    <a:pt x="6317" y="9126"/>
                    <a:pt x="5952" y="8396"/>
                  </a:cubicBezTo>
                  <a:cubicBezTo>
                    <a:pt x="6100" y="8185"/>
                    <a:pt x="6242" y="7972"/>
                    <a:pt x="6373" y="7759"/>
                  </a:cubicBezTo>
                  <a:cubicBezTo>
                    <a:pt x="6391" y="7728"/>
                    <a:pt x="6409" y="7699"/>
                    <a:pt x="6430" y="7666"/>
                  </a:cubicBezTo>
                  <a:close/>
                  <a:moveTo>
                    <a:pt x="1040" y="10571"/>
                  </a:moveTo>
                  <a:lnTo>
                    <a:pt x="1040" y="10571"/>
                  </a:lnTo>
                  <a:cubicBezTo>
                    <a:pt x="1311" y="10685"/>
                    <a:pt x="1614" y="10754"/>
                    <a:pt x="1915" y="10783"/>
                  </a:cubicBezTo>
                  <a:cubicBezTo>
                    <a:pt x="1905" y="10792"/>
                    <a:pt x="1894" y="10801"/>
                    <a:pt x="1882" y="10810"/>
                  </a:cubicBezTo>
                  <a:cubicBezTo>
                    <a:pt x="1815" y="10867"/>
                    <a:pt x="1750" y="10927"/>
                    <a:pt x="1681" y="10988"/>
                  </a:cubicBezTo>
                  <a:cubicBezTo>
                    <a:pt x="1450" y="10870"/>
                    <a:pt x="1238" y="10731"/>
                    <a:pt x="1040" y="10571"/>
                  </a:cubicBezTo>
                  <a:close/>
                  <a:moveTo>
                    <a:pt x="5811" y="8600"/>
                  </a:moveTo>
                  <a:cubicBezTo>
                    <a:pt x="6064" y="9338"/>
                    <a:pt x="6100" y="10081"/>
                    <a:pt x="5883" y="10834"/>
                  </a:cubicBezTo>
                  <a:cubicBezTo>
                    <a:pt x="5532" y="10981"/>
                    <a:pt x="5173" y="11106"/>
                    <a:pt x="4807" y="11201"/>
                  </a:cubicBezTo>
                  <a:cubicBezTo>
                    <a:pt x="4731" y="11220"/>
                    <a:pt x="4655" y="11237"/>
                    <a:pt x="4578" y="11255"/>
                  </a:cubicBezTo>
                  <a:cubicBezTo>
                    <a:pt x="4774" y="10810"/>
                    <a:pt x="4869" y="10302"/>
                    <a:pt x="4758" y="9829"/>
                  </a:cubicBezTo>
                  <a:cubicBezTo>
                    <a:pt x="4754" y="9811"/>
                    <a:pt x="4745" y="9798"/>
                    <a:pt x="4731" y="9790"/>
                  </a:cubicBezTo>
                  <a:cubicBezTo>
                    <a:pt x="5134" y="9443"/>
                    <a:pt x="5492" y="9032"/>
                    <a:pt x="5811" y="8600"/>
                  </a:cubicBezTo>
                  <a:close/>
                  <a:moveTo>
                    <a:pt x="3519" y="10551"/>
                  </a:moveTo>
                  <a:cubicBezTo>
                    <a:pt x="3489" y="10693"/>
                    <a:pt x="3468" y="10836"/>
                    <a:pt x="3406" y="10973"/>
                  </a:cubicBezTo>
                  <a:cubicBezTo>
                    <a:pt x="3337" y="11124"/>
                    <a:pt x="3236" y="11258"/>
                    <a:pt x="3118" y="11373"/>
                  </a:cubicBezTo>
                  <a:cubicBezTo>
                    <a:pt x="2797" y="11348"/>
                    <a:pt x="2478" y="11291"/>
                    <a:pt x="2169" y="11189"/>
                  </a:cubicBezTo>
                  <a:cubicBezTo>
                    <a:pt x="2061" y="11155"/>
                    <a:pt x="1956" y="11114"/>
                    <a:pt x="1853" y="11070"/>
                  </a:cubicBezTo>
                  <a:cubicBezTo>
                    <a:pt x="1899" y="11031"/>
                    <a:pt x="1940" y="10990"/>
                    <a:pt x="1979" y="10959"/>
                  </a:cubicBezTo>
                  <a:cubicBezTo>
                    <a:pt x="2041" y="10908"/>
                    <a:pt x="2112" y="10857"/>
                    <a:pt x="2177" y="10801"/>
                  </a:cubicBezTo>
                  <a:cubicBezTo>
                    <a:pt x="2208" y="10802"/>
                    <a:pt x="2240" y="10803"/>
                    <a:pt x="2271" y="10803"/>
                  </a:cubicBezTo>
                  <a:cubicBezTo>
                    <a:pt x="2549" y="10803"/>
                    <a:pt x="2817" y="10770"/>
                    <a:pt x="3048" y="10711"/>
                  </a:cubicBezTo>
                  <a:cubicBezTo>
                    <a:pt x="3211" y="10669"/>
                    <a:pt x="3367" y="10615"/>
                    <a:pt x="3519" y="10551"/>
                  </a:cubicBezTo>
                  <a:close/>
                  <a:moveTo>
                    <a:pt x="4633" y="9872"/>
                  </a:moveTo>
                  <a:lnTo>
                    <a:pt x="4633" y="9872"/>
                  </a:lnTo>
                  <a:cubicBezTo>
                    <a:pt x="4571" y="10366"/>
                    <a:pt x="4519" y="10829"/>
                    <a:pt x="4371" y="11299"/>
                  </a:cubicBezTo>
                  <a:cubicBezTo>
                    <a:pt x="4067" y="11352"/>
                    <a:pt x="3756" y="11384"/>
                    <a:pt x="3447" y="11384"/>
                  </a:cubicBezTo>
                  <a:cubicBezTo>
                    <a:pt x="3412" y="11384"/>
                    <a:pt x="3377" y="11383"/>
                    <a:pt x="3342" y="11382"/>
                  </a:cubicBezTo>
                  <a:cubicBezTo>
                    <a:pt x="3584" y="11140"/>
                    <a:pt x="3758" y="10793"/>
                    <a:pt x="3694" y="10474"/>
                  </a:cubicBezTo>
                  <a:cubicBezTo>
                    <a:pt x="4033" y="10317"/>
                    <a:pt x="4345" y="10109"/>
                    <a:pt x="4633" y="9872"/>
                  </a:cubicBezTo>
                  <a:close/>
                  <a:moveTo>
                    <a:pt x="13712" y="1"/>
                  </a:moveTo>
                  <a:cubicBezTo>
                    <a:pt x="13705" y="1"/>
                    <a:pt x="13697" y="2"/>
                    <a:pt x="13689" y="4"/>
                  </a:cubicBezTo>
                  <a:cubicBezTo>
                    <a:pt x="13346" y="103"/>
                    <a:pt x="13009" y="230"/>
                    <a:pt x="12678" y="379"/>
                  </a:cubicBezTo>
                  <a:cubicBezTo>
                    <a:pt x="12658" y="364"/>
                    <a:pt x="12635" y="355"/>
                    <a:pt x="12608" y="351"/>
                  </a:cubicBezTo>
                  <a:cubicBezTo>
                    <a:pt x="12316" y="313"/>
                    <a:pt x="12028" y="294"/>
                    <a:pt x="11742" y="294"/>
                  </a:cubicBezTo>
                  <a:cubicBezTo>
                    <a:pt x="9264" y="294"/>
                    <a:pt x="7031" y="1701"/>
                    <a:pt x="5630" y="3742"/>
                  </a:cubicBezTo>
                  <a:cubicBezTo>
                    <a:pt x="4844" y="4886"/>
                    <a:pt x="4286" y="6161"/>
                    <a:pt x="3771" y="7442"/>
                  </a:cubicBezTo>
                  <a:cubicBezTo>
                    <a:pt x="3462" y="8209"/>
                    <a:pt x="3113" y="9067"/>
                    <a:pt x="2347" y="9482"/>
                  </a:cubicBezTo>
                  <a:cubicBezTo>
                    <a:pt x="2126" y="9602"/>
                    <a:pt x="1879" y="9660"/>
                    <a:pt x="1638" y="9660"/>
                  </a:cubicBezTo>
                  <a:cubicBezTo>
                    <a:pt x="1069" y="9660"/>
                    <a:pt x="534" y="9335"/>
                    <a:pt x="454" y="8718"/>
                  </a:cubicBezTo>
                  <a:cubicBezTo>
                    <a:pt x="586" y="8512"/>
                    <a:pt x="813" y="8398"/>
                    <a:pt x="1034" y="8398"/>
                  </a:cubicBezTo>
                  <a:cubicBezTo>
                    <a:pt x="1263" y="8398"/>
                    <a:pt x="1485" y="8521"/>
                    <a:pt x="1588" y="8792"/>
                  </a:cubicBezTo>
                  <a:cubicBezTo>
                    <a:pt x="1605" y="8837"/>
                    <a:pt x="1644" y="8856"/>
                    <a:pt x="1685" y="8856"/>
                  </a:cubicBezTo>
                  <a:cubicBezTo>
                    <a:pt x="1756" y="8856"/>
                    <a:pt x="1832" y="8799"/>
                    <a:pt x="1809" y="8717"/>
                  </a:cubicBezTo>
                  <a:cubicBezTo>
                    <a:pt x="1699" y="8336"/>
                    <a:pt x="1354" y="8082"/>
                    <a:pt x="967" y="8082"/>
                  </a:cubicBezTo>
                  <a:cubicBezTo>
                    <a:pt x="903" y="8082"/>
                    <a:pt x="838" y="8089"/>
                    <a:pt x="773" y="8103"/>
                  </a:cubicBezTo>
                  <a:cubicBezTo>
                    <a:pt x="264" y="8216"/>
                    <a:pt x="1" y="8749"/>
                    <a:pt x="23" y="9237"/>
                  </a:cubicBezTo>
                  <a:cubicBezTo>
                    <a:pt x="30" y="9404"/>
                    <a:pt x="64" y="9556"/>
                    <a:pt x="117" y="9695"/>
                  </a:cubicBezTo>
                  <a:cubicBezTo>
                    <a:pt x="91" y="9716"/>
                    <a:pt x="74" y="9756"/>
                    <a:pt x="91" y="9795"/>
                  </a:cubicBezTo>
                  <a:cubicBezTo>
                    <a:pt x="519" y="10860"/>
                    <a:pt x="1737" y="11467"/>
                    <a:pt x="2822" y="11621"/>
                  </a:cubicBezTo>
                  <a:cubicBezTo>
                    <a:pt x="3035" y="11652"/>
                    <a:pt x="3250" y="11666"/>
                    <a:pt x="3464" y="11666"/>
                  </a:cubicBezTo>
                  <a:cubicBezTo>
                    <a:pt x="3746" y="11666"/>
                    <a:pt x="4027" y="11641"/>
                    <a:pt x="4306" y="11597"/>
                  </a:cubicBezTo>
                  <a:cubicBezTo>
                    <a:pt x="4320" y="11613"/>
                    <a:pt x="4340" y="11623"/>
                    <a:pt x="4361" y="11623"/>
                  </a:cubicBezTo>
                  <a:cubicBezTo>
                    <a:pt x="4380" y="11623"/>
                    <a:pt x="4399" y="11614"/>
                    <a:pt x="4411" y="11593"/>
                  </a:cubicBezTo>
                  <a:cubicBezTo>
                    <a:pt x="4412" y="11589"/>
                    <a:pt x="4417" y="11582"/>
                    <a:pt x="4419" y="11579"/>
                  </a:cubicBezTo>
                  <a:cubicBezTo>
                    <a:pt x="5280" y="11425"/>
                    <a:pt x="6119" y="11083"/>
                    <a:pt x="6872" y="10666"/>
                  </a:cubicBezTo>
                  <a:cubicBezTo>
                    <a:pt x="7716" y="10199"/>
                    <a:pt x="8487" y="9607"/>
                    <a:pt x="9168" y="8923"/>
                  </a:cubicBezTo>
                  <a:cubicBezTo>
                    <a:pt x="9177" y="8926"/>
                    <a:pt x="9186" y="8928"/>
                    <a:pt x="9196" y="8928"/>
                  </a:cubicBezTo>
                  <a:cubicBezTo>
                    <a:pt x="9228" y="8928"/>
                    <a:pt x="9259" y="8908"/>
                    <a:pt x="9264" y="8864"/>
                  </a:cubicBezTo>
                  <a:cubicBezTo>
                    <a:pt x="9266" y="8849"/>
                    <a:pt x="9266" y="8833"/>
                    <a:pt x="9269" y="8820"/>
                  </a:cubicBezTo>
                  <a:cubicBezTo>
                    <a:pt x="9858" y="8208"/>
                    <a:pt x="10375" y="7527"/>
                    <a:pt x="10803" y="6792"/>
                  </a:cubicBezTo>
                  <a:cubicBezTo>
                    <a:pt x="10805" y="6792"/>
                    <a:pt x="10808" y="6793"/>
                    <a:pt x="10810" y="6793"/>
                  </a:cubicBezTo>
                  <a:cubicBezTo>
                    <a:pt x="10846" y="6793"/>
                    <a:pt x="10878" y="6771"/>
                    <a:pt x="10881" y="6722"/>
                  </a:cubicBezTo>
                  <a:lnTo>
                    <a:pt x="10881" y="6656"/>
                  </a:lnTo>
                  <a:cubicBezTo>
                    <a:pt x="11148" y="6180"/>
                    <a:pt x="11380" y="5683"/>
                    <a:pt x="11570" y="5172"/>
                  </a:cubicBezTo>
                  <a:cubicBezTo>
                    <a:pt x="11811" y="4521"/>
                    <a:pt x="11974" y="3850"/>
                    <a:pt x="12084" y="3166"/>
                  </a:cubicBezTo>
                  <a:cubicBezTo>
                    <a:pt x="12223" y="2284"/>
                    <a:pt x="12313" y="1387"/>
                    <a:pt x="12850" y="643"/>
                  </a:cubicBezTo>
                  <a:cubicBezTo>
                    <a:pt x="12861" y="629"/>
                    <a:pt x="12866" y="615"/>
                    <a:pt x="12871" y="602"/>
                  </a:cubicBezTo>
                  <a:cubicBezTo>
                    <a:pt x="13159" y="454"/>
                    <a:pt x="13452" y="312"/>
                    <a:pt x="13750" y="171"/>
                  </a:cubicBezTo>
                  <a:cubicBezTo>
                    <a:pt x="13828" y="134"/>
                    <a:pt x="13794" y="1"/>
                    <a:pt x="13712" y="1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2E7EBAB8-5587-4C70-BFD4-8ED95F3D8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2990" y="3145453"/>
            <a:ext cx="4198020" cy="161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632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4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9875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ADDRESSING TABLE</a:t>
            </a:r>
            <a:endParaRPr dirty="0"/>
          </a:p>
        </p:txBody>
      </p:sp>
      <p:sp>
        <p:nvSpPr>
          <p:cNvPr id="423" name="Google Shape;423;p34"/>
          <p:cNvSpPr txBox="1">
            <a:spLocks noGrp="1"/>
          </p:cNvSpPr>
          <p:nvPr>
            <p:ph type="body" idx="1"/>
          </p:nvPr>
        </p:nvSpPr>
        <p:spPr>
          <a:xfrm>
            <a:off x="720000" y="1136073"/>
            <a:ext cx="7704000" cy="34673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000000"/>
                </a:solidFill>
                <a:latin typeface="Nunito" panose="020B0604020202020204" charset="0"/>
              </a:rPr>
              <a:t>FOR PC: 85 PCs</a:t>
            </a:r>
          </a:p>
          <a:p>
            <a:pPr marL="171450" lvl="0" indent="-171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Nunito" panose="020B060402020202020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43BE2BB-EEF0-494E-9F3A-BF61CBBF2087}"/>
              </a:ext>
            </a:extLst>
          </p:cNvPr>
          <p:cNvGrpSpPr/>
          <p:nvPr/>
        </p:nvGrpSpPr>
        <p:grpSpPr>
          <a:xfrm rot="1447952">
            <a:off x="7965541" y="873092"/>
            <a:ext cx="1158287" cy="765214"/>
            <a:chOff x="6518491" y="1599754"/>
            <a:chExt cx="1158287" cy="765214"/>
          </a:xfrm>
        </p:grpSpPr>
        <p:sp>
          <p:nvSpPr>
            <p:cNvPr id="4" name="Google Shape;417;p33">
              <a:extLst>
                <a:ext uri="{FF2B5EF4-FFF2-40B4-BE49-F238E27FC236}">
                  <a16:creationId xmlns:a16="http://schemas.microsoft.com/office/drawing/2014/main" id="{01DAF2A5-5940-4EEC-9C6C-C815D26A15C7}"/>
                </a:ext>
              </a:extLst>
            </p:cNvPr>
            <p:cNvSpPr/>
            <p:nvPr/>
          </p:nvSpPr>
          <p:spPr>
            <a:xfrm>
              <a:off x="6518491" y="1599754"/>
              <a:ext cx="728908" cy="614944"/>
            </a:xfrm>
            <a:custGeom>
              <a:avLst/>
              <a:gdLst/>
              <a:ahLst/>
              <a:cxnLst/>
              <a:rect l="l" t="t" r="r" b="b"/>
              <a:pathLst>
                <a:path w="13828" h="11666" extrusionOk="0">
                  <a:moveTo>
                    <a:pt x="11902" y="622"/>
                  </a:moveTo>
                  <a:cubicBezTo>
                    <a:pt x="11993" y="622"/>
                    <a:pt x="12084" y="623"/>
                    <a:pt x="12176" y="626"/>
                  </a:cubicBezTo>
                  <a:cubicBezTo>
                    <a:pt x="11748" y="854"/>
                    <a:pt x="11336" y="1117"/>
                    <a:pt x="10943" y="1400"/>
                  </a:cubicBezTo>
                  <a:cubicBezTo>
                    <a:pt x="10565" y="1156"/>
                    <a:pt x="10148" y="999"/>
                    <a:pt x="9708" y="944"/>
                  </a:cubicBezTo>
                  <a:cubicBezTo>
                    <a:pt x="10413" y="725"/>
                    <a:pt x="11153" y="622"/>
                    <a:pt x="11902" y="622"/>
                  </a:cubicBezTo>
                  <a:close/>
                  <a:moveTo>
                    <a:pt x="9181" y="1132"/>
                  </a:moveTo>
                  <a:cubicBezTo>
                    <a:pt x="9191" y="1137"/>
                    <a:pt x="9204" y="1138"/>
                    <a:pt x="9215" y="1138"/>
                  </a:cubicBezTo>
                  <a:cubicBezTo>
                    <a:pt x="9219" y="1138"/>
                    <a:pt x="9223" y="1138"/>
                    <a:pt x="9227" y="1138"/>
                  </a:cubicBezTo>
                  <a:cubicBezTo>
                    <a:pt x="9787" y="1138"/>
                    <a:pt x="10315" y="1253"/>
                    <a:pt x="10812" y="1497"/>
                  </a:cubicBezTo>
                  <a:cubicBezTo>
                    <a:pt x="10488" y="1739"/>
                    <a:pt x="10174" y="1996"/>
                    <a:pt x="9880" y="2259"/>
                  </a:cubicBezTo>
                  <a:cubicBezTo>
                    <a:pt x="9845" y="2290"/>
                    <a:pt x="9811" y="2323"/>
                    <a:pt x="9777" y="2356"/>
                  </a:cubicBezTo>
                  <a:cubicBezTo>
                    <a:pt x="9795" y="2326"/>
                    <a:pt x="9795" y="2287"/>
                    <a:pt x="9762" y="2266"/>
                  </a:cubicBezTo>
                  <a:cubicBezTo>
                    <a:pt x="9330" y="1986"/>
                    <a:pt x="8732" y="1780"/>
                    <a:pt x="8170" y="1780"/>
                  </a:cubicBezTo>
                  <a:cubicBezTo>
                    <a:pt x="8094" y="1780"/>
                    <a:pt x="8019" y="1784"/>
                    <a:pt x="7945" y="1791"/>
                  </a:cubicBezTo>
                  <a:cubicBezTo>
                    <a:pt x="8337" y="1525"/>
                    <a:pt x="8749" y="1305"/>
                    <a:pt x="9181" y="1132"/>
                  </a:cubicBezTo>
                  <a:close/>
                  <a:moveTo>
                    <a:pt x="8294" y="2015"/>
                  </a:moveTo>
                  <a:cubicBezTo>
                    <a:pt x="8380" y="2015"/>
                    <a:pt x="8467" y="2019"/>
                    <a:pt x="8554" y="2030"/>
                  </a:cubicBezTo>
                  <a:cubicBezTo>
                    <a:pt x="8963" y="2079"/>
                    <a:pt x="9335" y="2210"/>
                    <a:pt x="9706" y="2382"/>
                  </a:cubicBezTo>
                  <a:cubicBezTo>
                    <a:pt x="9714" y="2386"/>
                    <a:pt x="9721" y="2388"/>
                    <a:pt x="9728" y="2388"/>
                  </a:cubicBezTo>
                  <a:cubicBezTo>
                    <a:pt x="9736" y="2388"/>
                    <a:pt x="9744" y="2385"/>
                    <a:pt x="9752" y="2382"/>
                  </a:cubicBezTo>
                  <a:lnTo>
                    <a:pt x="9752" y="2382"/>
                  </a:lnTo>
                  <a:cubicBezTo>
                    <a:pt x="9557" y="2562"/>
                    <a:pt x="9371" y="2750"/>
                    <a:pt x="9196" y="2942"/>
                  </a:cubicBezTo>
                  <a:cubicBezTo>
                    <a:pt x="9191" y="2914"/>
                    <a:pt x="9176" y="2889"/>
                    <a:pt x="9148" y="2875"/>
                  </a:cubicBezTo>
                  <a:cubicBezTo>
                    <a:pt x="8661" y="2622"/>
                    <a:pt x="8130" y="2482"/>
                    <a:pt x="7595" y="2482"/>
                  </a:cubicBezTo>
                  <a:cubicBezTo>
                    <a:pt x="7411" y="2482"/>
                    <a:pt x="7227" y="2498"/>
                    <a:pt x="7044" y="2533"/>
                  </a:cubicBezTo>
                  <a:cubicBezTo>
                    <a:pt x="7212" y="2366"/>
                    <a:pt x="7397" y="2209"/>
                    <a:pt x="7589" y="2056"/>
                  </a:cubicBezTo>
                  <a:cubicBezTo>
                    <a:pt x="7826" y="2047"/>
                    <a:pt x="8058" y="2015"/>
                    <a:pt x="8294" y="2015"/>
                  </a:cubicBezTo>
                  <a:close/>
                  <a:moveTo>
                    <a:pt x="12367" y="868"/>
                  </a:moveTo>
                  <a:cubicBezTo>
                    <a:pt x="12076" y="1395"/>
                    <a:pt x="11953" y="1991"/>
                    <a:pt x="11856" y="2596"/>
                  </a:cubicBezTo>
                  <a:cubicBezTo>
                    <a:pt x="11835" y="2729"/>
                    <a:pt x="11812" y="2860"/>
                    <a:pt x="11793" y="2991"/>
                  </a:cubicBezTo>
                  <a:cubicBezTo>
                    <a:pt x="11636" y="2513"/>
                    <a:pt x="11334" y="2078"/>
                    <a:pt x="10968" y="1739"/>
                  </a:cubicBezTo>
                  <a:cubicBezTo>
                    <a:pt x="11415" y="1423"/>
                    <a:pt x="11883" y="1133"/>
                    <a:pt x="12367" y="868"/>
                  </a:cubicBezTo>
                  <a:close/>
                  <a:moveTo>
                    <a:pt x="7606" y="2726"/>
                  </a:moveTo>
                  <a:cubicBezTo>
                    <a:pt x="8095" y="2726"/>
                    <a:pt x="8574" y="2832"/>
                    <a:pt x="9045" y="3069"/>
                  </a:cubicBezTo>
                  <a:cubicBezTo>
                    <a:pt x="9053" y="3073"/>
                    <a:pt x="9061" y="3076"/>
                    <a:pt x="9070" y="3078"/>
                  </a:cubicBezTo>
                  <a:cubicBezTo>
                    <a:pt x="8873" y="3295"/>
                    <a:pt x="8688" y="3521"/>
                    <a:pt x="8510" y="3752"/>
                  </a:cubicBezTo>
                  <a:lnTo>
                    <a:pt x="8500" y="3742"/>
                  </a:lnTo>
                  <a:cubicBezTo>
                    <a:pt x="8081" y="3488"/>
                    <a:pt x="7623" y="3369"/>
                    <a:pt x="7162" y="3369"/>
                  </a:cubicBezTo>
                  <a:cubicBezTo>
                    <a:pt x="6817" y="3369"/>
                    <a:pt x="6471" y="3435"/>
                    <a:pt x="6137" y="3562"/>
                  </a:cubicBezTo>
                  <a:cubicBezTo>
                    <a:pt x="6329" y="3307"/>
                    <a:pt x="6536" y="3061"/>
                    <a:pt x="6754" y="2826"/>
                  </a:cubicBezTo>
                  <a:cubicBezTo>
                    <a:pt x="7042" y="2761"/>
                    <a:pt x="7326" y="2726"/>
                    <a:pt x="7606" y="2726"/>
                  </a:cubicBezTo>
                  <a:close/>
                  <a:moveTo>
                    <a:pt x="7086" y="3587"/>
                  </a:moveTo>
                  <a:cubicBezTo>
                    <a:pt x="7532" y="3587"/>
                    <a:pt x="7976" y="3699"/>
                    <a:pt x="8399" y="3899"/>
                  </a:cubicBezTo>
                  <a:cubicBezTo>
                    <a:pt x="8191" y="4177"/>
                    <a:pt x="7990" y="4464"/>
                    <a:pt x="7800" y="4758"/>
                  </a:cubicBezTo>
                  <a:cubicBezTo>
                    <a:pt x="7790" y="4748"/>
                    <a:pt x="7780" y="4740"/>
                    <a:pt x="7765" y="4734"/>
                  </a:cubicBezTo>
                  <a:cubicBezTo>
                    <a:pt x="7219" y="4528"/>
                    <a:pt x="6648" y="4435"/>
                    <a:pt x="6072" y="4435"/>
                  </a:cubicBezTo>
                  <a:cubicBezTo>
                    <a:pt x="5891" y="4435"/>
                    <a:pt x="5709" y="4444"/>
                    <a:pt x="5527" y="4462"/>
                  </a:cubicBezTo>
                  <a:cubicBezTo>
                    <a:pt x="5661" y="4241"/>
                    <a:pt x="5802" y="4027"/>
                    <a:pt x="5951" y="3817"/>
                  </a:cubicBezTo>
                  <a:cubicBezTo>
                    <a:pt x="5961" y="3820"/>
                    <a:pt x="5972" y="3823"/>
                    <a:pt x="5983" y="3823"/>
                  </a:cubicBezTo>
                  <a:cubicBezTo>
                    <a:pt x="5994" y="3823"/>
                    <a:pt x="6005" y="3820"/>
                    <a:pt x="6018" y="3816"/>
                  </a:cubicBezTo>
                  <a:cubicBezTo>
                    <a:pt x="6368" y="3659"/>
                    <a:pt x="6728" y="3587"/>
                    <a:pt x="7086" y="3587"/>
                  </a:cubicBezTo>
                  <a:close/>
                  <a:moveTo>
                    <a:pt x="10762" y="1893"/>
                  </a:moveTo>
                  <a:cubicBezTo>
                    <a:pt x="11246" y="2333"/>
                    <a:pt x="11523" y="2855"/>
                    <a:pt x="11712" y="3456"/>
                  </a:cubicBezTo>
                  <a:cubicBezTo>
                    <a:pt x="11622" y="3932"/>
                    <a:pt x="11511" y="4405"/>
                    <a:pt x="11349" y="4871"/>
                  </a:cubicBezTo>
                  <a:cubicBezTo>
                    <a:pt x="11334" y="4905"/>
                    <a:pt x="11320" y="4941"/>
                    <a:pt x="11308" y="4977"/>
                  </a:cubicBezTo>
                  <a:cubicBezTo>
                    <a:pt x="11112" y="4046"/>
                    <a:pt x="10711" y="3145"/>
                    <a:pt x="10148" y="2382"/>
                  </a:cubicBezTo>
                  <a:cubicBezTo>
                    <a:pt x="10346" y="2210"/>
                    <a:pt x="10551" y="2048"/>
                    <a:pt x="10762" y="1893"/>
                  </a:cubicBezTo>
                  <a:close/>
                  <a:moveTo>
                    <a:pt x="6023" y="4652"/>
                  </a:moveTo>
                  <a:cubicBezTo>
                    <a:pt x="6592" y="4652"/>
                    <a:pt x="7146" y="4734"/>
                    <a:pt x="7711" y="4884"/>
                  </a:cubicBezTo>
                  <a:lnTo>
                    <a:pt x="7716" y="4884"/>
                  </a:lnTo>
                  <a:cubicBezTo>
                    <a:pt x="7638" y="5007"/>
                    <a:pt x="7561" y="5130"/>
                    <a:pt x="7486" y="5254"/>
                  </a:cubicBezTo>
                  <a:cubicBezTo>
                    <a:pt x="7489" y="5220"/>
                    <a:pt x="7472" y="5184"/>
                    <a:pt x="7430" y="5167"/>
                  </a:cubicBezTo>
                  <a:cubicBezTo>
                    <a:pt x="7004" y="5014"/>
                    <a:pt x="6566" y="4941"/>
                    <a:pt x="6125" y="4941"/>
                  </a:cubicBezTo>
                  <a:cubicBezTo>
                    <a:pt x="5814" y="4941"/>
                    <a:pt x="5500" y="4978"/>
                    <a:pt x="5190" y="5048"/>
                  </a:cubicBezTo>
                  <a:cubicBezTo>
                    <a:pt x="5257" y="4927"/>
                    <a:pt x="5325" y="4806"/>
                    <a:pt x="5394" y="4684"/>
                  </a:cubicBezTo>
                  <a:lnTo>
                    <a:pt x="5399" y="4684"/>
                  </a:lnTo>
                  <a:cubicBezTo>
                    <a:pt x="5610" y="4662"/>
                    <a:pt x="5817" y="4652"/>
                    <a:pt x="6023" y="4652"/>
                  </a:cubicBezTo>
                  <a:close/>
                  <a:moveTo>
                    <a:pt x="6110" y="5154"/>
                  </a:moveTo>
                  <a:cubicBezTo>
                    <a:pt x="6531" y="5154"/>
                    <a:pt x="6950" y="5217"/>
                    <a:pt x="7374" y="5334"/>
                  </a:cubicBezTo>
                  <a:cubicBezTo>
                    <a:pt x="7383" y="5336"/>
                    <a:pt x="7391" y="5337"/>
                    <a:pt x="7398" y="5337"/>
                  </a:cubicBezTo>
                  <a:cubicBezTo>
                    <a:pt x="7415" y="5337"/>
                    <a:pt x="7431" y="5333"/>
                    <a:pt x="7443" y="5326"/>
                  </a:cubicBezTo>
                  <a:lnTo>
                    <a:pt x="7443" y="5326"/>
                  </a:lnTo>
                  <a:cubicBezTo>
                    <a:pt x="7271" y="5607"/>
                    <a:pt x="7106" y="5894"/>
                    <a:pt x="6942" y="6182"/>
                  </a:cubicBezTo>
                  <a:cubicBezTo>
                    <a:pt x="6916" y="6229"/>
                    <a:pt x="6887" y="6278"/>
                    <a:pt x="6860" y="6327"/>
                  </a:cubicBezTo>
                  <a:cubicBezTo>
                    <a:pt x="6457" y="6131"/>
                    <a:pt x="5990" y="6017"/>
                    <a:pt x="5529" y="6017"/>
                  </a:cubicBezTo>
                  <a:cubicBezTo>
                    <a:pt x="5222" y="6017"/>
                    <a:pt x="4917" y="6067"/>
                    <a:pt x="4635" y="6179"/>
                  </a:cubicBezTo>
                  <a:cubicBezTo>
                    <a:pt x="4664" y="6108"/>
                    <a:pt x="4695" y="6038"/>
                    <a:pt x="4728" y="5969"/>
                  </a:cubicBezTo>
                  <a:cubicBezTo>
                    <a:pt x="4836" y="5737"/>
                    <a:pt x="4951" y="5506"/>
                    <a:pt x="5072" y="5277"/>
                  </a:cubicBezTo>
                  <a:cubicBezTo>
                    <a:pt x="5076" y="5277"/>
                    <a:pt x="5080" y="5278"/>
                    <a:pt x="5085" y="5278"/>
                  </a:cubicBezTo>
                  <a:cubicBezTo>
                    <a:pt x="5093" y="5278"/>
                    <a:pt x="5101" y="5277"/>
                    <a:pt x="5109" y="5274"/>
                  </a:cubicBezTo>
                  <a:cubicBezTo>
                    <a:pt x="5446" y="5193"/>
                    <a:pt x="5779" y="5154"/>
                    <a:pt x="6110" y="5154"/>
                  </a:cubicBezTo>
                  <a:close/>
                  <a:moveTo>
                    <a:pt x="5512" y="6265"/>
                  </a:moveTo>
                  <a:cubicBezTo>
                    <a:pt x="5932" y="6265"/>
                    <a:pt x="6337" y="6325"/>
                    <a:pt x="6775" y="6476"/>
                  </a:cubicBezTo>
                  <a:cubicBezTo>
                    <a:pt x="6581" y="6820"/>
                    <a:pt x="6383" y="7172"/>
                    <a:pt x="6170" y="7520"/>
                  </a:cubicBezTo>
                  <a:cubicBezTo>
                    <a:pt x="5751" y="7293"/>
                    <a:pt x="5247" y="7143"/>
                    <a:pt x="4754" y="7143"/>
                  </a:cubicBezTo>
                  <a:cubicBezTo>
                    <a:pt x="4577" y="7143"/>
                    <a:pt x="4401" y="7162"/>
                    <a:pt x="4231" y="7205"/>
                  </a:cubicBezTo>
                  <a:cubicBezTo>
                    <a:pt x="4349" y="6894"/>
                    <a:pt x="4461" y="6589"/>
                    <a:pt x="4581" y="6303"/>
                  </a:cubicBezTo>
                  <a:cubicBezTo>
                    <a:pt x="4596" y="6322"/>
                    <a:pt x="4618" y="6335"/>
                    <a:pt x="4643" y="6335"/>
                  </a:cubicBezTo>
                  <a:cubicBezTo>
                    <a:pt x="4646" y="6335"/>
                    <a:pt x="4648" y="6334"/>
                    <a:pt x="4651" y="6334"/>
                  </a:cubicBezTo>
                  <a:cubicBezTo>
                    <a:pt x="4954" y="6291"/>
                    <a:pt x="5237" y="6265"/>
                    <a:pt x="5512" y="6265"/>
                  </a:cubicBezTo>
                  <a:close/>
                  <a:moveTo>
                    <a:pt x="9975" y="2533"/>
                  </a:moveTo>
                  <a:cubicBezTo>
                    <a:pt x="10501" y="3392"/>
                    <a:pt x="10911" y="4262"/>
                    <a:pt x="11218" y="5216"/>
                  </a:cubicBezTo>
                  <a:cubicBezTo>
                    <a:pt x="11104" y="5508"/>
                    <a:pt x="10976" y="5792"/>
                    <a:pt x="10837" y="6071"/>
                  </a:cubicBezTo>
                  <a:cubicBezTo>
                    <a:pt x="10696" y="4999"/>
                    <a:pt x="10156" y="4022"/>
                    <a:pt x="9317" y="3315"/>
                  </a:cubicBezTo>
                  <a:cubicBezTo>
                    <a:pt x="9298" y="3299"/>
                    <a:pt x="9280" y="3292"/>
                    <a:pt x="9262" y="3292"/>
                  </a:cubicBezTo>
                  <a:cubicBezTo>
                    <a:pt x="9188" y="3292"/>
                    <a:pt x="9133" y="3409"/>
                    <a:pt x="9207" y="3475"/>
                  </a:cubicBezTo>
                  <a:cubicBezTo>
                    <a:pt x="10058" y="4220"/>
                    <a:pt x="10572" y="5239"/>
                    <a:pt x="10695" y="6345"/>
                  </a:cubicBezTo>
                  <a:cubicBezTo>
                    <a:pt x="10475" y="6753"/>
                    <a:pt x="10230" y="7146"/>
                    <a:pt x="9958" y="7520"/>
                  </a:cubicBezTo>
                  <a:cubicBezTo>
                    <a:pt x="9994" y="6375"/>
                    <a:pt x="9269" y="5048"/>
                    <a:pt x="8458" y="4374"/>
                  </a:cubicBezTo>
                  <a:cubicBezTo>
                    <a:pt x="8445" y="4362"/>
                    <a:pt x="8430" y="4358"/>
                    <a:pt x="8416" y="4358"/>
                  </a:cubicBezTo>
                  <a:cubicBezTo>
                    <a:pt x="8405" y="4358"/>
                    <a:pt x="8394" y="4360"/>
                    <a:pt x="8384" y="4365"/>
                  </a:cubicBezTo>
                  <a:cubicBezTo>
                    <a:pt x="8636" y="3997"/>
                    <a:pt x="8906" y="3639"/>
                    <a:pt x="9209" y="3302"/>
                  </a:cubicBezTo>
                  <a:cubicBezTo>
                    <a:pt x="9454" y="3028"/>
                    <a:pt x="9709" y="2773"/>
                    <a:pt x="9975" y="2533"/>
                  </a:cubicBezTo>
                  <a:close/>
                  <a:moveTo>
                    <a:pt x="8330" y="4442"/>
                  </a:moveTo>
                  <a:lnTo>
                    <a:pt x="8330" y="4442"/>
                  </a:lnTo>
                  <a:cubicBezTo>
                    <a:pt x="8328" y="4460"/>
                    <a:pt x="8333" y="4478"/>
                    <a:pt x="8348" y="4495"/>
                  </a:cubicBezTo>
                  <a:cubicBezTo>
                    <a:pt x="8782" y="4992"/>
                    <a:pt x="9160" y="5499"/>
                    <a:pt x="9412" y="6115"/>
                  </a:cubicBezTo>
                  <a:cubicBezTo>
                    <a:pt x="9641" y="6671"/>
                    <a:pt x="9665" y="7216"/>
                    <a:pt x="9754" y="7786"/>
                  </a:cubicBezTo>
                  <a:cubicBezTo>
                    <a:pt x="9608" y="7980"/>
                    <a:pt x="9454" y="8165"/>
                    <a:pt x="9294" y="8342"/>
                  </a:cubicBezTo>
                  <a:cubicBezTo>
                    <a:pt x="9313" y="7154"/>
                    <a:pt x="8939" y="5745"/>
                    <a:pt x="8107" y="4946"/>
                  </a:cubicBezTo>
                  <a:cubicBezTo>
                    <a:pt x="8088" y="4929"/>
                    <a:pt x="8066" y="4923"/>
                    <a:pt x="8045" y="4923"/>
                  </a:cubicBezTo>
                  <a:cubicBezTo>
                    <a:pt x="8036" y="4923"/>
                    <a:pt x="8026" y="4924"/>
                    <a:pt x="8017" y="4927"/>
                  </a:cubicBezTo>
                  <a:cubicBezTo>
                    <a:pt x="8119" y="4763"/>
                    <a:pt x="8224" y="4601"/>
                    <a:pt x="8330" y="4442"/>
                  </a:cubicBezTo>
                  <a:close/>
                  <a:moveTo>
                    <a:pt x="4654" y="7393"/>
                  </a:moveTo>
                  <a:cubicBezTo>
                    <a:pt x="5138" y="7393"/>
                    <a:pt x="5588" y="7461"/>
                    <a:pt x="6067" y="7687"/>
                  </a:cubicBezTo>
                  <a:cubicBezTo>
                    <a:pt x="5887" y="7974"/>
                    <a:pt x="5697" y="8255"/>
                    <a:pt x="5494" y="8522"/>
                  </a:cubicBezTo>
                  <a:cubicBezTo>
                    <a:pt x="5486" y="8519"/>
                    <a:pt x="5478" y="8512"/>
                    <a:pt x="5469" y="8509"/>
                  </a:cubicBezTo>
                  <a:cubicBezTo>
                    <a:pt x="5110" y="8359"/>
                    <a:pt x="4734" y="8293"/>
                    <a:pt x="4355" y="8293"/>
                  </a:cubicBezTo>
                  <a:cubicBezTo>
                    <a:pt x="4148" y="8293"/>
                    <a:pt x="3940" y="8313"/>
                    <a:pt x="3733" y="8348"/>
                  </a:cubicBezTo>
                  <a:cubicBezTo>
                    <a:pt x="3889" y="8047"/>
                    <a:pt x="4025" y="7732"/>
                    <a:pt x="4151" y="7412"/>
                  </a:cubicBezTo>
                  <a:cubicBezTo>
                    <a:pt x="4324" y="7400"/>
                    <a:pt x="4491" y="7393"/>
                    <a:pt x="4654" y="7393"/>
                  </a:cubicBezTo>
                  <a:close/>
                  <a:moveTo>
                    <a:pt x="4223" y="8516"/>
                  </a:moveTo>
                  <a:cubicBezTo>
                    <a:pt x="4608" y="8516"/>
                    <a:pt x="4987" y="8579"/>
                    <a:pt x="5371" y="8682"/>
                  </a:cubicBezTo>
                  <a:cubicBezTo>
                    <a:pt x="5286" y="8790"/>
                    <a:pt x="5196" y="8895"/>
                    <a:pt x="5106" y="8996"/>
                  </a:cubicBezTo>
                  <a:cubicBezTo>
                    <a:pt x="4769" y="8865"/>
                    <a:pt x="4416" y="8805"/>
                    <a:pt x="4059" y="8805"/>
                  </a:cubicBezTo>
                  <a:cubicBezTo>
                    <a:pt x="3848" y="8805"/>
                    <a:pt x="3635" y="8826"/>
                    <a:pt x="3424" y="8866"/>
                  </a:cubicBezTo>
                  <a:cubicBezTo>
                    <a:pt x="3489" y="8772"/>
                    <a:pt x="3552" y="8672"/>
                    <a:pt x="3610" y="8571"/>
                  </a:cubicBezTo>
                  <a:cubicBezTo>
                    <a:pt x="3818" y="8533"/>
                    <a:pt x="4021" y="8516"/>
                    <a:pt x="4223" y="8516"/>
                  </a:cubicBezTo>
                  <a:close/>
                  <a:moveTo>
                    <a:pt x="7962" y="5015"/>
                  </a:moveTo>
                  <a:cubicBezTo>
                    <a:pt x="7963" y="5023"/>
                    <a:pt x="7963" y="5031"/>
                    <a:pt x="7968" y="5040"/>
                  </a:cubicBezTo>
                  <a:cubicBezTo>
                    <a:pt x="8271" y="5650"/>
                    <a:pt x="8643" y="6187"/>
                    <a:pt x="8844" y="6851"/>
                  </a:cubicBezTo>
                  <a:cubicBezTo>
                    <a:pt x="9011" y="7406"/>
                    <a:pt x="9083" y="7970"/>
                    <a:pt x="9106" y="8543"/>
                  </a:cubicBezTo>
                  <a:cubicBezTo>
                    <a:pt x="9048" y="8609"/>
                    <a:pt x="8988" y="8669"/>
                    <a:pt x="8927" y="8731"/>
                  </a:cubicBezTo>
                  <a:cubicBezTo>
                    <a:pt x="8726" y="8934"/>
                    <a:pt x="8513" y="9126"/>
                    <a:pt x="8296" y="9314"/>
                  </a:cubicBezTo>
                  <a:cubicBezTo>
                    <a:pt x="8355" y="8301"/>
                    <a:pt x="7978" y="7324"/>
                    <a:pt x="7266" y="6583"/>
                  </a:cubicBezTo>
                  <a:cubicBezTo>
                    <a:pt x="7244" y="6560"/>
                    <a:pt x="7218" y="6550"/>
                    <a:pt x="7192" y="6550"/>
                  </a:cubicBezTo>
                  <a:cubicBezTo>
                    <a:pt x="7113" y="6550"/>
                    <a:pt x="7041" y="6643"/>
                    <a:pt x="7109" y="6720"/>
                  </a:cubicBezTo>
                  <a:cubicBezTo>
                    <a:pt x="7782" y="7489"/>
                    <a:pt x="8119" y="8448"/>
                    <a:pt x="8119" y="9460"/>
                  </a:cubicBezTo>
                  <a:cubicBezTo>
                    <a:pt x="7703" y="9798"/>
                    <a:pt x="7258" y="10108"/>
                    <a:pt x="6792" y="10376"/>
                  </a:cubicBezTo>
                  <a:cubicBezTo>
                    <a:pt x="7171" y="9430"/>
                    <a:pt x="7078" y="8334"/>
                    <a:pt x="6554" y="7457"/>
                  </a:cubicBezTo>
                  <a:cubicBezTo>
                    <a:pt x="7036" y="6648"/>
                    <a:pt x="7471" y="5814"/>
                    <a:pt x="7962" y="5015"/>
                  </a:cubicBezTo>
                  <a:close/>
                  <a:moveTo>
                    <a:pt x="4077" y="8984"/>
                  </a:moveTo>
                  <a:cubicBezTo>
                    <a:pt x="4388" y="8984"/>
                    <a:pt x="4694" y="9029"/>
                    <a:pt x="5003" y="9108"/>
                  </a:cubicBezTo>
                  <a:cubicBezTo>
                    <a:pt x="4599" y="9540"/>
                    <a:pt x="4141" y="9910"/>
                    <a:pt x="3601" y="10171"/>
                  </a:cubicBezTo>
                  <a:cubicBezTo>
                    <a:pt x="3388" y="10273"/>
                    <a:pt x="3159" y="10358"/>
                    <a:pt x="2918" y="10415"/>
                  </a:cubicBezTo>
                  <a:cubicBezTo>
                    <a:pt x="2938" y="10399"/>
                    <a:pt x="2949" y="10376"/>
                    <a:pt x="2946" y="10345"/>
                  </a:cubicBezTo>
                  <a:cubicBezTo>
                    <a:pt x="2907" y="10075"/>
                    <a:pt x="2742" y="9854"/>
                    <a:pt x="2514" y="9731"/>
                  </a:cubicBezTo>
                  <a:cubicBezTo>
                    <a:pt x="2841" y="9545"/>
                    <a:pt x="3108" y="9289"/>
                    <a:pt x="3332" y="8993"/>
                  </a:cubicBezTo>
                  <a:cubicBezTo>
                    <a:pt x="3345" y="9027"/>
                    <a:pt x="3372" y="9052"/>
                    <a:pt x="3412" y="9052"/>
                  </a:cubicBezTo>
                  <a:cubicBezTo>
                    <a:pt x="3419" y="9052"/>
                    <a:pt x="3425" y="9052"/>
                    <a:pt x="3432" y="9050"/>
                  </a:cubicBezTo>
                  <a:cubicBezTo>
                    <a:pt x="3651" y="9005"/>
                    <a:pt x="3865" y="8984"/>
                    <a:pt x="4077" y="8984"/>
                  </a:cubicBezTo>
                  <a:close/>
                  <a:moveTo>
                    <a:pt x="328" y="9168"/>
                  </a:moveTo>
                  <a:lnTo>
                    <a:pt x="328" y="9168"/>
                  </a:lnTo>
                  <a:cubicBezTo>
                    <a:pt x="423" y="9419"/>
                    <a:pt x="611" y="9633"/>
                    <a:pt x="861" y="9787"/>
                  </a:cubicBezTo>
                  <a:cubicBezTo>
                    <a:pt x="958" y="9846"/>
                    <a:pt x="1059" y="9892"/>
                    <a:pt x="1164" y="9923"/>
                  </a:cubicBezTo>
                  <a:cubicBezTo>
                    <a:pt x="1231" y="9988"/>
                    <a:pt x="1310" y="10050"/>
                    <a:pt x="1369" y="10122"/>
                  </a:cubicBezTo>
                  <a:cubicBezTo>
                    <a:pt x="1449" y="10214"/>
                    <a:pt x="1509" y="10315"/>
                    <a:pt x="1557" y="10427"/>
                  </a:cubicBezTo>
                  <a:cubicBezTo>
                    <a:pt x="1334" y="10368"/>
                    <a:pt x="1120" y="10276"/>
                    <a:pt x="923" y="10142"/>
                  </a:cubicBezTo>
                  <a:cubicBezTo>
                    <a:pt x="593" y="9919"/>
                    <a:pt x="331" y="9564"/>
                    <a:pt x="328" y="9168"/>
                  </a:cubicBezTo>
                  <a:close/>
                  <a:moveTo>
                    <a:pt x="2306" y="9836"/>
                  </a:moveTo>
                  <a:cubicBezTo>
                    <a:pt x="2548" y="9913"/>
                    <a:pt x="2742" y="10124"/>
                    <a:pt x="2794" y="10376"/>
                  </a:cubicBezTo>
                  <a:cubicBezTo>
                    <a:pt x="2800" y="10409"/>
                    <a:pt x="2823" y="10425"/>
                    <a:pt x="2846" y="10430"/>
                  </a:cubicBezTo>
                  <a:cubicBezTo>
                    <a:pt x="2630" y="10478"/>
                    <a:pt x="2409" y="10505"/>
                    <a:pt x="2190" y="10505"/>
                  </a:cubicBezTo>
                  <a:cubicBezTo>
                    <a:pt x="2030" y="10505"/>
                    <a:pt x="1870" y="10491"/>
                    <a:pt x="1714" y="10461"/>
                  </a:cubicBezTo>
                  <a:lnTo>
                    <a:pt x="1714" y="10456"/>
                  </a:lnTo>
                  <a:cubicBezTo>
                    <a:pt x="1670" y="10309"/>
                    <a:pt x="1590" y="10129"/>
                    <a:pt x="1477" y="9983"/>
                  </a:cubicBezTo>
                  <a:lnTo>
                    <a:pt x="1477" y="9983"/>
                  </a:lnTo>
                  <a:cubicBezTo>
                    <a:pt x="1518" y="9987"/>
                    <a:pt x="1559" y="9988"/>
                    <a:pt x="1600" y="9988"/>
                  </a:cubicBezTo>
                  <a:cubicBezTo>
                    <a:pt x="1840" y="9988"/>
                    <a:pt x="2080" y="9932"/>
                    <a:pt x="2306" y="9836"/>
                  </a:cubicBezTo>
                  <a:close/>
                  <a:moveTo>
                    <a:pt x="6430" y="7666"/>
                  </a:moveTo>
                  <a:cubicBezTo>
                    <a:pt x="6833" y="8538"/>
                    <a:pt x="6906" y="9458"/>
                    <a:pt x="6661" y="10402"/>
                  </a:cubicBezTo>
                  <a:cubicBezTo>
                    <a:pt x="6656" y="10420"/>
                    <a:pt x="6659" y="10435"/>
                    <a:pt x="6664" y="10448"/>
                  </a:cubicBezTo>
                  <a:cubicBezTo>
                    <a:pt x="6489" y="10543"/>
                    <a:pt x="6311" y="10638"/>
                    <a:pt x="6129" y="10721"/>
                  </a:cubicBezTo>
                  <a:cubicBezTo>
                    <a:pt x="6365" y="9954"/>
                    <a:pt x="6317" y="9126"/>
                    <a:pt x="5952" y="8396"/>
                  </a:cubicBezTo>
                  <a:cubicBezTo>
                    <a:pt x="6100" y="8185"/>
                    <a:pt x="6242" y="7972"/>
                    <a:pt x="6373" y="7759"/>
                  </a:cubicBezTo>
                  <a:cubicBezTo>
                    <a:pt x="6391" y="7728"/>
                    <a:pt x="6409" y="7699"/>
                    <a:pt x="6430" y="7666"/>
                  </a:cubicBezTo>
                  <a:close/>
                  <a:moveTo>
                    <a:pt x="1040" y="10571"/>
                  </a:moveTo>
                  <a:lnTo>
                    <a:pt x="1040" y="10571"/>
                  </a:lnTo>
                  <a:cubicBezTo>
                    <a:pt x="1311" y="10685"/>
                    <a:pt x="1614" y="10754"/>
                    <a:pt x="1915" y="10783"/>
                  </a:cubicBezTo>
                  <a:cubicBezTo>
                    <a:pt x="1905" y="10792"/>
                    <a:pt x="1894" y="10801"/>
                    <a:pt x="1882" y="10810"/>
                  </a:cubicBezTo>
                  <a:cubicBezTo>
                    <a:pt x="1815" y="10867"/>
                    <a:pt x="1750" y="10927"/>
                    <a:pt x="1681" y="10988"/>
                  </a:cubicBezTo>
                  <a:cubicBezTo>
                    <a:pt x="1450" y="10870"/>
                    <a:pt x="1238" y="10731"/>
                    <a:pt x="1040" y="10571"/>
                  </a:cubicBezTo>
                  <a:close/>
                  <a:moveTo>
                    <a:pt x="5811" y="8600"/>
                  </a:moveTo>
                  <a:cubicBezTo>
                    <a:pt x="6064" y="9338"/>
                    <a:pt x="6100" y="10081"/>
                    <a:pt x="5883" y="10834"/>
                  </a:cubicBezTo>
                  <a:cubicBezTo>
                    <a:pt x="5532" y="10981"/>
                    <a:pt x="5173" y="11106"/>
                    <a:pt x="4807" y="11201"/>
                  </a:cubicBezTo>
                  <a:cubicBezTo>
                    <a:pt x="4731" y="11220"/>
                    <a:pt x="4655" y="11237"/>
                    <a:pt x="4578" y="11255"/>
                  </a:cubicBezTo>
                  <a:cubicBezTo>
                    <a:pt x="4774" y="10810"/>
                    <a:pt x="4869" y="10302"/>
                    <a:pt x="4758" y="9829"/>
                  </a:cubicBezTo>
                  <a:cubicBezTo>
                    <a:pt x="4754" y="9811"/>
                    <a:pt x="4745" y="9798"/>
                    <a:pt x="4731" y="9790"/>
                  </a:cubicBezTo>
                  <a:cubicBezTo>
                    <a:pt x="5134" y="9443"/>
                    <a:pt x="5492" y="9032"/>
                    <a:pt x="5811" y="8600"/>
                  </a:cubicBezTo>
                  <a:close/>
                  <a:moveTo>
                    <a:pt x="3519" y="10551"/>
                  </a:moveTo>
                  <a:cubicBezTo>
                    <a:pt x="3489" y="10693"/>
                    <a:pt x="3468" y="10836"/>
                    <a:pt x="3406" y="10973"/>
                  </a:cubicBezTo>
                  <a:cubicBezTo>
                    <a:pt x="3337" y="11124"/>
                    <a:pt x="3236" y="11258"/>
                    <a:pt x="3118" y="11373"/>
                  </a:cubicBezTo>
                  <a:cubicBezTo>
                    <a:pt x="2797" y="11348"/>
                    <a:pt x="2478" y="11291"/>
                    <a:pt x="2169" y="11189"/>
                  </a:cubicBezTo>
                  <a:cubicBezTo>
                    <a:pt x="2061" y="11155"/>
                    <a:pt x="1956" y="11114"/>
                    <a:pt x="1853" y="11070"/>
                  </a:cubicBezTo>
                  <a:cubicBezTo>
                    <a:pt x="1899" y="11031"/>
                    <a:pt x="1940" y="10990"/>
                    <a:pt x="1979" y="10959"/>
                  </a:cubicBezTo>
                  <a:cubicBezTo>
                    <a:pt x="2041" y="10908"/>
                    <a:pt x="2112" y="10857"/>
                    <a:pt x="2177" y="10801"/>
                  </a:cubicBezTo>
                  <a:cubicBezTo>
                    <a:pt x="2208" y="10802"/>
                    <a:pt x="2240" y="10803"/>
                    <a:pt x="2271" y="10803"/>
                  </a:cubicBezTo>
                  <a:cubicBezTo>
                    <a:pt x="2549" y="10803"/>
                    <a:pt x="2817" y="10770"/>
                    <a:pt x="3048" y="10711"/>
                  </a:cubicBezTo>
                  <a:cubicBezTo>
                    <a:pt x="3211" y="10669"/>
                    <a:pt x="3367" y="10615"/>
                    <a:pt x="3519" y="10551"/>
                  </a:cubicBezTo>
                  <a:close/>
                  <a:moveTo>
                    <a:pt x="4633" y="9872"/>
                  </a:moveTo>
                  <a:lnTo>
                    <a:pt x="4633" y="9872"/>
                  </a:lnTo>
                  <a:cubicBezTo>
                    <a:pt x="4571" y="10366"/>
                    <a:pt x="4519" y="10829"/>
                    <a:pt x="4371" y="11299"/>
                  </a:cubicBezTo>
                  <a:cubicBezTo>
                    <a:pt x="4067" y="11352"/>
                    <a:pt x="3756" y="11384"/>
                    <a:pt x="3447" y="11384"/>
                  </a:cubicBezTo>
                  <a:cubicBezTo>
                    <a:pt x="3412" y="11384"/>
                    <a:pt x="3377" y="11383"/>
                    <a:pt x="3342" y="11382"/>
                  </a:cubicBezTo>
                  <a:cubicBezTo>
                    <a:pt x="3584" y="11140"/>
                    <a:pt x="3758" y="10793"/>
                    <a:pt x="3694" y="10474"/>
                  </a:cubicBezTo>
                  <a:cubicBezTo>
                    <a:pt x="4033" y="10317"/>
                    <a:pt x="4345" y="10109"/>
                    <a:pt x="4633" y="9872"/>
                  </a:cubicBezTo>
                  <a:close/>
                  <a:moveTo>
                    <a:pt x="13712" y="1"/>
                  </a:moveTo>
                  <a:cubicBezTo>
                    <a:pt x="13705" y="1"/>
                    <a:pt x="13697" y="2"/>
                    <a:pt x="13689" y="4"/>
                  </a:cubicBezTo>
                  <a:cubicBezTo>
                    <a:pt x="13346" y="103"/>
                    <a:pt x="13009" y="230"/>
                    <a:pt x="12678" y="379"/>
                  </a:cubicBezTo>
                  <a:cubicBezTo>
                    <a:pt x="12658" y="364"/>
                    <a:pt x="12635" y="355"/>
                    <a:pt x="12608" y="351"/>
                  </a:cubicBezTo>
                  <a:cubicBezTo>
                    <a:pt x="12316" y="313"/>
                    <a:pt x="12028" y="294"/>
                    <a:pt x="11742" y="294"/>
                  </a:cubicBezTo>
                  <a:cubicBezTo>
                    <a:pt x="9264" y="294"/>
                    <a:pt x="7031" y="1701"/>
                    <a:pt x="5630" y="3742"/>
                  </a:cubicBezTo>
                  <a:cubicBezTo>
                    <a:pt x="4844" y="4886"/>
                    <a:pt x="4286" y="6161"/>
                    <a:pt x="3771" y="7442"/>
                  </a:cubicBezTo>
                  <a:cubicBezTo>
                    <a:pt x="3462" y="8209"/>
                    <a:pt x="3113" y="9067"/>
                    <a:pt x="2347" y="9482"/>
                  </a:cubicBezTo>
                  <a:cubicBezTo>
                    <a:pt x="2126" y="9602"/>
                    <a:pt x="1879" y="9660"/>
                    <a:pt x="1638" y="9660"/>
                  </a:cubicBezTo>
                  <a:cubicBezTo>
                    <a:pt x="1069" y="9660"/>
                    <a:pt x="534" y="9335"/>
                    <a:pt x="454" y="8718"/>
                  </a:cubicBezTo>
                  <a:cubicBezTo>
                    <a:pt x="586" y="8512"/>
                    <a:pt x="813" y="8398"/>
                    <a:pt x="1034" y="8398"/>
                  </a:cubicBezTo>
                  <a:cubicBezTo>
                    <a:pt x="1263" y="8398"/>
                    <a:pt x="1485" y="8521"/>
                    <a:pt x="1588" y="8792"/>
                  </a:cubicBezTo>
                  <a:cubicBezTo>
                    <a:pt x="1605" y="8837"/>
                    <a:pt x="1644" y="8856"/>
                    <a:pt x="1685" y="8856"/>
                  </a:cubicBezTo>
                  <a:cubicBezTo>
                    <a:pt x="1756" y="8856"/>
                    <a:pt x="1832" y="8799"/>
                    <a:pt x="1809" y="8717"/>
                  </a:cubicBezTo>
                  <a:cubicBezTo>
                    <a:pt x="1699" y="8336"/>
                    <a:pt x="1354" y="8082"/>
                    <a:pt x="967" y="8082"/>
                  </a:cubicBezTo>
                  <a:cubicBezTo>
                    <a:pt x="903" y="8082"/>
                    <a:pt x="838" y="8089"/>
                    <a:pt x="773" y="8103"/>
                  </a:cubicBezTo>
                  <a:cubicBezTo>
                    <a:pt x="264" y="8216"/>
                    <a:pt x="1" y="8749"/>
                    <a:pt x="23" y="9237"/>
                  </a:cubicBezTo>
                  <a:cubicBezTo>
                    <a:pt x="30" y="9404"/>
                    <a:pt x="64" y="9556"/>
                    <a:pt x="117" y="9695"/>
                  </a:cubicBezTo>
                  <a:cubicBezTo>
                    <a:pt x="91" y="9716"/>
                    <a:pt x="74" y="9756"/>
                    <a:pt x="91" y="9795"/>
                  </a:cubicBezTo>
                  <a:cubicBezTo>
                    <a:pt x="519" y="10860"/>
                    <a:pt x="1737" y="11467"/>
                    <a:pt x="2822" y="11621"/>
                  </a:cubicBezTo>
                  <a:cubicBezTo>
                    <a:pt x="3035" y="11652"/>
                    <a:pt x="3250" y="11666"/>
                    <a:pt x="3464" y="11666"/>
                  </a:cubicBezTo>
                  <a:cubicBezTo>
                    <a:pt x="3746" y="11666"/>
                    <a:pt x="4027" y="11641"/>
                    <a:pt x="4306" y="11597"/>
                  </a:cubicBezTo>
                  <a:cubicBezTo>
                    <a:pt x="4320" y="11613"/>
                    <a:pt x="4340" y="11623"/>
                    <a:pt x="4361" y="11623"/>
                  </a:cubicBezTo>
                  <a:cubicBezTo>
                    <a:pt x="4380" y="11623"/>
                    <a:pt x="4399" y="11614"/>
                    <a:pt x="4411" y="11593"/>
                  </a:cubicBezTo>
                  <a:cubicBezTo>
                    <a:pt x="4412" y="11589"/>
                    <a:pt x="4417" y="11582"/>
                    <a:pt x="4419" y="11579"/>
                  </a:cubicBezTo>
                  <a:cubicBezTo>
                    <a:pt x="5280" y="11425"/>
                    <a:pt x="6119" y="11083"/>
                    <a:pt x="6872" y="10666"/>
                  </a:cubicBezTo>
                  <a:cubicBezTo>
                    <a:pt x="7716" y="10199"/>
                    <a:pt x="8487" y="9607"/>
                    <a:pt x="9168" y="8923"/>
                  </a:cubicBezTo>
                  <a:cubicBezTo>
                    <a:pt x="9177" y="8926"/>
                    <a:pt x="9186" y="8928"/>
                    <a:pt x="9196" y="8928"/>
                  </a:cubicBezTo>
                  <a:cubicBezTo>
                    <a:pt x="9228" y="8928"/>
                    <a:pt x="9259" y="8908"/>
                    <a:pt x="9264" y="8864"/>
                  </a:cubicBezTo>
                  <a:cubicBezTo>
                    <a:pt x="9266" y="8849"/>
                    <a:pt x="9266" y="8833"/>
                    <a:pt x="9269" y="8820"/>
                  </a:cubicBezTo>
                  <a:cubicBezTo>
                    <a:pt x="9858" y="8208"/>
                    <a:pt x="10375" y="7527"/>
                    <a:pt x="10803" y="6792"/>
                  </a:cubicBezTo>
                  <a:cubicBezTo>
                    <a:pt x="10805" y="6792"/>
                    <a:pt x="10808" y="6793"/>
                    <a:pt x="10810" y="6793"/>
                  </a:cubicBezTo>
                  <a:cubicBezTo>
                    <a:pt x="10846" y="6793"/>
                    <a:pt x="10878" y="6771"/>
                    <a:pt x="10881" y="6722"/>
                  </a:cubicBezTo>
                  <a:lnTo>
                    <a:pt x="10881" y="6656"/>
                  </a:lnTo>
                  <a:cubicBezTo>
                    <a:pt x="11148" y="6180"/>
                    <a:pt x="11380" y="5683"/>
                    <a:pt x="11570" y="5172"/>
                  </a:cubicBezTo>
                  <a:cubicBezTo>
                    <a:pt x="11811" y="4521"/>
                    <a:pt x="11974" y="3850"/>
                    <a:pt x="12084" y="3166"/>
                  </a:cubicBezTo>
                  <a:cubicBezTo>
                    <a:pt x="12223" y="2284"/>
                    <a:pt x="12313" y="1387"/>
                    <a:pt x="12850" y="643"/>
                  </a:cubicBezTo>
                  <a:cubicBezTo>
                    <a:pt x="12861" y="629"/>
                    <a:pt x="12866" y="615"/>
                    <a:pt x="12871" y="602"/>
                  </a:cubicBezTo>
                  <a:cubicBezTo>
                    <a:pt x="13159" y="454"/>
                    <a:pt x="13452" y="312"/>
                    <a:pt x="13750" y="171"/>
                  </a:cubicBezTo>
                  <a:cubicBezTo>
                    <a:pt x="13828" y="134"/>
                    <a:pt x="13794" y="1"/>
                    <a:pt x="13712" y="1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417;p33">
              <a:extLst>
                <a:ext uri="{FF2B5EF4-FFF2-40B4-BE49-F238E27FC236}">
                  <a16:creationId xmlns:a16="http://schemas.microsoft.com/office/drawing/2014/main" id="{59944E90-27D8-41F3-B218-A438FE6469EF}"/>
                </a:ext>
              </a:extLst>
            </p:cNvPr>
            <p:cNvSpPr/>
            <p:nvPr/>
          </p:nvSpPr>
          <p:spPr>
            <a:xfrm rot="19571255">
              <a:off x="6749858" y="1698797"/>
              <a:ext cx="728908" cy="614944"/>
            </a:xfrm>
            <a:custGeom>
              <a:avLst/>
              <a:gdLst/>
              <a:ahLst/>
              <a:cxnLst/>
              <a:rect l="l" t="t" r="r" b="b"/>
              <a:pathLst>
                <a:path w="13828" h="11666" extrusionOk="0">
                  <a:moveTo>
                    <a:pt x="11902" y="622"/>
                  </a:moveTo>
                  <a:cubicBezTo>
                    <a:pt x="11993" y="622"/>
                    <a:pt x="12084" y="623"/>
                    <a:pt x="12176" y="626"/>
                  </a:cubicBezTo>
                  <a:cubicBezTo>
                    <a:pt x="11748" y="854"/>
                    <a:pt x="11336" y="1117"/>
                    <a:pt x="10943" y="1400"/>
                  </a:cubicBezTo>
                  <a:cubicBezTo>
                    <a:pt x="10565" y="1156"/>
                    <a:pt x="10148" y="999"/>
                    <a:pt x="9708" y="944"/>
                  </a:cubicBezTo>
                  <a:cubicBezTo>
                    <a:pt x="10413" y="725"/>
                    <a:pt x="11153" y="622"/>
                    <a:pt x="11902" y="622"/>
                  </a:cubicBezTo>
                  <a:close/>
                  <a:moveTo>
                    <a:pt x="9181" y="1132"/>
                  </a:moveTo>
                  <a:cubicBezTo>
                    <a:pt x="9191" y="1137"/>
                    <a:pt x="9204" y="1138"/>
                    <a:pt x="9215" y="1138"/>
                  </a:cubicBezTo>
                  <a:cubicBezTo>
                    <a:pt x="9219" y="1138"/>
                    <a:pt x="9223" y="1138"/>
                    <a:pt x="9227" y="1138"/>
                  </a:cubicBezTo>
                  <a:cubicBezTo>
                    <a:pt x="9787" y="1138"/>
                    <a:pt x="10315" y="1253"/>
                    <a:pt x="10812" y="1497"/>
                  </a:cubicBezTo>
                  <a:cubicBezTo>
                    <a:pt x="10488" y="1739"/>
                    <a:pt x="10174" y="1996"/>
                    <a:pt x="9880" y="2259"/>
                  </a:cubicBezTo>
                  <a:cubicBezTo>
                    <a:pt x="9845" y="2290"/>
                    <a:pt x="9811" y="2323"/>
                    <a:pt x="9777" y="2356"/>
                  </a:cubicBezTo>
                  <a:cubicBezTo>
                    <a:pt x="9795" y="2326"/>
                    <a:pt x="9795" y="2287"/>
                    <a:pt x="9762" y="2266"/>
                  </a:cubicBezTo>
                  <a:cubicBezTo>
                    <a:pt x="9330" y="1986"/>
                    <a:pt x="8732" y="1780"/>
                    <a:pt x="8170" y="1780"/>
                  </a:cubicBezTo>
                  <a:cubicBezTo>
                    <a:pt x="8094" y="1780"/>
                    <a:pt x="8019" y="1784"/>
                    <a:pt x="7945" y="1791"/>
                  </a:cubicBezTo>
                  <a:cubicBezTo>
                    <a:pt x="8337" y="1525"/>
                    <a:pt x="8749" y="1305"/>
                    <a:pt x="9181" y="1132"/>
                  </a:cubicBezTo>
                  <a:close/>
                  <a:moveTo>
                    <a:pt x="8294" y="2015"/>
                  </a:moveTo>
                  <a:cubicBezTo>
                    <a:pt x="8380" y="2015"/>
                    <a:pt x="8467" y="2019"/>
                    <a:pt x="8554" y="2030"/>
                  </a:cubicBezTo>
                  <a:cubicBezTo>
                    <a:pt x="8963" y="2079"/>
                    <a:pt x="9335" y="2210"/>
                    <a:pt x="9706" y="2382"/>
                  </a:cubicBezTo>
                  <a:cubicBezTo>
                    <a:pt x="9714" y="2386"/>
                    <a:pt x="9721" y="2388"/>
                    <a:pt x="9728" y="2388"/>
                  </a:cubicBezTo>
                  <a:cubicBezTo>
                    <a:pt x="9736" y="2388"/>
                    <a:pt x="9744" y="2385"/>
                    <a:pt x="9752" y="2382"/>
                  </a:cubicBezTo>
                  <a:lnTo>
                    <a:pt x="9752" y="2382"/>
                  </a:lnTo>
                  <a:cubicBezTo>
                    <a:pt x="9557" y="2562"/>
                    <a:pt x="9371" y="2750"/>
                    <a:pt x="9196" y="2942"/>
                  </a:cubicBezTo>
                  <a:cubicBezTo>
                    <a:pt x="9191" y="2914"/>
                    <a:pt x="9176" y="2889"/>
                    <a:pt x="9148" y="2875"/>
                  </a:cubicBezTo>
                  <a:cubicBezTo>
                    <a:pt x="8661" y="2622"/>
                    <a:pt x="8130" y="2482"/>
                    <a:pt x="7595" y="2482"/>
                  </a:cubicBezTo>
                  <a:cubicBezTo>
                    <a:pt x="7411" y="2482"/>
                    <a:pt x="7227" y="2498"/>
                    <a:pt x="7044" y="2533"/>
                  </a:cubicBezTo>
                  <a:cubicBezTo>
                    <a:pt x="7212" y="2366"/>
                    <a:pt x="7397" y="2209"/>
                    <a:pt x="7589" y="2056"/>
                  </a:cubicBezTo>
                  <a:cubicBezTo>
                    <a:pt x="7826" y="2047"/>
                    <a:pt x="8058" y="2015"/>
                    <a:pt x="8294" y="2015"/>
                  </a:cubicBezTo>
                  <a:close/>
                  <a:moveTo>
                    <a:pt x="12367" y="868"/>
                  </a:moveTo>
                  <a:cubicBezTo>
                    <a:pt x="12076" y="1395"/>
                    <a:pt x="11953" y="1991"/>
                    <a:pt x="11856" y="2596"/>
                  </a:cubicBezTo>
                  <a:cubicBezTo>
                    <a:pt x="11835" y="2729"/>
                    <a:pt x="11812" y="2860"/>
                    <a:pt x="11793" y="2991"/>
                  </a:cubicBezTo>
                  <a:cubicBezTo>
                    <a:pt x="11636" y="2513"/>
                    <a:pt x="11334" y="2078"/>
                    <a:pt x="10968" y="1739"/>
                  </a:cubicBezTo>
                  <a:cubicBezTo>
                    <a:pt x="11415" y="1423"/>
                    <a:pt x="11883" y="1133"/>
                    <a:pt x="12367" y="868"/>
                  </a:cubicBezTo>
                  <a:close/>
                  <a:moveTo>
                    <a:pt x="7606" y="2726"/>
                  </a:moveTo>
                  <a:cubicBezTo>
                    <a:pt x="8095" y="2726"/>
                    <a:pt x="8574" y="2832"/>
                    <a:pt x="9045" y="3069"/>
                  </a:cubicBezTo>
                  <a:cubicBezTo>
                    <a:pt x="9053" y="3073"/>
                    <a:pt x="9061" y="3076"/>
                    <a:pt x="9070" y="3078"/>
                  </a:cubicBezTo>
                  <a:cubicBezTo>
                    <a:pt x="8873" y="3295"/>
                    <a:pt x="8688" y="3521"/>
                    <a:pt x="8510" y="3752"/>
                  </a:cubicBezTo>
                  <a:lnTo>
                    <a:pt x="8500" y="3742"/>
                  </a:lnTo>
                  <a:cubicBezTo>
                    <a:pt x="8081" y="3488"/>
                    <a:pt x="7623" y="3369"/>
                    <a:pt x="7162" y="3369"/>
                  </a:cubicBezTo>
                  <a:cubicBezTo>
                    <a:pt x="6817" y="3369"/>
                    <a:pt x="6471" y="3435"/>
                    <a:pt x="6137" y="3562"/>
                  </a:cubicBezTo>
                  <a:cubicBezTo>
                    <a:pt x="6329" y="3307"/>
                    <a:pt x="6536" y="3061"/>
                    <a:pt x="6754" y="2826"/>
                  </a:cubicBezTo>
                  <a:cubicBezTo>
                    <a:pt x="7042" y="2761"/>
                    <a:pt x="7326" y="2726"/>
                    <a:pt x="7606" y="2726"/>
                  </a:cubicBezTo>
                  <a:close/>
                  <a:moveTo>
                    <a:pt x="7086" y="3587"/>
                  </a:moveTo>
                  <a:cubicBezTo>
                    <a:pt x="7532" y="3587"/>
                    <a:pt x="7976" y="3699"/>
                    <a:pt x="8399" y="3899"/>
                  </a:cubicBezTo>
                  <a:cubicBezTo>
                    <a:pt x="8191" y="4177"/>
                    <a:pt x="7990" y="4464"/>
                    <a:pt x="7800" y="4758"/>
                  </a:cubicBezTo>
                  <a:cubicBezTo>
                    <a:pt x="7790" y="4748"/>
                    <a:pt x="7780" y="4740"/>
                    <a:pt x="7765" y="4734"/>
                  </a:cubicBezTo>
                  <a:cubicBezTo>
                    <a:pt x="7219" y="4528"/>
                    <a:pt x="6648" y="4435"/>
                    <a:pt x="6072" y="4435"/>
                  </a:cubicBezTo>
                  <a:cubicBezTo>
                    <a:pt x="5891" y="4435"/>
                    <a:pt x="5709" y="4444"/>
                    <a:pt x="5527" y="4462"/>
                  </a:cubicBezTo>
                  <a:cubicBezTo>
                    <a:pt x="5661" y="4241"/>
                    <a:pt x="5802" y="4027"/>
                    <a:pt x="5951" y="3817"/>
                  </a:cubicBezTo>
                  <a:cubicBezTo>
                    <a:pt x="5961" y="3820"/>
                    <a:pt x="5972" y="3823"/>
                    <a:pt x="5983" y="3823"/>
                  </a:cubicBezTo>
                  <a:cubicBezTo>
                    <a:pt x="5994" y="3823"/>
                    <a:pt x="6005" y="3820"/>
                    <a:pt x="6018" y="3816"/>
                  </a:cubicBezTo>
                  <a:cubicBezTo>
                    <a:pt x="6368" y="3659"/>
                    <a:pt x="6728" y="3587"/>
                    <a:pt x="7086" y="3587"/>
                  </a:cubicBezTo>
                  <a:close/>
                  <a:moveTo>
                    <a:pt x="10762" y="1893"/>
                  </a:moveTo>
                  <a:cubicBezTo>
                    <a:pt x="11246" y="2333"/>
                    <a:pt x="11523" y="2855"/>
                    <a:pt x="11712" y="3456"/>
                  </a:cubicBezTo>
                  <a:cubicBezTo>
                    <a:pt x="11622" y="3932"/>
                    <a:pt x="11511" y="4405"/>
                    <a:pt x="11349" y="4871"/>
                  </a:cubicBezTo>
                  <a:cubicBezTo>
                    <a:pt x="11334" y="4905"/>
                    <a:pt x="11320" y="4941"/>
                    <a:pt x="11308" y="4977"/>
                  </a:cubicBezTo>
                  <a:cubicBezTo>
                    <a:pt x="11112" y="4046"/>
                    <a:pt x="10711" y="3145"/>
                    <a:pt x="10148" y="2382"/>
                  </a:cubicBezTo>
                  <a:cubicBezTo>
                    <a:pt x="10346" y="2210"/>
                    <a:pt x="10551" y="2048"/>
                    <a:pt x="10762" y="1893"/>
                  </a:cubicBezTo>
                  <a:close/>
                  <a:moveTo>
                    <a:pt x="6023" y="4652"/>
                  </a:moveTo>
                  <a:cubicBezTo>
                    <a:pt x="6592" y="4652"/>
                    <a:pt x="7146" y="4734"/>
                    <a:pt x="7711" y="4884"/>
                  </a:cubicBezTo>
                  <a:lnTo>
                    <a:pt x="7716" y="4884"/>
                  </a:lnTo>
                  <a:cubicBezTo>
                    <a:pt x="7638" y="5007"/>
                    <a:pt x="7561" y="5130"/>
                    <a:pt x="7486" y="5254"/>
                  </a:cubicBezTo>
                  <a:cubicBezTo>
                    <a:pt x="7489" y="5220"/>
                    <a:pt x="7472" y="5184"/>
                    <a:pt x="7430" y="5167"/>
                  </a:cubicBezTo>
                  <a:cubicBezTo>
                    <a:pt x="7004" y="5014"/>
                    <a:pt x="6566" y="4941"/>
                    <a:pt x="6125" y="4941"/>
                  </a:cubicBezTo>
                  <a:cubicBezTo>
                    <a:pt x="5814" y="4941"/>
                    <a:pt x="5500" y="4978"/>
                    <a:pt x="5190" y="5048"/>
                  </a:cubicBezTo>
                  <a:cubicBezTo>
                    <a:pt x="5257" y="4927"/>
                    <a:pt x="5325" y="4806"/>
                    <a:pt x="5394" y="4684"/>
                  </a:cubicBezTo>
                  <a:lnTo>
                    <a:pt x="5399" y="4684"/>
                  </a:lnTo>
                  <a:cubicBezTo>
                    <a:pt x="5610" y="4662"/>
                    <a:pt x="5817" y="4652"/>
                    <a:pt x="6023" y="4652"/>
                  </a:cubicBezTo>
                  <a:close/>
                  <a:moveTo>
                    <a:pt x="6110" y="5154"/>
                  </a:moveTo>
                  <a:cubicBezTo>
                    <a:pt x="6531" y="5154"/>
                    <a:pt x="6950" y="5217"/>
                    <a:pt x="7374" y="5334"/>
                  </a:cubicBezTo>
                  <a:cubicBezTo>
                    <a:pt x="7383" y="5336"/>
                    <a:pt x="7391" y="5337"/>
                    <a:pt x="7398" y="5337"/>
                  </a:cubicBezTo>
                  <a:cubicBezTo>
                    <a:pt x="7415" y="5337"/>
                    <a:pt x="7431" y="5333"/>
                    <a:pt x="7443" y="5326"/>
                  </a:cubicBezTo>
                  <a:lnTo>
                    <a:pt x="7443" y="5326"/>
                  </a:lnTo>
                  <a:cubicBezTo>
                    <a:pt x="7271" y="5607"/>
                    <a:pt x="7106" y="5894"/>
                    <a:pt x="6942" y="6182"/>
                  </a:cubicBezTo>
                  <a:cubicBezTo>
                    <a:pt x="6916" y="6229"/>
                    <a:pt x="6887" y="6278"/>
                    <a:pt x="6860" y="6327"/>
                  </a:cubicBezTo>
                  <a:cubicBezTo>
                    <a:pt x="6457" y="6131"/>
                    <a:pt x="5990" y="6017"/>
                    <a:pt x="5529" y="6017"/>
                  </a:cubicBezTo>
                  <a:cubicBezTo>
                    <a:pt x="5222" y="6017"/>
                    <a:pt x="4917" y="6067"/>
                    <a:pt x="4635" y="6179"/>
                  </a:cubicBezTo>
                  <a:cubicBezTo>
                    <a:pt x="4664" y="6108"/>
                    <a:pt x="4695" y="6038"/>
                    <a:pt x="4728" y="5969"/>
                  </a:cubicBezTo>
                  <a:cubicBezTo>
                    <a:pt x="4836" y="5737"/>
                    <a:pt x="4951" y="5506"/>
                    <a:pt x="5072" y="5277"/>
                  </a:cubicBezTo>
                  <a:cubicBezTo>
                    <a:pt x="5076" y="5277"/>
                    <a:pt x="5080" y="5278"/>
                    <a:pt x="5085" y="5278"/>
                  </a:cubicBezTo>
                  <a:cubicBezTo>
                    <a:pt x="5093" y="5278"/>
                    <a:pt x="5101" y="5277"/>
                    <a:pt x="5109" y="5274"/>
                  </a:cubicBezTo>
                  <a:cubicBezTo>
                    <a:pt x="5446" y="5193"/>
                    <a:pt x="5779" y="5154"/>
                    <a:pt x="6110" y="5154"/>
                  </a:cubicBezTo>
                  <a:close/>
                  <a:moveTo>
                    <a:pt x="5512" y="6265"/>
                  </a:moveTo>
                  <a:cubicBezTo>
                    <a:pt x="5932" y="6265"/>
                    <a:pt x="6337" y="6325"/>
                    <a:pt x="6775" y="6476"/>
                  </a:cubicBezTo>
                  <a:cubicBezTo>
                    <a:pt x="6581" y="6820"/>
                    <a:pt x="6383" y="7172"/>
                    <a:pt x="6170" y="7520"/>
                  </a:cubicBezTo>
                  <a:cubicBezTo>
                    <a:pt x="5751" y="7293"/>
                    <a:pt x="5247" y="7143"/>
                    <a:pt x="4754" y="7143"/>
                  </a:cubicBezTo>
                  <a:cubicBezTo>
                    <a:pt x="4577" y="7143"/>
                    <a:pt x="4401" y="7162"/>
                    <a:pt x="4231" y="7205"/>
                  </a:cubicBezTo>
                  <a:cubicBezTo>
                    <a:pt x="4349" y="6894"/>
                    <a:pt x="4461" y="6589"/>
                    <a:pt x="4581" y="6303"/>
                  </a:cubicBezTo>
                  <a:cubicBezTo>
                    <a:pt x="4596" y="6322"/>
                    <a:pt x="4618" y="6335"/>
                    <a:pt x="4643" y="6335"/>
                  </a:cubicBezTo>
                  <a:cubicBezTo>
                    <a:pt x="4646" y="6335"/>
                    <a:pt x="4648" y="6334"/>
                    <a:pt x="4651" y="6334"/>
                  </a:cubicBezTo>
                  <a:cubicBezTo>
                    <a:pt x="4954" y="6291"/>
                    <a:pt x="5237" y="6265"/>
                    <a:pt x="5512" y="6265"/>
                  </a:cubicBezTo>
                  <a:close/>
                  <a:moveTo>
                    <a:pt x="9975" y="2533"/>
                  </a:moveTo>
                  <a:cubicBezTo>
                    <a:pt x="10501" y="3392"/>
                    <a:pt x="10911" y="4262"/>
                    <a:pt x="11218" y="5216"/>
                  </a:cubicBezTo>
                  <a:cubicBezTo>
                    <a:pt x="11104" y="5508"/>
                    <a:pt x="10976" y="5792"/>
                    <a:pt x="10837" y="6071"/>
                  </a:cubicBezTo>
                  <a:cubicBezTo>
                    <a:pt x="10696" y="4999"/>
                    <a:pt x="10156" y="4022"/>
                    <a:pt x="9317" y="3315"/>
                  </a:cubicBezTo>
                  <a:cubicBezTo>
                    <a:pt x="9298" y="3299"/>
                    <a:pt x="9280" y="3292"/>
                    <a:pt x="9262" y="3292"/>
                  </a:cubicBezTo>
                  <a:cubicBezTo>
                    <a:pt x="9188" y="3292"/>
                    <a:pt x="9133" y="3409"/>
                    <a:pt x="9207" y="3475"/>
                  </a:cubicBezTo>
                  <a:cubicBezTo>
                    <a:pt x="10058" y="4220"/>
                    <a:pt x="10572" y="5239"/>
                    <a:pt x="10695" y="6345"/>
                  </a:cubicBezTo>
                  <a:cubicBezTo>
                    <a:pt x="10475" y="6753"/>
                    <a:pt x="10230" y="7146"/>
                    <a:pt x="9958" y="7520"/>
                  </a:cubicBezTo>
                  <a:cubicBezTo>
                    <a:pt x="9994" y="6375"/>
                    <a:pt x="9269" y="5048"/>
                    <a:pt x="8458" y="4374"/>
                  </a:cubicBezTo>
                  <a:cubicBezTo>
                    <a:pt x="8445" y="4362"/>
                    <a:pt x="8430" y="4358"/>
                    <a:pt x="8416" y="4358"/>
                  </a:cubicBezTo>
                  <a:cubicBezTo>
                    <a:pt x="8405" y="4358"/>
                    <a:pt x="8394" y="4360"/>
                    <a:pt x="8384" y="4365"/>
                  </a:cubicBezTo>
                  <a:cubicBezTo>
                    <a:pt x="8636" y="3997"/>
                    <a:pt x="8906" y="3639"/>
                    <a:pt x="9209" y="3302"/>
                  </a:cubicBezTo>
                  <a:cubicBezTo>
                    <a:pt x="9454" y="3028"/>
                    <a:pt x="9709" y="2773"/>
                    <a:pt x="9975" y="2533"/>
                  </a:cubicBezTo>
                  <a:close/>
                  <a:moveTo>
                    <a:pt x="8330" y="4442"/>
                  </a:moveTo>
                  <a:lnTo>
                    <a:pt x="8330" y="4442"/>
                  </a:lnTo>
                  <a:cubicBezTo>
                    <a:pt x="8328" y="4460"/>
                    <a:pt x="8333" y="4478"/>
                    <a:pt x="8348" y="4495"/>
                  </a:cubicBezTo>
                  <a:cubicBezTo>
                    <a:pt x="8782" y="4992"/>
                    <a:pt x="9160" y="5499"/>
                    <a:pt x="9412" y="6115"/>
                  </a:cubicBezTo>
                  <a:cubicBezTo>
                    <a:pt x="9641" y="6671"/>
                    <a:pt x="9665" y="7216"/>
                    <a:pt x="9754" y="7786"/>
                  </a:cubicBezTo>
                  <a:cubicBezTo>
                    <a:pt x="9608" y="7980"/>
                    <a:pt x="9454" y="8165"/>
                    <a:pt x="9294" y="8342"/>
                  </a:cubicBezTo>
                  <a:cubicBezTo>
                    <a:pt x="9313" y="7154"/>
                    <a:pt x="8939" y="5745"/>
                    <a:pt x="8107" y="4946"/>
                  </a:cubicBezTo>
                  <a:cubicBezTo>
                    <a:pt x="8088" y="4929"/>
                    <a:pt x="8066" y="4923"/>
                    <a:pt x="8045" y="4923"/>
                  </a:cubicBezTo>
                  <a:cubicBezTo>
                    <a:pt x="8036" y="4923"/>
                    <a:pt x="8026" y="4924"/>
                    <a:pt x="8017" y="4927"/>
                  </a:cubicBezTo>
                  <a:cubicBezTo>
                    <a:pt x="8119" y="4763"/>
                    <a:pt x="8224" y="4601"/>
                    <a:pt x="8330" y="4442"/>
                  </a:cubicBezTo>
                  <a:close/>
                  <a:moveTo>
                    <a:pt x="4654" y="7393"/>
                  </a:moveTo>
                  <a:cubicBezTo>
                    <a:pt x="5138" y="7393"/>
                    <a:pt x="5588" y="7461"/>
                    <a:pt x="6067" y="7687"/>
                  </a:cubicBezTo>
                  <a:cubicBezTo>
                    <a:pt x="5887" y="7974"/>
                    <a:pt x="5697" y="8255"/>
                    <a:pt x="5494" y="8522"/>
                  </a:cubicBezTo>
                  <a:cubicBezTo>
                    <a:pt x="5486" y="8519"/>
                    <a:pt x="5478" y="8512"/>
                    <a:pt x="5469" y="8509"/>
                  </a:cubicBezTo>
                  <a:cubicBezTo>
                    <a:pt x="5110" y="8359"/>
                    <a:pt x="4734" y="8293"/>
                    <a:pt x="4355" y="8293"/>
                  </a:cubicBezTo>
                  <a:cubicBezTo>
                    <a:pt x="4148" y="8293"/>
                    <a:pt x="3940" y="8313"/>
                    <a:pt x="3733" y="8348"/>
                  </a:cubicBezTo>
                  <a:cubicBezTo>
                    <a:pt x="3889" y="8047"/>
                    <a:pt x="4025" y="7732"/>
                    <a:pt x="4151" y="7412"/>
                  </a:cubicBezTo>
                  <a:cubicBezTo>
                    <a:pt x="4324" y="7400"/>
                    <a:pt x="4491" y="7393"/>
                    <a:pt x="4654" y="7393"/>
                  </a:cubicBezTo>
                  <a:close/>
                  <a:moveTo>
                    <a:pt x="4223" y="8516"/>
                  </a:moveTo>
                  <a:cubicBezTo>
                    <a:pt x="4608" y="8516"/>
                    <a:pt x="4987" y="8579"/>
                    <a:pt x="5371" y="8682"/>
                  </a:cubicBezTo>
                  <a:cubicBezTo>
                    <a:pt x="5286" y="8790"/>
                    <a:pt x="5196" y="8895"/>
                    <a:pt x="5106" y="8996"/>
                  </a:cubicBezTo>
                  <a:cubicBezTo>
                    <a:pt x="4769" y="8865"/>
                    <a:pt x="4416" y="8805"/>
                    <a:pt x="4059" y="8805"/>
                  </a:cubicBezTo>
                  <a:cubicBezTo>
                    <a:pt x="3848" y="8805"/>
                    <a:pt x="3635" y="8826"/>
                    <a:pt x="3424" y="8866"/>
                  </a:cubicBezTo>
                  <a:cubicBezTo>
                    <a:pt x="3489" y="8772"/>
                    <a:pt x="3552" y="8672"/>
                    <a:pt x="3610" y="8571"/>
                  </a:cubicBezTo>
                  <a:cubicBezTo>
                    <a:pt x="3818" y="8533"/>
                    <a:pt x="4021" y="8516"/>
                    <a:pt x="4223" y="8516"/>
                  </a:cubicBezTo>
                  <a:close/>
                  <a:moveTo>
                    <a:pt x="7962" y="5015"/>
                  </a:moveTo>
                  <a:cubicBezTo>
                    <a:pt x="7963" y="5023"/>
                    <a:pt x="7963" y="5031"/>
                    <a:pt x="7968" y="5040"/>
                  </a:cubicBezTo>
                  <a:cubicBezTo>
                    <a:pt x="8271" y="5650"/>
                    <a:pt x="8643" y="6187"/>
                    <a:pt x="8844" y="6851"/>
                  </a:cubicBezTo>
                  <a:cubicBezTo>
                    <a:pt x="9011" y="7406"/>
                    <a:pt x="9083" y="7970"/>
                    <a:pt x="9106" y="8543"/>
                  </a:cubicBezTo>
                  <a:cubicBezTo>
                    <a:pt x="9048" y="8609"/>
                    <a:pt x="8988" y="8669"/>
                    <a:pt x="8927" y="8731"/>
                  </a:cubicBezTo>
                  <a:cubicBezTo>
                    <a:pt x="8726" y="8934"/>
                    <a:pt x="8513" y="9126"/>
                    <a:pt x="8296" y="9314"/>
                  </a:cubicBezTo>
                  <a:cubicBezTo>
                    <a:pt x="8355" y="8301"/>
                    <a:pt x="7978" y="7324"/>
                    <a:pt x="7266" y="6583"/>
                  </a:cubicBezTo>
                  <a:cubicBezTo>
                    <a:pt x="7244" y="6560"/>
                    <a:pt x="7218" y="6550"/>
                    <a:pt x="7192" y="6550"/>
                  </a:cubicBezTo>
                  <a:cubicBezTo>
                    <a:pt x="7113" y="6550"/>
                    <a:pt x="7041" y="6643"/>
                    <a:pt x="7109" y="6720"/>
                  </a:cubicBezTo>
                  <a:cubicBezTo>
                    <a:pt x="7782" y="7489"/>
                    <a:pt x="8119" y="8448"/>
                    <a:pt x="8119" y="9460"/>
                  </a:cubicBezTo>
                  <a:cubicBezTo>
                    <a:pt x="7703" y="9798"/>
                    <a:pt x="7258" y="10108"/>
                    <a:pt x="6792" y="10376"/>
                  </a:cubicBezTo>
                  <a:cubicBezTo>
                    <a:pt x="7171" y="9430"/>
                    <a:pt x="7078" y="8334"/>
                    <a:pt x="6554" y="7457"/>
                  </a:cubicBezTo>
                  <a:cubicBezTo>
                    <a:pt x="7036" y="6648"/>
                    <a:pt x="7471" y="5814"/>
                    <a:pt x="7962" y="5015"/>
                  </a:cubicBezTo>
                  <a:close/>
                  <a:moveTo>
                    <a:pt x="4077" y="8984"/>
                  </a:moveTo>
                  <a:cubicBezTo>
                    <a:pt x="4388" y="8984"/>
                    <a:pt x="4694" y="9029"/>
                    <a:pt x="5003" y="9108"/>
                  </a:cubicBezTo>
                  <a:cubicBezTo>
                    <a:pt x="4599" y="9540"/>
                    <a:pt x="4141" y="9910"/>
                    <a:pt x="3601" y="10171"/>
                  </a:cubicBezTo>
                  <a:cubicBezTo>
                    <a:pt x="3388" y="10273"/>
                    <a:pt x="3159" y="10358"/>
                    <a:pt x="2918" y="10415"/>
                  </a:cubicBezTo>
                  <a:cubicBezTo>
                    <a:pt x="2938" y="10399"/>
                    <a:pt x="2949" y="10376"/>
                    <a:pt x="2946" y="10345"/>
                  </a:cubicBezTo>
                  <a:cubicBezTo>
                    <a:pt x="2907" y="10075"/>
                    <a:pt x="2742" y="9854"/>
                    <a:pt x="2514" y="9731"/>
                  </a:cubicBezTo>
                  <a:cubicBezTo>
                    <a:pt x="2841" y="9545"/>
                    <a:pt x="3108" y="9289"/>
                    <a:pt x="3332" y="8993"/>
                  </a:cubicBezTo>
                  <a:cubicBezTo>
                    <a:pt x="3345" y="9027"/>
                    <a:pt x="3372" y="9052"/>
                    <a:pt x="3412" y="9052"/>
                  </a:cubicBezTo>
                  <a:cubicBezTo>
                    <a:pt x="3419" y="9052"/>
                    <a:pt x="3425" y="9052"/>
                    <a:pt x="3432" y="9050"/>
                  </a:cubicBezTo>
                  <a:cubicBezTo>
                    <a:pt x="3651" y="9005"/>
                    <a:pt x="3865" y="8984"/>
                    <a:pt x="4077" y="8984"/>
                  </a:cubicBezTo>
                  <a:close/>
                  <a:moveTo>
                    <a:pt x="328" y="9168"/>
                  </a:moveTo>
                  <a:lnTo>
                    <a:pt x="328" y="9168"/>
                  </a:lnTo>
                  <a:cubicBezTo>
                    <a:pt x="423" y="9419"/>
                    <a:pt x="611" y="9633"/>
                    <a:pt x="861" y="9787"/>
                  </a:cubicBezTo>
                  <a:cubicBezTo>
                    <a:pt x="958" y="9846"/>
                    <a:pt x="1059" y="9892"/>
                    <a:pt x="1164" y="9923"/>
                  </a:cubicBezTo>
                  <a:cubicBezTo>
                    <a:pt x="1231" y="9988"/>
                    <a:pt x="1310" y="10050"/>
                    <a:pt x="1369" y="10122"/>
                  </a:cubicBezTo>
                  <a:cubicBezTo>
                    <a:pt x="1449" y="10214"/>
                    <a:pt x="1509" y="10315"/>
                    <a:pt x="1557" y="10427"/>
                  </a:cubicBezTo>
                  <a:cubicBezTo>
                    <a:pt x="1334" y="10368"/>
                    <a:pt x="1120" y="10276"/>
                    <a:pt x="923" y="10142"/>
                  </a:cubicBezTo>
                  <a:cubicBezTo>
                    <a:pt x="593" y="9919"/>
                    <a:pt x="331" y="9564"/>
                    <a:pt x="328" y="9168"/>
                  </a:cubicBezTo>
                  <a:close/>
                  <a:moveTo>
                    <a:pt x="2306" y="9836"/>
                  </a:moveTo>
                  <a:cubicBezTo>
                    <a:pt x="2548" y="9913"/>
                    <a:pt x="2742" y="10124"/>
                    <a:pt x="2794" y="10376"/>
                  </a:cubicBezTo>
                  <a:cubicBezTo>
                    <a:pt x="2800" y="10409"/>
                    <a:pt x="2823" y="10425"/>
                    <a:pt x="2846" y="10430"/>
                  </a:cubicBezTo>
                  <a:cubicBezTo>
                    <a:pt x="2630" y="10478"/>
                    <a:pt x="2409" y="10505"/>
                    <a:pt x="2190" y="10505"/>
                  </a:cubicBezTo>
                  <a:cubicBezTo>
                    <a:pt x="2030" y="10505"/>
                    <a:pt x="1870" y="10491"/>
                    <a:pt x="1714" y="10461"/>
                  </a:cubicBezTo>
                  <a:lnTo>
                    <a:pt x="1714" y="10456"/>
                  </a:lnTo>
                  <a:cubicBezTo>
                    <a:pt x="1670" y="10309"/>
                    <a:pt x="1590" y="10129"/>
                    <a:pt x="1477" y="9983"/>
                  </a:cubicBezTo>
                  <a:lnTo>
                    <a:pt x="1477" y="9983"/>
                  </a:lnTo>
                  <a:cubicBezTo>
                    <a:pt x="1518" y="9987"/>
                    <a:pt x="1559" y="9988"/>
                    <a:pt x="1600" y="9988"/>
                  </a:cubicBezTo>
                  <a:cubicBezTo>
                    <a:pt x="1840" y="9988"/>
                    <a:pt x="2080" y="9932"/>
                    <a:pt x="2306" y="9836"/>
                  </a:cubicBezTo>
                  <a:close/>
                  <a:moveTo>
                    <a:pt x="6430" y="7666"/>
                  </a:moveTo>
                  <a:cubicBezTo>
                    <a:pt x="6833" y="8538"/>
                    <a:pt x="6906" y="9458"/>
                    <a:pt x="6661" y="10402"/>
                  </a:cubicBezTo>
                  <a:cubicBezTo>
                    <a:pt x="6656" y="10420"/>
                    <a:pt x="6659" y="10435"/>
                    <a:pt x="6664" y="10448"/>
                  </a:cubicBezTo>
                  <a:cubicBezTo>
                    <a:pt x="6489" y="10543"/>
                    <a:pt x="6311" y="10638"/>
                    <a:pt x="6129" y="10721"/>
                  </a:cubicBezTo>
                  <a:cubicBezTo>
                    <a:pt x="6365" y="9954"/>
                    <a:pt x="6317" y="9126"/>
                    <a:pt x="5952" y="8396"/>
                  </a:cubicBezTo>
                  <a:cubicBezTo>
                    <a:pt x="6100" y="8185"/>
                    <a:pt x="6242" y="7972"/>
                    <a:pt x="6373" y="7759"/>
                  </a:cubicBezTo>
                  <a:cubicBezTo>
                    <a:pt x="6391" y="7728"/>
                    <a:pt x="6409" y="7699"/>
                    <a:pt x="6430" y="7666"/>
                  </a:cubicBezTo>
                  <a:close/>
                  <a:moveTo>
                    <a:pt x="1040" y="10571"/>
                  </a:moveTo>
                  <a:lnTo>
                    <a:pt x="1040" y="10571"/>
                  </a:lnTo>
                  <a:cubicBezTo>
                    <a:pt x="1311" y="10685"/>
                    <a:pt x="1614" y="10754"/>
                    <a:pt x="1915" y="10783"/>
                  </a:cubicBezTo>
                  <a:cubicBezTo>
                    <a:pt x="1905" y="10792"/>
                    <a:pt x="1894" y="10801"/>
                    <a:pt x="1882" y="10810"/>
                  </a:cubicBezTo>
                  <a:cubicBezTo>
                    <a:pt x="1815" y="10867"/>
                    <a:pt x="1750" y="10927"/>
                    <a:pt x="1681" y="10988"/>
                  </a:cubicBezTo>
                  <a:cubicBezTo>
                    <a:pt x="1450" y="10870"/>
                    <a:pt x="1238" y="10731"/>
                    <a:pt x="1040" y="10571"/>
                  </a:cubicBezTo>
                  <a:close/>
                  <a:moveTo>
                    <a:pt x="5811" y="8600"/>
                  </a:moveTo>
                  <a:cubicBezTo>
                    <a:pt x="6064" y="9338"/>
                    <a:pt x="6100" y="10081"/>
                    <a:pt x="5883" y="10834"/>
                  </a:cubicBezTo>
                  <a:cubicBezTo>
                    <a:pt x="5532" y="10981"/>
                    <a:pt x="5173" y="11106"/>
                    <a:pt x="4807" y="11201"/>
                  </a:cubicBezTo>
                  <a:cubicBezTo>
                    <a:pt x="4731" y="11220"/>
                    <a:pt x="4655" y="11237"/>
                    <a:pt x="4578" y="11255"/>
                  </a:cubicBezTo>
                  <a:cubicBezTo>
                    <a:pt x="4774" y="10810"/>
                    <a:pt x="4869" y="10302"/>
                    <a:pt x="4758" y="9829"/>
                  </a:cubicBezTo>
                  <a:cubicBezTo>
                    <a:pt x="4754" y="9811"/>
                    <a:pt x="4745" y="9798"/>
                    <a:pt x="4731" y="9790"/>
                  </a:cubicBezTo>
                  <a:cubicBezTo>
                    <a:pt x="5134" y="9443"/>
                    <a:pt x="5492" y="9032"/>
                    <a:pt x="5811" y="8600"/>
                  </a:cubicBezTo>
                  <a:close/>
                  <a:moveTo>
                    <a:pt x="3519" y="10551"/>
                  </a:moveTo>
                  <a:cubicBezTo>
                    <a:pt x="3489" y="10693"/>
                    <a:pt x="3468" y="10836"/>
                    <a:pt x="3406" y="10973"/>
                  </a:cubicBezTo>
                  <a:cubicBezTo>
                    <a:pt x="3337" y="11124"/>
                    <a:pt x="3236" y="11258"/>
                    <a:pt x="3118" y="11373"/>
                  </a:cubicBezTo>
                  <a:cubicBezTo>
                    <a:pt x="2797" y="11348"/>
                    <a:pt x="2478" y="11291"/>
                    <a:pt x="2169" y="11189"/>
                  </a:cubicBezTo>
                  <a:cubicBezTo>
                    <a:pt x="2061" y="11155"/>
                    <a:pt x="1956" y="11114"/>
                    <a:pt x="1853" y="11070"/>
                  </a:cubicBezTo>
                  <a:cubicBezTo>
                    <a:pt x="1899" y="11031"/>
                    <a:pt x="1940" y="10990"/>
                    <a:pt x="1979" y="10959"/>
                  </a:cubicBezTo>
                  <a:cubicBezTo>
                    <a:pt x="2041" y="10908"/>
                    <a:pt x="2112" y="10857"/>
                    <a:pt x="2177" y="10801"/>
                  </a:cubicBezTo>
                  <a:cubicBezTo>
                    <a:pt x="2208" y="10802"/>
                    <a:pt x="2240" y="10803"/>
                    <a:pt x="2271" y="10803"/>
                  </a:cubicBezTo>
                  <a:cubicBezTo>
                    <a:pt x="2549" y="10803"/>
                    <a:pt x="2817" y="10770"/>
                    <a:pt x="3048" y="10711"/>
                  </a:cubicBezTo>
                  <a:cubicBezTo>
                    <a:pt x="3211" y="10669"/>
                    <a:pt x="3367" y="10615"/>
                    <a:pt x="3519" y="10551"/>
                  </a:cubicBezTo>
                  <a:close/>
                  <a:moveTo>
                    <a:pt x="4633" y="9872"/>
                  </a:moveTo>
                  <a:lnTo>
                    <a:pt x="4633" y="9872"/>
                  </a:lnTo>
                  <a:cubicBezTo>
                    <a:pt x="4571" y="10366"/>
                    <a:pt x="4519" y="10829"/>
                    <a:pt x="4371" y="11299"/>
                  </a:cubicBezTo>
                  <a:cubicBezTo>
                    <a:pt x="4067" y="11352"/>
                    <a:pt x="3756" y="11384"/>
                    <a:pt x="3447" y="11384"/>
                  </a:cubicBezTo>
                  <a:cubicBezTo>
                    <a:pt x="3412" y="11384"/>
                    <a:pt x="3377" y="11383"/>
                    <a:pt x="3342" y="11382"/>
                  </a:cubicBezTo>
                  <a:cubicBezTo>
                    <a:pt x="3584" y="11140"/>
                    <a:pt x="3758" y="10793"/>
                    <a:pt x="3694" y="10474"/>
                  </a:cubicBezTo>
                  <a:cubicBezTo>
                    <a:pt x="4033" y="10317"/>
                    <a:pt x="4345" y="10109"/>
                    <a:pt x="4633" y="9872"/>
                  </a:cubicBezTo>
                  <a:close/>
                  <a:moveTo>
                    <a:pt x="13712" y="1"/>
                  </a:moveTo>
                  <a:cubicBezTo>
                    <a:pt x="13705" y="1"/>
                    <a:pt x="13697" y="2"/>
                    <a:pt x="13689" y="4"/>
                  </a:cubicBezTo>
                  <a:cubicBezTo>
                    <a:pt x="13346" y="103"/>
                    <a:pt x="13009" y="230"/>
                    <a:pt x="12678" y="379"/>
                  </a:cubicBezTo>
                  <a:cubicBezTo>
                    <a:pt x="12658" y="364"/>
                    <a:pt x="12635" y="355"/>
                    <a:pt x="12608" y="351"/>
                  </a:cubicBezTo>
                  <a:cubicBezTo>
                    <a:pt x="12316" y="313"/>
                    <a:pt x="12028" y="294"/>
                    <a:pt x="11742" y="294"/>
                  </a:cubicBezTo>
                  <a:cubicBezTo>
                    <a:pt x="9264" y="294"/>
                    <a:pt x="7031" y="1701"/>
                    <a:pt x="5630" y="3742"/>
                  </a:cubicBezTo>
                  <a:cubicBezTo>
                    <a:pt x="4844" y="4886"/>
                    <a:pt x="4286" y="6161"/>
                    <a:pt x="3771" y="7442"/>
                  </a:cubicBezTo>
                  <a:cubicBezTo>
                    <a:pt x="3462" y="8209"/>
                    <a:pt x="3113" y="9067"/>
                    <a:pt x="2347" y="9482"/>
                  </a:cubicBezTo>
                  <a:cubicBezTo>
                    <a:pt x="2126" y="9602"/>
                    <a:pt x="1879" y="9660"/>
                    <a:pt x="1638" y="9660"/>
                  </a:cubicBezTo>
                  <a:cubicBezTo>
                    <a:pt x="1069" y="9660"/>
                    <a:pt x="534" y="9335"/>
                    <a:pt x="454" y="8718"/>
                  </a:cubicBezTo>
                  <a:cubicBezTo>
                    <a:pt x="586" y="8512"/>
                    <a:pt x="813" y="8398"/>
                    <a:pt x="1034" y="8398"/>
                  </a:cubicBezTo>
                  <a:cubicBezTo>
                    <a:pt x="1263" y="8398"/>
                    <a:pt x="1485" y="8521"/>
                    <a:pt x="1588" y="8792"/>
                  </a:cubicBezTo>
                  <a:cubicBezTo>
                    <a:pt x="1605" y="8837"/>
                    <a:pt x="1644" y="8856"/>
                    <a:pt x="1685" y="8856"/>
                  </a:cubicBezTo>
                  <a:cubicBezTo>
                    <a:pt x="1756" y="8856"/>
                    <a:pt x="1832" y="8799"/>
                    <a:pt x="1809" y="8717"/>
                  </a:cubicBezTo>
                  <a:cubicBezTo>
                    <a:pt x="1699" y="8336"/>
                    <a:pt x="1354" y="8082"/>
                    <a:pt x="967" y="8082"/>
                  </a:cubicBezTo>
                  <a:cubicBezTo>
                    <a:pt x="903" y="8082"/>
                    <a:pt x="838" y="8089"/>
                    <a:pt x="773" y="8103"/>
                  </a:cubicBezTo>
                  <a:cubicBezTo>
                    <a:pt x="264" y="8216"/>
                    <a:pt x="1" y="8749"/>
                    <a:pt x="23" y="9237"/>
                  </a:cubicBezTo>
                  <a:cubicBezTo>
                    <a:pt x="30" y="9404"/>
                    <a:pt x="64" y="9556"/>
                    <a:pt x="117" y="9695"/>
                  </a:cubicBezTo>
                  <a:cubicBezTo>
                    <a:pt x="91" y="9716"/>
                    <a:pt x="74" y="9756"/>
                    <a:pt x="91" y="9795"/>
                  </a:cubicBezTo>
                  <a:cubicBezTo>
                    <a:pt x="519" y="10860"/>
                    <a:pt x="1737" y="11467"/>
                    <a:pt x="2822" y="11621"/>
                  </a:cubicBezTo>
                  <a:cubicBezTo>
                    <a:pt x="3035" y="11652"/>
                    <a:pt x="3250" y="11666"/>
                    <a:pt x="3464" y="11666"/>
                  </a:cubicBezTo>
                  <a:cubicBezTo>
                    <a:pt x="3746" y="11666"/>
                    <a:pt x="4027" y="11641"/>
                    <a:pt x="4306" y="11597"/>
                  </a:cubicBezTo>
                  <a:cubicBezTo>
                    <a:pt x="4320" y="11613"/>
                    <a:pt x="4340" y="11623"/>
                    <a:pt x="4361" y="11623"/>
                  </a:cubicBezTo>
                  <a:cubicBezTo>
                    <a:pt x="4380" y="11623"/>
                    <a:pt x="4399" y="11614"/>
                    <a:pt x="4411" y="11593"/>
                  </a:cubicBezTo>
                  <a:cubicBezTo>
                    <a:pt x="4412" y="11589"/>
                    <a:pt x="4417" y="11582"/>
                    <a:pt x="4419" y="11579"/>
                  </a:cubicBezTo>
                  <a:cubicBezTo>
                    <a:pt x="5280" y="11425"/>
                    <a:pt x="6119" y="11083"/>
                    <a:pt x="6872" y="10666"/>
                  </a:cubicBezTo>
                  <a:cubicBezTo>
                    <a:pt x="7716" y="10199"/>
                    <a:pt x="8487" y="9607"/>
                    <a:pt x="9168" y="8923"/>
                  </a:cubicBezTo>
                  <a:cubicBezTo>
                    <a:pt x="9177" y="8926"/>
                    <a:pt x="9186" y="8928"/>
                    <a:pt x="9196" y="8928"/>
                  </a:cubicBezTo>
                  <a:cubicBezTo>
                    <a:pt x="9228" y="8928"/>
                    <a:pt x="9259" y="8908"/>
                    <a:pt x="9264" y="8864"/>
                  </a:cubicBezTo>
                  <a:cubicBezTo>
                    <a:pt x="9266" y="8849"/>
                    <a:pt x="9266" y="8833"/>
                    <a:pt x="9269" y="8820"/>
                  </a:cubicBezTo>
                  <a:cubicBezTo>
                    <a:pt x="9858" y="8208"/>
                    <a:pt x="10375" y="7527"/>
                    <a:pt x="10803" y="6792"/>
                  </a:cubicBezTo>
                  <a:cubicBezTo>
                    <a:pt x="10805" y="6792"/>
                    <a:pt x="10808" y="6793"/>
                    <a:pt x="10810" y="6793"/>
                  </a:cubicBezTo>
                  <a:cubicBezTo>
                    <a:pt x="10846" y="6793"/>
                    <a:pt x="10878" y="6771"/>
                    <a:pt x="10881" y="6722"/>
                  </a:cubicBezTo>
                  <a:lnTo>
                    <a:pt x="10881" y="6656"/>
                  </a:lnTo>
                  <a:cubicBezTo>
                    <a:pt x="11148" y="6180"/>
                    <a:pt x="11380" y="5683"/>
                    <a:pt x="11570" y="5172"/>
                  </a:cubicBezTo>
                  <a:cubicBezTo>
                    <a:pt x="11811" y="4521"/>
                    <a:pt x="11974" y="3850"/>
                    <a:pt x="12084" y="3166"/>
                  </a:cubicBezTo>
                  <a:cubicBezTo>
                    <a:pt x="12223" y="2284"/>
                    <a:pt x="12313" y="1387"/>
                    <a:pt x="12850" y="643"/>
                  </a:cubicBezTo>
                  <a:cubicBezTo>
                    <a:pt x="12861" y="629"/>
                    <a:pt x="12866" y="615"/>
                    <a:pt x="12871" y="602"/>
                  </a:cubicBezTo>
                  <a:cubicBezTo>
                    <a:pt x="13159" y="454"/>
                    <a:pt x="13452" y="312"/>
                    <a:pt x="13750" y="171"/>
                  </a:cubicBezTo>
                  <a:cubicBezTo>
                    <a:pt x="13828" y="134"/>
                    <a:pt x="13794" y="1"/>
                    <a:pt x="13712" y="1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417;p33">
              <a:extLst>
                <a:ext uri="{FF2B5EF4-FFF2-40B4-BE49-F238E27FC236}">
                  <a16:creationId xmlns:a16="http://schemas.microsoft.com/office/drawing/2014/main" id="{F8FD6188-92F9-42D8-A714-78228AAFE9FB}"/>
                </a:ext>
              </a:extLst>
            </p:cNvPr>
            <p:cNvSpPr/>
            <p:nvPr/>
          </p:nvSpPr>
          <p:spPr>
            <a:xfrm rot="17506809">
              <a:off x="7004852" y="1693042"/>
              <a:ext cx="728908" cy="614944"/>
            </a:xfrm>
            <a:custGeom>
              <a:avLst/>
              <a:gdLst/>
              <a:ahLst/>
              <a:cxnLst/>
              <a:rect l="l" t="t" r="r" b="b"/>
              <a:pathLst>
                <a:path w="13828" h="11666" extrusionOk="0">
                  <a:moveTo>
                    <a:pt x="11902" y="622"/>
                  </a:moveTo>
                  <a:cubicBezTo>
                    <a:pt x="11993" y="622"/>
                    <a:pt x="12084" y="623"/>
                    <a:pt x="12176" y="626"/>
                  </a:cubicBezTo>
                  <a:cubicBezTo>
                    <a:pt x="11748" y="854"/>
                    <a:pt x="11336" y="1117"/>
                    <a:pt x="10943" y="1400"/>
                  </a:cubicBezTo>
                  <a:cubicBezTo>
                    <a:pt x="10565" y="1156"/>
                    <a:pt x="10148" y="999"/>
                    <a:pt x="9708" y="944"/>
                  </a:cubicBezTo>
                  <a:cubicBezTo>
                    <a:pt x="10413" y="725"/>
                    <a:pt x="11153" y="622"/>
                    <a:pt x="11902" y="622"/>
                  </a:cubicBezTo>
                  <a:close/>
                  <a:moveTo>
                    <a:pt x="9181" y="1132"/>
                  </a:moveTo>
                  <a:cubicBezTo>
                    <a:pt x="9191" y="1137"/>
                    <a:pt x="9204" y="1138"/>
                    <a:pt x="9215" y="1138"/>
                  </a:cubicBezTo>
                  <a:cubicBezTo>
                    <a:pt x="9219" y="1138"/>
                    <a:pt x="9223" y="1138"/>
                    <a:pt x="9227" y="1138"/>
                  </a:cubicBezTo>
                  <a:cubicBezTo>
                    <a:pt x="9787" y="1138"/>
                    <a:pt x="10315" y="1253"/>
                    <a:pt x="10812" y="1497"/>
                  </a:cubicBezTo>
                  <a:cubicBezTo>
                    <a:pt x="10488" y="1739"/>
                    <a:pt x="10174" y="1996"/>
                    <a:pt x="9880" y="2259"/>
                  </a:cubicBezTo>
                  <a:cubicBezTo>
                    <a:pt x="9845" y="2290"/>
                    <a:pt x="9811" y="2323"/>
                    <a:pt x="9777" y="2356"/>
                  </a:cubicBezTo>
                  <a:cubicBezTo>
                    <a:pt x="9795" y="2326"/>
                    <a:pt x="9795" y="2287"/>
                    <a:pt x="9762" y="2266"/>
                  </a:cubicBezTo>
                  <a:cubicBezTo>
                    <a:pt x="9330" y="1986"/>
                    <a:pt x="8732" y="1780"/>
                    <a:pt x="8170" y="1780"/>
                  </a:cubicBezTo>
                  <a:cubicBezTo>
                    <a:pt x="8094" y="1780"/>
                    <a:pt x="8019" y="1784"/>
                    <a:pt x="7945" y="1791"/>
                  </a:cubicBezTo>
                  <a:cubicBezTo>
                    <a:pt x="8337" y="1525"/>
                    <a:pt x="8749" y="1305"/>
                    <a:pt x="9181" y="1132"/>
                  </a:cubicBezTo>
                  <a:close/>
                  <a:moveTo>
                    <a:pt x="8294" y="2015"/>
                  </a:moveTo>
                  <a:cubicBezTo>
                    <a:pt x="8380" y="2015"/>
                    <a:pt x="8467" y="2019"/>
                    <a:pt x="8554" y="2030"/>
                  </a:cubicBezTo>
                  <a:cubicBezTo>
                    <a:pt x="8963" y="2079"/>
                    <a:pt x="9335" y="2210"/>
                    <a:pt x="9706" y="2382"/>
                  </a:cubicBezTo>
                  <a:cubicBezTo>
                    <a:pt x="9714" y="2386"/>
                    <a:pt x="9721" y="2388"/>
                    <a:pt x="9728" y="2388"/>
                  </a:cubicBezTo>
                  <a:cubicBezTo>
                    <a:pt x="9736" y="2388"/>
                    <a:pt x="9744" y="2385"/>
                    <a:pt x="9752" y="2382"/>
                  </a:cubicBezTo>
                  <a:lnTo>
                    <a:pt x="9752" y="2382"/>
                  </a:lnTo>
                  <a:cubicBezTo>
                    <a:pt x="9557" y="2562"/>
                    <a:pt x="9371" y="2750"/>
                    <a:pt x="9196" y="2942"/>
                  </a:cubicBezTo>
                  <a:cubicBezTo>
                    <a:pt x="9191" y="2914"/>
                    <a:pt x="9176" y="2889"/>
                    <a:pt x="9148" y="2875"/>
                  </a:cubicBezTo>
                  <a:cubicBezTo>
                    <a:pt x="8661" y="2622"/>
                    <a:pt x="8130" y="2482"/>
                    <a:pt x="7595" y="2482"/>
                  </a:cubicBezTo>
                  <a:cubicBezTo>
                    <a:pt x="7411" y="2482"/>
                    <a:pt x="7227" y="2498"/>
                    <a:pt x="7044" y="2533"/>
                  </a:cubicBezTo>
                  <a:cubicBezTo>
                    <a:pt x="7212" y="2366"/>
                    <a:pt x="7397" y="2209"/>
                    <a:pt x="7589" y="2056"/>
                  </a:cubicBezTo>
                  <a:cubicBezTo>
                    <a:pt x="7826" y="2047"/>
                    <a:pt x="8058" y="2015"/>
                    <a:pt x="8294" y="2015"/>
                  </a:cubicBezTo>
                  <a:close/>
                  <a:moveTo>
                    <a:pt x="12367" y="868"/>
                  </a:moveTo>
                  <a:cubicBezTo>
                    <a:pt x="12076" y="1395"/>
                    <a:pt x="11953" y="1991"/>
                    <a:pt x="11856" y="2596"/>
                  </a:cubicBezTo>
                  <a:cubicBezTo>
                    <a:pt x="11835" y="2729"/>
                    <a:pt x="11812" y="2860"/>
                    <a:pt x="11793" y="2991"/>
                  </a:cubicBezTo>
                  <a:cubicBezTo>
                    <a:pt x="11636" y="2513"/>
                    <a:pt x="11334" y="2078"/>
                    <a:pt x="10968" y="1739"/>
                  </a:cubicBezTo>
                  <a:cubicBezTo>
                    <a:pt x="11415" y="1423"/>
                    <a:pt x="11883" y="1133"/>
                    <a:pt x="12367" y="868"/>
                  </a:cubicBezTo>
                  <a:close/>
                  <a:moveTo>
                    <a:pt x="7606" y="2726"/>
                  </a:moveTo>
                  <a:cubicBezTo>
                    <a:pt x="8095" y="2726"/>
                    <a:pt x="8574" y="2832"/>
                    <a:pt x="9045" y="3069"/>
                  </a:cubicBezTo>
                  <a:cubicBezTo>
                    <a:pt x="9053" y="3073"/>
                    <a:pt x="9061" y="3076"/>
                    <a:pt x="9070" y="3078"/>
                  </a:cubicBezTo>
                  <a:cubicBezTo>
                    <a:pt x="8873" y="3295"/>
                    <a:pt x="8688" y="3521"/>
                    <a:pt x="8510" y="3752"/>
                  </a:cubicBezTo>
                  <a:lnTo>
                    <a:pt x="8500" y="3742"/>
                  </a:lnTo>
                  <a:cubicBezTo>
                    <a:pt x="8081" y="3488"/>
                    <a:pt x="7623" y="3369"/>
                    <a:pt x="7162" y="3369"/>
                  </a:cubicBezTo>
                  <a:cubicBezTo>
                    <a:pt x="6817" y="3369"/>
                    <a:pt x="6471" y="3435"/>
                    <a:pt x="6137" y="3562"/>
                  </a:cubicBezTo>
                  <a:cubicBezTo>
                    <a:pt x="6329" y="3307"/>
                    <a:pt x="6536" y="3061"/>
                    <a:pt x="6754" y="2826"/>
                  </a:cubicBezTo>
                  <a:cubicBezTo>
                    <a:pt x="7042" y="2761"/>
                    <a:pt x="7326" y="2726"/>
                    <a:pt x="7606" y="2726"/>
                  </a:cubicBezTo>
                  <a:close/>
                  <a:moveTo>
                    <a:pt x="7086" y="3587"/>
                  </a:moveTo>
                  <a:cubicBezTo>
                    <a:pt x="7532" y="3587"/>
                    <a:pt x="7976" y="3699"/>
                    <a:pt x="8399" y="3899"/>
                  </a:cubicBezTo>
                  <a:cubicBezTo>
                    <a:pt x="8191" y="4177"/>
                    <a:pt x="7990" y="4464"/>
                    <a:pt x="7800" y="4758"/>
                  </a:cubicBezTo>
                  <a:cubicBezTo>
                    <a:pt x="7790" y="4748"/>
                    <a:pt x="7780" y="4740"/>
                    <a:pt x="7765" y="4734"/>
                  </a:cubicBezTo>
                  <a:cubicBezTo>
                    <a:pt x="7219" y="4528"/>
                    <a:pt x="6648" y="4435"/>
                    <a:pt x="6072" y="4435"/>
                  </a:cubicBezTo>
                  <a:cubicBezTo>
                    <a:pt x="5891" y="4435"/>
                    <a:pt x="5709" y="4444"/>
                    <a:pt x="5527" y="4462"/>
                  </a:cubicBezTo>
                  <a:cubicBezTo>
                    <a:pt x="5661" y="4241"/>
                    <a:pt x="5802" y="4027"/>
                    <a:pt x="5951" y="3817"/>
                  </a:cubicBezTo>
                  <a:cubicBezTo>
                    <a:pt x="5961" y="3820"/>
                    <a:pt x="5972" y="3823"/>
                    <a:pt x="5983" y="3823"/>
                  </a:cubicBezTo>
                  <a:cubicBezTo>
                    <a:pt x="5994" y="3823"/>
                    <a:pt x="6005" y="3820"/>
                    <a:pt x="6018" y="3816"/>
                  </a:cubicBezTo>
                  <a:cubicBezTo>
                    <a:pt x="6368" y="3659"/>
                    <a:pt x="6728" y="3587"/>
                    <a:pt x="7086" y="3587"/>
                  </a:cubicBezTo>
                  <a:close/>
                  <a:moveTo>
                    <a:pt x="10762" y="1893"/>
                  </a:moveTo>
                  <a:cubicBezTo>
                    <a:pt x="11246" y="2333"/>
                    <a:pt x="11523" y="2855"/>
                    <a:pt x="11712" y="3456"/>
                  </a:cubicBezTo>
                  <a:cubicBezTo>
                    <a:pt x="11622" y="3932"/>
                    <a:pt x="11511" y="4405"/>
                    <a:pt x="11349" y="4871"/>
                  </a:cubicBezTo>
                  <a:cubicBezTo>
                    <a:pt x="11334" y="4905"/>
                    <a:pt x="11320" y="4941"/>
                    <a:pt x="11308" y="4977"/>
                  </a:cubicBezTo>
                  <a:cubicBezTo>
                    <a:pt x="11112" y="4046"/>
                    <a:pt x="10711" y="3145"/>
                    <a:pt x="10148" y="2382"/>
                  </a:cubicBezTo>
                  <a:cubicBezTo>
                    <a:pt x="10346" y="2210"/>
                    <a:pt x="10551" y="2048"/>
                    <a:pt x="10762" y="1893"/>
                  </a:cubicBezTo>
                  <a:close/>
                  <a:moveTo>
                    <a:pt x="6023" y="4652"/>
                  </a:moveTo>
                  <a:cubicBezTo>
                    <a:pt x="6592" y="4652"/>
                    <a:pt x="7146" y="4734"/>
                    <a:pt x="7711" y="4884"/>
                  </a:cubicBezTo>
                  <a:lnTo>
                    <a:pt x="7716" y="4884"/>
                  </a:lnTo>
                  <a:cubicBezTo>
                    <a:pt x="7638" y="5007"/>
                    <a:pt x="7561" y="5130"/>
                    <a:pt x="7486" y="5254"/>
                  </a:cubicBezTo>
                  <a:cubicBezTo>
                    <a:pt x="7489" y="5220"/>
                    <a:pt x="7472" y="5184"/>
                    <a:pt x="7430" y="5167"/>
                  </a:cubicBezTo>
                  <a:cubicBezTo>
                    <a:pt x="7004" y="5014"/>
                    <a:pt x="6566" y="4941"/>
                    <a:pt x="6125" y="4941"/>
                  </a:cubicBezTo>
                  <a:cubicBezTo>
                    <a:pt x="5814" y="4941"/>
                    <a:pt x="5500" y="4978"/>
                    <a:pt x="5190" y="5048"/>
                  </a:cubicBezTo>
                  <a:cubicBezTo>
                    <a:pt x="5257" y="4927"/>
                    <a:pt x="5325" y="4806"/>
                    <a:pt x="5394" y="4684"/>
                  </a:cubicBezTo>
                  <a:lnTo>
                    <a:pt x="5399" y="4684"/>
                  </a:lnTo>
                  <a:cubicBezTo>
                    <a:pt x="5610" y="4662"/>
                    <a:pt x="5817" y="4652"/>
                    <a:pt x="6023" y="4652"/>
                  </a:cubicBezTo>
                  <a:close/>
                  <a:moveTo>
                    <a:pt x="6110" y="5154"/>
                  </a:moveTo>
                  <a:cubicBezTo>
                    <a:pt x="6531" y="5154"/>
                    <a:pt x="6950" y="5217"/>
                    <a:pt x="7374" y="5334"/>
                  </a:cubicBezTo>
                  <a:cubicBezTo>
                    <a:pt x="7383" y="5336"/>
                    <a:pt x="7391" y="5337"/>
                    <a:pt x="7398" y="5337"/>
                  </a:cubicBezTo>
                  <a:cubicBezTo>
                    <a:pt x="7415" y="5337"/>
                    <a:pt x="7431" y="5333"/>
                    <a:pt x="7443" y="5326"/>
                  </a:cubicBezTo>
                  <a:lnTo>
                    <a:pt x="7443" y="5326"/>
                  </a:lnTo>
                  <a:cubicBezTo>
                    <a:pt x="7271" y="5607"/>
                    <a:pt x="7106" y="5894"/>
                    <a:pt x="6942" y="6182"/>
                  </a:cubicBezTo>
                  <a:cubicBezTo>
                    <a:pt x="6916" y="6229"/>
                    <a:pt x="6887" y="6278"/>
                    <a:pt x="6860" y="6327"/>
                  </a:cubicBezTo>
                  <a:cubicBezTo>
                    <a:pt x="6457" y="6131"/>
                    <a:pt x="5990" y="6017"/>
                    <a:pt x="5529" y="6017"/>
                  </a:cubicBezTo>
                  <a:cubicBezTo>
                    <a:pt x="5222" y="6017"/>
                    <a:pt x="4917" y="6067"/>
                    <a:pt x="4635" y="6179"/>
                  </a:cubicBezTo>
                  <a:cubicBezTo>
                    <a:pt x="4664" y="6108"/>
                    <a:pt x="4695" y="6038"/>
                    <a:pt x="4728" y="5969"/>
                  </a:cubicBezTo>
                  <a:cubicBezTo>
                    <a:pt x="4836" y="5737"/>
                    <a:pt x="4951" y="5506"/>
                    <a:pt x="5072" y="5277"/>
                  </a:cubicBezTo>
                  <a:cubicBezTo>
                    <a:pt x="5076" y="5277"/>
                    <a:pt x="5080" y="5278"/>
                    <a:pt x="5085" y="5278"/>
                  </a:cubicBezTo>
                  <a:cubicBezTo>
                    <a:pt x="5093" y="5278"/>
                    <a:pt x="5101" y="5277"/>
                    <a:pt x="5109" y="5274"/>
                  </a:cubicBezTo>
                  <a:cubicBezTo>
                    <a:pt x="5446" y="5193"/>
                    <a:pt x="5779" y="5154"/>
                    <a:pt x="6110" y="5154"/>
                  </a:cubicBezTo>
                  <a:close/>
                  <a:moveTo>
                    <a:pt x="5512" y="6265"/>
                  </a:moveTo>
                  <a:cubicBezTo>
                    <a:pt x="5932" y="6265"/>
                    <a:pt x="6337" y="6325"/>
                    <a:pt x="6775" y="6476"/>
                  </a:cubicBezTo>
                  <a:cubicBezTo>
                    <a:pt x="6581" y="6820"/>
                    <a:pt x="6383" y="7172"/>
                    <a:pt x="6170" y="7520"/>
                  </a:cubicBezTo>
                  <a:cubicBezTo>
                    <a:pt x="5751" y="7293"/>
                    <a:pt x="5247" y="7143"/>
                    <a:pt x="4754" y="7143"/>
                  </a:cubicBezTo>
                  <a:cubicBezTo>
                    <a:pt x="4577" y="7143"/>
                    <a:pt x="4401" y="7162"/>
                    <a:pt x="4231" y="7205"/>
                  </a:cubicBezTo>
                  <a:cubicBezTo>
                    <a:pt x="4349" y="6894"/>
                    <a:pt x="4461" y="6589"/>
                    <a:pt x="4581" y="6303"/>
                  </a:cubicBezTo>
                  <a:cubicBezTo>
                    <a:pt x="4596" y="6322"/>
                    <a:pt x="4618" y="6335"/>
                    <a:pt x="4643" y="6335"/>
                  </a:cubicBezTo>
                  <a:cubicBezTo>
                    <a:pt x="4646" y="6335"/>
                    <a:pt x="4648" y="6334"/>
                    <a:pt x="4651" y="6334"/>
                  </a:cubicBezTo>
                  <a:cubicBezTo>
                    <a:pt x="4954" y="6291"/>
                    <a:pt x="5237" y="6265"/>
                    <a:pt x="5512" y="6265"/>
                  </a:cubicBezTo>
                  <a:close/>
                  <a:moveTo>
                    <a:pt x="9975" y="2533"/>
                  </a:moveTo>
                  <a:cubicBezTo>
                    <a:pt x="10501" y="3392"/>
                    <a:pt x="10911" y="4262"/>
                    <a:pt x="11218" y="5216"/>
                  </a:cubicBezTo>
                  <a:cubicBezTo>
                    <a:pt x="11104" y="5508"/>
                    <a:pt x="10976" y="5792"/>
                    <a:pt x="10837" y="6071"/>
                  </a:cubicBezTo>
                  <a:cubicBezTo>
                    <a:pt x="10696" y="4999"/>
                    <a:pt x="10156" y="4022"/>
                    <a:pt x="9317" y="3315"/>
                  </a:cubicBezTo>
                  <a:cubicBezTo>
                    <a:pt x="9298" y="3299"/>
                    <a:pt x="9280" y="3292"/>
                    <a:pt x="9262" y="3292"/>
                  </a:cubicBezTo>
                  <a:cubicBezTo>
                    <a:pt x="9188" y="3292"/>
                    <a:pt x="9133" y="3409"/>
                    <a:pt x="9207" y="3475"/>
                  </a:cubicBezTo>
                  <a:cubicBezTo>
                    <a:pt x="10058" y="4220"/>
                    <a:pt x="10572" y="5239"/>
                    <a:pt x="10695" y="6345"/>
                  </a:cubicBezTo>
                  <a:cubicBezTo>
                    <a:pt x="10475" y="6753"/>
                    <a:pt x="10230" y="7146"/>
                    <a:pt x="9958" y="7520"/>
                  </a:cubicBezTo>
                  <a:cubicBezTo>
                    <a:pt x="9994" y="6375"/>
                    <a:pt x="9269" y="5048"/>
                    <a:pt x="8458" y="4374"/>
                  </a:cubicBezTo>
                  <a:cubicBezTo>
                    <a:pt x="8445" y="4362"/>
                    <a:pt x="8430" y="4358"/>
                    <a:pt x="8416" y="4358"/>
                  </a:cubicBezTo>
                  <a:cubicBezTo>
                    <a:pt x="8405" y="4358"/>
                    <a:pt x="8394" y="4360"/>
                    <a:pt x="8384" y="4365"/>
                  </a:cubicBezTo>
                  <a:cubicBezTo>
                    <a:pt x="8636" y="3997"/>
                    <a:pt x="8906" y="3639"/>
                    <a:pt x="9209" y="3302"/>
                  </a:cubicBezTo>
                  <a:cubicBezTo>
                    <a:pt x="9454" y="3028"/>
                    <a:pt x="9709" y="2773"/>
                    <a:pt x="9975" y="2533"/>
                  </a:cubicBezTo>
                  <a:close/>
                  <a:moveTo>
                    <a:pt x="8330" y="4442"/>
                  </a:moveTo>
                  <a:lnTo>
                    <a:pt x="8330" y="4442"/>
                  </a:lnTo>
                  <a:cubicBezTo>
                    <a:pt x="8328" y="4460"/>
                    <a:pt x="8333" y="4478"/>
                    <a:pt x="8348" y="4495"/>
                  </a:cubicBezTo>
                  <a:cubicBezTo>
                    <a:pt x="8782" y="4992"/>
                    <a:pt x="9160" y="5499"/>
                    <a:pt x="9412" y="6115"/>
                  </a:cubicBezTo>
                  <a:cubicBezTo>
                    <a:pt x="9641" y="6671"/>
                    <a:pt x="9665" y="7216"/>
                    <a:pt x="9754" y="7786"/>
                  </a:cubicBezTo>
                  <a:cubicBezTo>
                    <a:pt x="9608" y="7980"/>
                    <a:pt x="9454" y="8165"/>
                    <a:pt x="9294" y="8342"/>
                  </a:cubicBezTo>
                  <a:cubicBezTo>
                    <a:pt x="9313" y="7154"/>
                    <a:pt x="8939" y="5745"/>
                    <a:pt x="8107" y="4946"/>
                  </a:cubicBezTo>
                  <a:cubicBezTo>
                    <a:pt x="8088" y="4929"/>
                    <a:pt x="8066" y="4923"/>
                    <a:pt x="8045" y="4923"/>
                  </a:cubicBezTo>
                  <a:cubicBezTo>
                    <a:pt x="8036" y="4923"/>
                    <a:pt x="8026" y="4924"/>
                    <a:pt x="8017" y="4927"/>
                  </a:cubicBezTo>
                  <a:cubicBezTo>
                    <a:pt x="8119" y="4763"/>
                    <a:pt x="8224" y="4601"/>
                    <a:pt x="8330" y="4442"/>
                  </a:cubicBezTo>
                  <a:close/>
                  <a:moveTo>
                    <a:pt x="4654" y="7393"/>
                  </a:moveTo>
                  <a:cubicBezTo>
                    <a:pt x="5138" y="7393"/>
                    <a:pt x="5588" y="7461"/>
                    <a:pt x="6067" y="7687"/>
                  </a:cubicBezTo>
                  <a:cubicBezTo>
                    <a:pt x="5887" y="7974"/>
                    <a:pt x="5697" y="8255"/>
                    <a:pt x="5494" y="8522"/>
                  </a:cubicBezTo>
                  <a:cubicBezTo>
                    <a:pt x="5486" y="8519"/>
                    <a:pt x="5478" y="8512"/>
                    <a:pt x="5469" y="8509"/>
                  </a:cubicBezTo>
                  <a:cubicBezTo>
                    <a:pt x="5110" y="8359"/>
                    <a:pt x="4734" y="8293"/>
                    <a:pt x="4355" y="8293"/>
                  </a:cubicBezTo>
                  <a:cubicBezTo>
                    <a:pt x="4148" y="8293"/>
                    <a:pt x="3940" y="8313"/>
                    <a:pt x="3733" y="8348"/>
                  </a:cubicBezTo>
                  <a:cubicBezTo>
                    <a:pt x="3889" y="8047"/>
                    <a:pt x="4025" y="7732"/>
                    <a:pt x="4151" y="7412"/>
                  </a:cubicBezTo>
                  <a:cubicBezTo>
                    <a:pt x="4324" y="7400"/>
                    <a:pt x="4491" y="7393"/>
                    <a:pt x="4654" y="7393"/>
                  </a:cubicBezTo>
                  <a:close/>
                  <a:moveTo>
                    <a:pt x="4223" y="8516"/>
                  </a:moveTo>
                  <a:cubicBezTo>
                    <a:pt x="4608" y="8516"/>
                    <a:pt x="4987" y="8579"/>
                    <a:pt x="5371" y="8682"/>
                  </a:cubicBezTo>
                  <a:cubicBezTo>
                    <a:pt x="5286" y="8790"/>
                    <a:pt x="5196" y="8895"/>
                    <a:pt x="5106" y="8996"/>
                  </a:cubicBezTo>
                  <a:cubicBezTo>
                    <a:pt x="4769" y="8865"/>
                    <a:pt x="4416" y="8805"/>
                    <a:pt x="4059" y="8805"/>
                  </a:cubicBezTo>
                  <a:cubicBezTo>
                    <a:pt x="3848" y="8805"/>
                    <a:pt x="3635" y="8826"/>
                    <a:pt x="3424" y="8866"/>
                  </a:cubicBezTo>
                  <a:cubicBezTo>
                    <a:pt x="3489" y="8772"/>
                    <a:pt x="3552" y="8672"/>
                    <a:pt x="3610" y="8571"/>
                  </a:cubicBezTo>
                  <a:cubicBezTo>
                    <a:pt x="3818" y="8533"/>
                    <a:pt x="4021" y="8516"/>
                    <a:pt x="4223" y="8516"/>
                  </a:cubicBezTo>
                  <a:close/>
                  <a:moveTo>
                    <a:pt x="7962" y="5015"/>
                  </a:moveTo>
                  <a:cubicBezTo>
                    <a:pt x="7963" y="5023"/>
                    <a:pt x="7963" y="5031"/>
                    <a:pt x="7968" y="5040"/>
                  </a:cubicBezTo>
                  <a:cubicBezTo>
                    <a:pt x="8271" y="5650"/>
                    <a:pt x="8643" y="6187"/>
                    <a:pt x="8844" y="6851"/>
                  </a:cubicBezTo>
                  <a:cubicBezTo>
                    <a:pt x="9011" y="7406"/>
                    <a:pt x="9083" y="7970"/>
                    <a:pt x="9106" y="8543"/>
                  </a:cubicBezTo>
                  <a:cubicBezTo>
                    <a:pt x="9048" y="8609"/>
                    <a:pt x="8988" y="8669"/>
                    <a:pt x="8927" y="8731"/>
                  </a:cubicBezTo>
                  <a:cubicBezTo>
                    <a:pt x="8726" y="8934"/>
                    <a:pt x="8513" y="9126"/>
                    <a:pt x="8296" y="9314"/>
                  </a:cubicBezTo>
                  <a:cubicBezTo>
                    <a:pt x="8355" y="8301"/>
                    <a:pt x="7978" y="7324"/>
                    <a:pt x="7266" y="6583"/>
                  </a:cubicBezTo>
                  <a:cubicBezTo>
                    <a:pt x="7244" y="6560"/>
                    <a:pt x="7218" y="6550"/>
                    <a:pt x="7192" y="6550"/>
                  </a:cubicBezTo>
                  <a:cubicBezTo>
                    <a:pt x="7113" y="6550"/>
                    <a:pt x="7041" y="6643"/>
                    <a:pt x="7109" y="6720"/>
                  </a:cubicBezTo>
                  <a:cubicBezTo>
                    <a:pt x="7782" y="7489"/>
                    <a:pt x="8119" y="8448"/>
                    <a:pt x="8119" y="9460"/>
                  </a:cubicBezTo>
                  <a:cubicBezTo>
                    <a:pt x="7703" y="9798"/>
                    <a:pt x="7258" y="10108"/>
                    <a:pt x="6792" y="10376"/>
                  </a:cubicBezTo>
                  <a:cubicBezTo>
                    <a:pt x="7171" y="9430"/>
                    <a:pt x="7078" y="8334"/>
                    <a:pt x="6554" y="7457"/>
                  </a:cubicBezTo>
                  <a:cubicBezTo>
                    <a:pt x="7036" y="6648"/>
                    <a:pt x="7471" y="5814"/>
                    <a:pt x="7962" y="5015"/>
                  </a:cubicBezTo>
                  <a:close/>
                  <a:moveTo>
                    <a:pt x="4077" y="8984"/>
                  </a:moveTo>
                  <a:cubicBezTo>
                    <a:pt x="4388" y="8984"/>
                    <a:pt x="4694" y="9029"/>
                    <a:pt x="5003" y="9108"/>
                  </a:cubicBezTo>
                  <a:cubicBezTo>
                    <a:pt x="4599" y="9540"/>
                    <a:pt x="4141" y="9910"/>
                    <a:pt x="3601" y="10171"/>
                  </a:cubicBezTo>
                  <a:cubicBezTo>
                    <a:pt x="3388" y="10273"/>
                    <a:pt x="3159" y="10358"/>
                    <a:pt x="2918" y="10415"/>
                  </a:cubicBezTo>
                  <a:cubicBezTo>
                    <a:pt x="2938" y="10399"/>
                    <a:pt x="2949" y="10376"/>
                    <a:pt x="2946" y="10345"/>
                  </a:cubicBezTo>
                  <a:cubicBezTo>
                    <a:pt x="2907" y="10075"/>
                    <a:pt x="2742" y="9854"/>
                    <a:pt x="2514" y="9731"/>
                  </a:cubicBezTo>
                  <a:cubicBezTo>
                    <a:pt x="2841" y="9545"/>
                    <a:pt x="3108" y="9289"/>
                    <a:pt x="3332" y="8993"/>
                  </a:cubicBezTo>
                  <a:cubicBezTo>
                    <a:pt x="3345" y="9027"/>
                    <a:pt x="3372" y="9052"/>
                    <a:pt x="3412" y="9052"/>
                  </a:cubicBezTo>
                  <a:cubicBezTo>
                    <a:pt x="3419" y="9052"/>
                    <a:pt x="3425" y="9052"/>
                    <a:pt x="3432" y="9050"/>
                  </a:cubicBezTo>
                  <a:cubicBezTo>
                    <a:pt x="3651" y="9005"/>
                    <a:pt x="3865" y="8984"/>
                    <a:pt x="4077" y="8984"/>
                  </a:cubicBezTo>
                  <a:close/>
                  <a:moveTo>
                    <a:pt x="328" y="9168"/>
                  </a:moveTo>
                  <a:lnTo>
                    <a:pt x="328" y="9168"/>
                  </a:lnTo>
                  <a:cubicBezTo>
                    <a:pt x="423" y="9419"/>
                    <a:pt x="611" y="9633"/>
                    <a:pt x="861" y="9787"/>
                  </a:cubicBezTo>
                  <a:cubicBezTo>
                    <a:pt x="958" y="9846"/>
                    <a:pt x="1059" y="9892"/>
                    <a:pt x="1164" y="9923"/>
                  </a:cubicBezTo>
                  <a:cubicBezTo>
                    <a:pt x="1231" y="9988"/>
                    <a:pt x="1310" y="10050"/>
                    <a:pt x="1369" y="10122"/>
                  </a:cubicBezTo>
                  <a:cubicBezTo>
                    <a:pt x="1449" y="10214"/>
                    <a:pt x="1509" y="10315"/>
                    <a:pt x="1557" y="10427"/>
                  </a:cubicBezTo>
                  <a:cubicBezTo>
                    <a:pt x="1334" y="10368"/>
                    <a:pt x="1120" y="10276"/>
                    <a:pt x="923" y="10142"/>
                  </a:cubicBezTo>
                  <a:cubicBezTo>
                    <a:pt x="593" y="9919"/>
                    <a:pt x="331" y="9564"/>
                    <a:pt x="328" y="9168"/>
                  </a:cubicBezTo>
                  <a:close/>
                  <a:moveTo>
                    <a:pt x="2306" y="9836"/>
                  </a:moveTo>
                  <a:cubicBezTo>
                    <a:pt x="2548" y="9913"/>
                    <a:pt x="2742" y="10124"/>
                    <a:pt x="2794" y="10376"/>
                  </a:cubicBezTo>
                  <a:cubicBezTo>
                    <a:pt x="2800" y="10409"/>
                    <a:pt x="2823" y="10425"/>
                    <a:pt x="2846" y="10430"/>
                  </a:cubicBezTo>
                  <a:cubicBezTo>
                    <a:pt x="2630" y="10478"/>
                    <a:pt x="2409" y="10505"/>
                    <a:pt x="2190" y="10505"/>
                  </a:cubicBezTo>
                  <a:cubicBezTo>
                    <a:pt x="2030" y="10505"/>
                    <a:pt x="1870" y="10491"/>
                    <a:pt x="1714" y="10461"/>
                  </a:cubicBezTo>
                  <a:lnTo>
                    <a:pt x="1714" y="10456"/>
                  </a:lnTo>
                  <a:cubicBezTo>
                    <a:pt x="1670" y="10309"/>
                    <a:pt x="1590" y="10129"/>
                    <a:pt x="1477" y="9983"/>
                  </a:cubicBezTo>
                  <a:lnTo>
                    <a:pt x="1477" y="9983"/>
                  </a:lnTo>
                  <a:cubicBezTo>
                    <a:pt x="1518" y="9987"/>
                    <a:pt x="1559" y="9988"/>
                    <a:pt x="1600" y="9988"/>
                  </a:cubicBezTo>
                  <a:cubicBezTo>
                    <a:pt x="1840" y="9988"/>
                    <a:pt x="2080" y="9932"/>
                    <a:pt x="2306" y="9836"/>
                  </a:cubicBezTo>
                  <a:close/>
                  <a:moveTo>
                    <a:pt x="6430" y="7666"/>
                  </a:moveTo>
                  <a:cubicBezTo>
                    <a:pt x="6833" y="8538"/>
                    <a:pt x="6906" y="9458"/>
                    <a:pt x="6661" y="10402"/>
                  </a:cubicBezTo>
                  <a:cubicBezTo>
                    <a:pt x="6656" y="10420"/>
                    <a:pt x="6659" y="10435"/>
                    <a:pt x="6664" y="10448"/>
                  </a:cubicBezTo>
                  <a:cubicBezTo>
                    <a:pt x="6489" y="10543"/>
                    <a:pt x="6311" y="10638"/>
                    <a:pt x="6129" y="10721"/>
                  </a:cubicBezTo>
                  <a:cubicBezTo>
                    <a:pt x="6365" y="9954"/>
                    <a:pt x="6317" y="9126"/>
                    <a:pt x="5952" y="8396"/>
                  </a:cubicBezTo>
                  <a:cubicBezTo>
                    <a:pt x="6100" y="8185"/>
                    <a:pt x="6242" y="7972"/>
                    <a:pt x="6373" y="7759"/>
                  </a:cubicBezTo>
                  <a:cubicBezTo>
                    <a:pt x="6391" y="7728"/>
                    <a:pt x="6409" y="7699"/>
                    <a:pt x="6430" y="7666"/>
                  </a:cubicBezTo>
                  <a:close/>
                  <a:moveTo>
                    <a:pt x="1040" y="10571"/>
                  </a:moveTo>
                  <a:lnTo>
                    <a:pt x="1040" y="10571"/>
                  </a:lnTo>
                  <a:cubicBezTo>
                    <a:pt x="1311" y="10685"/>
                    <a:pt x="1614" y="10754"/>
                    <a:pt x="1915" y="10783"/>
                  </a:cubicBezTo>
                  <a:cubicBezTo>
                    <a:pt x="1905" y="10792"/>
                    <a:pt x="1894" y="10801"/>
                    <a:pt x="1882" y="10810"/>
                  </a:cubicBezTo>
                  <a:cubicBezTo>
                    <a:pt x="1815" y="10867"/>
                    <a:pt x="1750" y="10927"/>
                    <a:pt x="1681" y="10988"/>
                  </a:cubicBezTo>
                  <a:cubicBezTo>
                    <a:pt x="1450" y="10870"/>
                    <a:pt x="1238" y="10731"/>
                    <a:pt x="1040" y="10571"/>
                  </a:cubicBezTo>
                  <a:close/>
                  <a:moveTo>
                    <a:pt x="5811" y="8600"/>
                  </a:moveTo>
                  <a:cubicBezTo>
                    <a:pt x="6064" y="9338"/>
                    <a:pt x="6100" y="10081"/>
                    <a:pt x="5883" y="10834"/>
                  </a:cubicBezTo>
                  <a:cubicBezTo>
                    <a:pt x="5532" y="10981"/>
                    <a:pt x="5173" y="11106"/>
                    <a:pt x="4807" y="11201"/>
                  </a:cubicBezTo>
                  <a:cubicBezTo>
                    <a:pt x="4731" y="11220"/>
                    <a:pt x="4655" y="11237"/>
                    <a:pt x="4578" y="11255"/>
                  </a:cubicBezTo>
                  <a:cubicBezTo>
                    <a:pt x="4774" y="10810"/>
                    <a:pt x="4869" y="10302"/>
                    <a:pt x="4758" y="9829"/>
                  </a:cubicBezTo>
                  <a:cubicBezTo>
                    <a:pt x="4754" y="9811"/>
                    <a:pt x="4745" y="9798"/>
                    <a:pt x="4731" y="9790"/>
                  </a:cubicBezTo>
                  <a:cubicBezTo>
                    <a:pt x="5134" y="9443"/>
                    <a:pt x="5492" y="9032"/>
                    <a:pt x="5811" y="8600"/>
                  </a:cubicBezTo>
                  <a:close/>
                  <a:moveTo>
                    <a:pt x="3519" y="10551"/>
                  </a:moveTo>
                  <a:cubicBezTo>
                    <a:pt x="3489" y="10693"/>
                    <a:pt x="3468" y="10836"/>
                    <a:pt x="3406" y="10973"/>
                  </a:cubicBezTo>
                  <a:cubicBezTo>
                    <a:pt x="3337" y="11124"/>
                    <a:pt x="3236" y="11258"/>
                    <a:pt x="3118" y="11373"/>
                  </a:cubicBezTo>
                  <a:cubicBezTo>
                    <a:pt x="2797" y="11348"/>
                    <a:pt x="2478" y="11291"/>
                    <a:pt x="2169" y="11189"/>
                  </a:cubicBezTo>
                  <a:cubicBezTo>
                    <a:pt x="2061" y="11155"/>
                    <a:pt x="1956" y="11114"/>
                    <a:pt x="1853" y="11070"/>
                  </a:cubicBezTo>
                  <a:cubicBezTo>
                    <a:pt x="1899" y="11031"/>
                    <a:pt x="1940" y="10990"/>
                    <a:pt x="1979" y="10959"/>
                  </a:cubicBezTo>
                  <a:cubicBezTo>
                    <a:pt x="2041" y="10908"/>
                    <a:pt x="2112" y="10857"/>
                    <a:pt x="2177" y="10801"/>
                  </a:cubicBezTo>
                  <a:cubicBezTo>
                    <a:pt x="2208" y="10802"/>
                    <a:pt x="2240" y="10803"/>
                    <a:pt x="2271" y="10803"/>
                  </a:cubicBezTo>
                  <a:cubicBezTo>
                    <a:pt x="2549" y="10803"/>
                    <a:pt x="2817" y="10770"/>
                    <a:pt x="3048" y="10711"/>
                  </a:cubicBezTo>
                  <a:cubicBezTo>
                    <a:pt x="3211" y="10669"/>
                    <a:pt x="3367" y="10615"/>
                    <a:pt x="3519" y="10551"/>
                  </a:cubicBezTo>
                  <a:close/>
                  <a:moveTo>
                    <a:pt x="4633" y="9872"/>
                  </a:moveTo>
                  <a:lnTo>
                    <a:pt x="4633" y="9872"/>
                  </a:lnTo>
                  <a:cubicBezTo>
                    <a:pt x="4571" y="10366"/>
                    <a:pt x="4519" y="10829"/>
                    <a:pt x="4371" y="11299"/>
                  </a:cubicBezTo>
                  <a:cubicBezTo>
                    <a:pt x="4067" y="11352"/>
                    <a:pt x="3756" y="11384"/>
                    <a:pt x="3447" y="11384"/>
                  </a:cubicBezTo>
                  <a:cubicBezTo>
                    <a:pt x="3412" y="11384"/>
                    <a:pt x="3377" y="11383"/>
                    <a:pt x="3342" y="11382"/>
                  </a:cubicBezTo>
                  <a:cubicBezTo>
                    <a:pt x="3584" y="11140"/>
                    <a:pt x="3758" y="10793"/>
                    <a:pt x="3694" y="10474"/>
                  </a:cubicBezTo>
                  <a:cubicBezTo>
                    <a:pt x="4033" y="10317"/>
                    <a:pt x="4345" y="10109"/>
                    <a:pt x="4633" y="9872"/>
                  </a:cubicBezTo>
                  <a:close/>
                  <a:moveTo>
                    <a:pt x="13712" y="1"/>
                  </a:moveTo>
                  <a:cubicBezTo>
                    <a:pt x="13705" y="1"/>
                    <a:pt x="13697" y="2"/>
                    <a:pt x="13689" y="4"/>
                  </a:cubicBezTo>
                  <a:cubicBezTo>
                    <a:pt x="13346" y="103"/>
                    <a:pt x="13009" y="230"/>
                    <a:pt x="12678" y="379"/>
                  </a:cubicBezTo>
                  <a:cubicBezTo>
                    <a:pt x="12658" y="364"/>
                    <a:pt x="12635" y="355"/>
                    <a:pt x="12608" y="351"/>
                  </a:cubicBezTo>
                  <a:cubicBezTo>
                    <a:pt x="12316" y="313"/>
                    <a:pt x="12028" y="294"/>
                    <a:pt x="11742" y="294"/>
                  </a:cubicBezTo>
                  <a:cubicBezTo>
                    <a:pt x="9264" y="294"/>
                    <a:pt x="7031" y="1701"/>
                    <a:pt x="5630" y="3742"/>
                  </a:cubicBezTo>
                  <a:cubicBezTo>
                    <a:pt x="4844" y="4886"/>
                    <a:pt x="4286" y="6161"/>
                    <a:pt x="3771" y="7442"/>
                  </a:cubicBezTo>
                  <a:cubicBezTo>
                    <a:pt x="3462" y="8209"/>
                    <a:pt x="3113" y="9067"/>
                    <a:pt x="2347" y="9482"/>
                  </a:cubicBezTo>
                  <a:cubicBezTo>
                    <a:pt x="2126" y="9602"/>
                    <a:pt x="1879" y="9660"/>
                    <a:pt x="1638" y="9660"/>
                  </a:cubicBezTo>
                  <a:cubicBezTo>
                    <a:pt x="1069" y="9660"/>
                    <a:pt x="534" y="9335"/>
                    <a:pt x="454" y="8718"/>
                  </a:cubicBezTo>
                  <a:cubicBezTo>
                    <a:pt x="586" y="8512"/>
                    <a:pt x="813" y="8398"/>
                    <a:pt x="1034" y="8398"/>
                  </a:cubicBezTo>
                  <a:cubicBezTo>
                    <a:pt x="1263" y="8398"/>
                    <a:pt x="1485" y="8521"/>
                    <a:pt x="1588" y="8792"/>
                  </a:cubicBezTo>
                  <a:cubicBezTo>
                    <a:pt x="1605" y="8837"/>
                    <a:pt x="1644" y="8856"/>
                    <a:pt x="1685" y="8856"/>
                  </a:cubicBezTo>
                  <a:cubicBezTo>
                    <a:pt x="1756" y="8856"/>
                    <a:pt x="1832" y="8799"/>
                    <a:pt x="1809" y="8717"/>
                  </a:cubicBezTo>
                  <a:cubicBezTo>
                    <a:pt x="1699" y="8336"/>
                    <a:pt x="1354" y="8082"/>
                    <a:pt x="967" y="8082"/>
                  </a:cubicBezTo>
                  <a:cubicBezTo>
                    <a:pt x="903" y="8082"/>
                    <a:pt x="838" y="8089"/>
                    <a:pt x="773" y="8103"/>
                  </a:cubicBezTo>
                  <a:cubicBezTo>
                    <a:pt x="264" y="8216"/>
                    <a:pt x="1" y="8749"/>
                    <a:pt x="23" y="9237"/>
                  </a:cubicBezTo>
                  <a:cubicBezTo>
                    <a:pt x="30" y="9404"/>
                    <a:pt x="64" y="9556"/>
                    <a:pt x="117" y="9695"/>
                  </a:cubicBezTo>
                  <a:cubicBezTo>
                    <a:pt x="91" y="9716"/>
                    <a:pt x="74" y="9756"/>
                    <a:pt x="91" y="9795"/>
                  </a:cubicBezTo>
                  <a:cubicBezTo>
                    <a:pt x="519" y="10860"/>
                    <a:pt x="1737" y="11467"/>
                    <a:pt x="2822" y="11621"/>
                  </a:cubicBezTo>
                  <a:cubicBezTo>
                    <a:pt x="3035" y="11652"/>
                    <a:pt x="3250" y="11666"/>
                    <a:pt x="3464" y="11666"/>
                  </a:cubicBezTo>
                  <a:cubicBezTo>
                    <a:pt x="3746" y="11666"/>
                    <a:pt x="4027" y="11641"/>
                    <a:pt x="4306" y="11597"/>
                  </a:cubicBezTo>
                  <a:cubicBezTo>
                    <a:pt x="4320" y="11613"/>
                    <a:pt x="4340" y="11623"/>
                    <a:pt x="4361" y="11623"/>
                  </a:cubicBezTo>
                  <a:cubicBezTo>
                    <a:pt x="4380" y="11623"/>
                    <a:pt x="4399" y="11614"/>
                    <a:pt x="4411" y="11593"/>
                  </a:cubicBezTo>
                  <a:cubicBezTo>
                    <a:pt x="4412" y="11589"/>
                    <a:pt x="4417" y="11582"/>
                    <a:pt x="4419" y="11579"/>
                  </a:cubicBezTo>
                  <a:cubicBezTo>
                    <a:pt x="5280" y="11425"/>
                    <a:pt x="6119" y="11083"/>
                    <a:pt x="6872" y="10666"/>
                  </a:cubicBezTo>
                  <a:cubicBezTo>
                    <a:pt x="7716" y="10199"/>
                    <a:pt x="8487" y="9607"/>
                    <a:pt x="9168" y="8923"/>
                  </a:cubicBezTo>
                  <a:cubicBezTo>
                    <a:pt x="9177" y="8926"/>
                    <a:pt x="9186" y="8928"/>
                    <a:pt x="9196" y="8928"/>
                  </a:cubicBezTo>
                  <a:cubicBezTo>
                    <a:pt x="9228" y="8928"/>
                    <a:pt x="9259" y="8908"/>
                    <a:pt x="9264" y="8864"/>
                  </a:cubicBezTo>
                  <a:cubicBezTo>
                    <a:pt x="9266" y="8849"/>
                    <a:pt x="9266" y="8833"/>
                    <a:pt x="9269" y="8820"/>
                  </a:cubicBezTo>
                  <a:cubicBezTo>
                    <a:pt x="9858" y="8208"/>
                    <a:pt x="10375" y="7527"/>
                    <a:pt x="10803" y="6792"/>
                  </a:cubicBezTo>
                  <a:cubicBezTo>
                    <a:pt x="10805" y="6792"/>
                    <a:pt x="10808" y="6793"/>
                    <a:pt x="10810" y="6793"/>
                  </a:cubicBezTo>
                  <a:cubicBezTo>
                    <a:pt x="10846" y="6793"/>
                    <a:pt x="10878" y="6771"/>
                    <a:pt x="10881" y="6722"/>
                  </a:cubicBezTo>
                  <a:lnTo>
                    <a:pt x="10881" y="6656"/>
                  </a:lnTo>
                  <a:cubicBezTo>
                    <a:pt x="11148" y="6180"/>
                    <a:pt x="11380" y="5683"/>
                    <a:pt x="11570" y="5172"/>
                  </a:cubicBezTo>
                  <a:cubicBezTo>
                    <a:pt x="11811" y="4521"/>
                    <a:pt x="11974" y="3850"/>
                    <a:pt x="12084" y="3166"/>
                  </a:cubicBezTo>
                  <a:cubicBezTo>
                    <a:pt x="12223" y="2284"/>
                    <a:pt x="12313" y="1387"/>
                    <a:pt x="12850" y="643"/>
                  </a:cubicBezTo>
                  <a:cubicBezTo>
                    <a:pt x="12861" y="629"/>
                    <a:pt x="12866" y="615"/>
                    <a:pt x="12871" y="602"/>
                  </a:cubicBezTo>
                  <a:cubicBezTo>
                    <a:pt x="13159" y="454"/>
                    <a:pt x="13452" y="312"/>
                    <a:pt x="13750" y="171"/>
                  </a:cubicBezTo>
                  <a:cubicBezTo>
                    <a:pt x="13828" y="134"/>
                    <a:pt x="13794" y="1"/>
                    <a:pt x="13712" y="1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D00BC9A3-084A-41E9-86AD-55DB62A905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45" y="1769981"/>
            <a:ext cx="2757209" cy="24922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A1E1B3F-6B36-422B-96DA-90407A5A76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5565" y="1184816"/>
            <a:ext cx="2412869" cy="36099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BC9CA45-D0C2-4523-9B2D-CB063B8CE0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8628" y="1928849"/>
            <a:ext cx="2813794" cy="2174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925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4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9875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ADDRESSING TABLE</a:t>
            </a:r>
            <a:endParaRPr dirty="0"/>
          </a:p>
        </p:txBody>
      </p:sp>
      <p:sp>
        <p:nvSpPr>
          <p:cNvPr id="423" name="Google Shape;423;p34"/>
          <p:cNvSpPr txBox="1">
            <a:spLocks noGrp="1"/>
          </p:cNvSpPr>
          <p:nvPr>
            <p:ph type="body" idx="1"/>
          </p:nvPr>
        </p:nvSpPr>
        <p:spPr>
          <a:xfrm>
            <a:off x="720000" y="1136073"/>
            <a:ext cx="7704000" cy="34673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000000"/>
                </a:solidFill>
                <a:latin typeface="Nunito" panose="020B0604020202020204" charset="0"/>
              </a:rPr>
              <a:t>FOR LAYER 2 SWITCHES:</a:t>
            </a:r>
          </a:p>
          <a:p>
            <a:pPr marL="171450" lvl="0" indent="-171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Nunito" panose="020B060402020202020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43BE2BB-EEF0-494E-9F3A-BF61CBBF2087}"/>
              </a:ext>
            </a:extLst>
          </p:cNvPr>
          <p:cNvGrpSpPr/>
          <p:nvPr/>
        </p:nvGrpSpPr>
        <p:grpSpPr>
          <a:xfrm rot="1447952">
            <a:off x="7965541" y="873092"/>
            <a:ext cx="1158287" cy="765214"/>
            <a:chOff x="6518491" y="1599754"/>
            <a:chExt cx="1158287" cy="765214"/>
          </a:xfrm>
        </p:grpSpPr>
        <p:sp>
          <p:nvSpPr>
            <p:cNvPr id="4" name="Google Shape;417;p33">
              <a:extLst>
                <a:ext uri="{FF2B5EF4-FFF2-40B4-BE49-F238E27FC236}">
                  <a16:creationId xmlns:a16="http://schemas.microsoft.com/office/drawing/2014/main" id="{01DAF2A5-5940-4EEC-9C6C-C815D26A15C7}"/>
                </a:ext>
              </a:extLst>
            </p:cNvPr>
            <p:cNvSpPr/>
            <p:nvPr/>
          </p:nvSpPr>
          <p:spPr>
            <a:xfrm>
              <a:off x="6518491" y="1599754"/>
              <a:ext cx="728908" cy="614944"/>
            </a:xfrm>
            <a:custGeom>
              <a:avLst/>
              <a:gdLst/>
              <a:ahLst/>
              <a:cxnLst/>
              <a:rect l="l" t="t" r="r" b="b"/>
              <a:pathLst>
                <a:path w="13828" h="11666" extrusionOk="0">
                  <a:moveTo>
                    <a:pt x="11902" y="622"/>
                  </a:moveTo>
                  <a:cubicBezTo>
                    <a:pt x="11993" y="622"/>
                    <a:pt x="12084" y="623"/>
                    <a:pt x="12176" y="626"/>
                  </a:cubicBezTo>
                  <a:cubicBezTo>
                    <a:pt x="11748" y="854"/>
                    <a:pt x="11336" y="1117"/>
                    <a:pt x="10943" y="1400"/>
                  </a:cubicBezTo>
                  <a:cubicBezTo>
                    <a:pt x="10565" y="1156"/>
                    <a:pt x="10148" y="999"/>
                    <a:pt x="9708" y="944"/>
                  </a:cubicBezTo>
                  <a:cubicBezTo>
                    <a:pt x="10413" y="725"/>
                    <a:pt x="11153" y="622"/>
                    <a:pt x="11902" y="622"/>
                  </a:cubicBezTo>
                  <a:close/>
                  <a:moveTo>
                    <a:pt x="9181" y="1132"/>
                  </a:moveTo>
                  <a:cubicBezTo>
                    <a:pt x="9191" y="1137"/>
                    <a:pt x="9204" y="1138"/>
                    <a:pt x="9215" y="1138"/>
                  </a:cubicBezTo>
                  <a:cubicBezTo>
                    <a:pt x="9219" y="1138"/>
                    <a:pt x="9223" y="1138"/>
                    <a:pt x="9227" y="1138"/>
                  </a:cubicBezTo>
                  <a:cubicBezTo>
                    <a:pt x="9787" y="1138"/>
                    <a:pt x="10315" y="1253"/>
                    <a:pt x="10812" y="1497"/>
                  </a:cubicBezTo>
                  <a:cubicBezTo>
                    <a:pt x="10488" y="1739"/>
                    <a:pt x="10174" y="1996"/>
                    <a:pt x="9880" y="2259"/>
                  </a:cubicBezTo>
                  <a:cubicBezTo>
                    <a:pt x="9845" y="2290"/>
                    <a:pt x="9811" y="2323"/>
                    <a:pt x="9777" y="2356"/>
                  </a:cubicBezTo>
                  <a:cubicBezTo>
                    <a:pt x="9795" y="2326"/>
                    <a:pt x="9795" y="2287"/>
                    <a:pt x="9762" y="2266"/>
                  </a:cubicBezTo>
                  <a:cubicBezTo>
                    <a:pt x="9330" y="1986"/>
                    <a:pt x="8732" y="1780"/>
                    <a:pt x="8170" y="1780"/>
                  </a:cubicBezTo>
                  <a:cubicBezTo>
                    <a:pt x="8094" y="1780"/>
                    <a:pt x="8019" y="1784"/>
                    <a:pt x="7945" y="1791"/>
                  </a:cubicBezTo>
                  <a:cubicBezTo>
                    <a:pt x="8337" y="1525"/>
                    <a:pt x="8749" y="1305"/>
                    <a:pt x="9181" y="1132"/>
                  </a:cubicBezTo>
                  <a:close/>
                  <a:moveTo>
                    <a:pt x="8294" y="2015"/>
                  </a:moveTo>
                  <a:cubicBezTo>
                    <a:pt x="8380" y="2015"/>
                    <a:pt x="8467" y="2019"/>
                    <a:pt x="8554" y="2030"/>
                  </a:cubicBezTo>
                  <a:cubicBezTo>
                    <a:pt x="8963" y="2079"/>
                    <a:pt x="9335" y="2210"/>
                    <a:pt x="9706" y="2382"/>
                  </a:cubicBezTo>
                  <a:cubicBezTo>
                    <a:pt x="9714" y="2386"/>
                    <a:pt x="9721" y="2388"/>
                    <a:pt x="9728" y="2388"/>
                  </a:cubicBezTo>
                  <a:cubicBezTo>
                    <a:pt x="9736" y="2388"/>
                    <a:pt x="9744" y="2385"/>
                    <a:pt x="9752" y="2382"/>
                  </a:cubicBezTo>
                  <a:lnTo>
                    <a:pt x="9752" y="2382"/>
                  </a:lnTo>
                  <a:cubicBezTo>
                    <a:pt x="9557" y="2562"/>
                    <a:pt x="9371" y="2750"/>
                    <a:pt x="9196" y="2942"/>
                  </a:cubicBezTo>
                  <a:cubicBezTo>
                    <a:pt x="9191" y="2914"/>
                    <a:pt x="9176" y="2889"/>
                    <a:pt x="9148" y="2875"/>
                  </a:cubicBezTo>
                  <a:cubicBezTo>
                    <a:pt x="8661" y="2622"/>
                    <a:pt x="8130" y="2482"/>
                    <a:pt x="7595" y="2482"/>
                  </a:cubicBezTo>
                  <a:cubicBezTo>
                    <a:pt x="7411" y="2482"/>
                    <a:pt x="7227" y="2498"/>
                    <a:pt x="7044" y="2533"/>
                  </a:cubicBezTo>
                  <a:cubicBezTo>
                    <a:pt x="7212" y="2366"/>
                    <a:pt x="7397" y="2209"/>
                    <a:pt x="7589" y="2056"/>
                  </a:cubicBezTo>
                  <a:cubicBezTo>
                    <a:pt x="7826" y="2047"/>
                    <a:pt x="8058" y="2015"/>
                    <a:pt x="8294" y="2015"/>
                  </a:cubicBezTo>
                  <a:close/>
                  <a:moveTo>
                    <a:pt x="12367" y="868"/>
                  </a:moveTo>
                  <a:cubicBezTo>
                    <a:pt x="12076" y="1395"/>
                    <a:pt x="11953" y="1991"/>
                    <a:pt x="11856" y="2596"/>
                  </a:cubicBezTo>
                  <a:cubicBezTo>
                    <a:pt x="11835" y="2729"/>
                    <a:pt x="11812" y="2860"/>
                    <a:pt x="11793" y="2991"/>
                  </a:cubicBezTo>
                  <a:cubicBezTo>
                    <a:pt x="11636" y="2513"/>
                    <a:pt x="11334" y="2078"/>
                    <a:pt x="10968" y="1739"/>
                  </a:cubicBezTo>
                  <a:cubicBezTo>
                    <a:pt x="11415" y="1423"/>
                    <a:pt x="11883" y="1133"/>
                    <a:pt x="12367" y="868"/>
                  </a:cubicBezTo>
                  <a:close/>
                  <a:moveTo>
                    <a:pt x="7606" y="2726"/>
                  </a:moveTo>
                  <a:cubicBezTo>
                    <a:pt x="8095" y="2726"/>
                    <a:pt x="8574" y="2832"/>
                    <a:pt x="9045" y="3069"/>
                  </a:cubicBezTo>
                  <a:cubicBezTo>
                    <a:pt x="9053" y="3073"/>
                    <a:pt x="9061" y="3076"/>
                    <a:pt x="9070" y="3078"/>
                  </a:cubicBezTo>
                  <a:cubicBezTo>
                    <a:pt x="8873" y="3295"/>
                    <a:pt x="8688" y="3521"/>
                    <a:pt x="8510" y="3752"/>
                  </a:cubicBezTo>
                  <a:lnTo>
                    <a:pt x="8500" y="3742"/>
                  </a:lnTo>
                  <a:cubicBezTo>
                    <a:pt x="8081" y="3488"/>
                    <a:pt x="7623" y="3369"/>
                    <a:pt x="7162" y="3369"/>
                  </a:cubicBezTo>
                  <a:cubicBezTo>
                    <a:pt x="6817" y="3369"/>
                    <a:pt x="6471" y="3435"/>
                    <a:pt x="6137" y="3562"/>
                  </a:cubicBezTo>
                  <a:cubicBezTo>
                    <a:pt x="6329" y="3307"/>
                    <a:pt x="6536" y="3061"/>
                    <a:pt x="6754" y="2826"/>
                  </a:cubicBezTo>
                  <a:cubicBezTo>
                    <a:pt x="7042" y="2761"/>
                    <a:pt x="7326" y="2726"/>
                    <a:pt x="7606" y="2726"/>
                  </a:cubicBezTo>
                  <a:close/>
                  <a:moveTo>
                    <a:pt x="7086" y="3587"/>
                  </a:moveTo>
                  <a:cubicBezTo>
                    <a:pt x="7532" y="3587"/>
                    <a:pt x="7976" y="3699"/>
                    <a:pt x="8399" y="3899"/>
                  </a:cubicBezTo>
                  <a:cubicBezTo>
                    <a:pt x="8191" y="4177"/>
                    <a:pt x="7990" y="4464"/>
                    <a:pt x="7800" y="4758"/>
                  </a:cubicBezTo>
                  <a:cubicBezTo>
                    <a:pt x="7790" y="4748"/>
                    <a:pt x="7780" y="4740"/>
                    <a:pt x="7765" y="4734"/>
                  </a:cubicBezTo>
                  <a:cubicBezTo>
                    <a:pt x="7219" y="4528"/>
                    <a:pt x="6648" y="4435"/>
                    <a:pt x="6072" y="4435"/>
                  </a:cubicBezTo>
                  <a:cubicBezTo>
                    <a:pt x="5891" y="4435"/>
                    <a:pt x="5709" y="4444"/>
                    <a:pt x="5527" y="4462"/>
                  </a:cubicBezTo>
                  <a:cubicBezTo>
                    <a:pt x="5661" y="4241"/>
                    <a:pt x="5802" y="4027"/>
                    <a:pt x="5951" y="3817"/>
                  </a:cubicBezTo>
                  <a:cubicBezTo>
                    <a:pt x="5961" y="3820"/>
                    <a:pt x="5972" y="3823"/>
                    <a:pt x="5983" y="3823"/>
                  </a:cubicBezTo>
                  <a:cubicBezTo>
                    <a:pt x="5994" y="3823"/>
                    <a:pt x="6005" y="3820"/>
                    <a:pt x="6018" y="3816"/>
                  </a:cubicBezTo>
                  <a:cubicBezTo>
                    <a:pt x="6368" y="3659"/>
                    <a:pt x="6728" y="3587"/>
                    <a:pt x="7086" y="3587"/>
                  </a:cubicBezTo>
                  <a:close/>
                  <a:moveTo>
                    <a:pt x="10762" y="1893"/>
                  </a:moveTo>
                  <a:cubicBezTo>
                    <a:pt x="11246" y="2333"/>
                    <a:pt x="11523" y="2855"/>
                    <a:pt x="11712" y="3456"/>
                  </a:cubicBezTo>
                  <a:cubicBezTo>
                    <a:pt x="11622" y="3932"/>
                    <a:pt x="11511" y="4405"/>
                    <a:pt x="11349" y="4871"/>
                  </a:cubicBezTo>
                  <a:cubicBezTo>
                    <a:pt x="11334" y="4905"/>
                    <a:pt x="11320" y="4941"/>
                    <a:pt x="11308" y="4977"/>
                  </a:cubicBezTo>
                  <a:cubicBezTo>
                    <a:pt x="11112" y="4046"/>
                    <a:pt x="10711" y="3145"/>
                    <a:pt x="10148" y="2382"/>
                  </a:cubicBezTo>
                  <a:cubicBezTo>
                    <a:pt x="10346" y="2210"/>
                    <a:pt x="10551" y="2048"/>
                    <a:pt x="10762" y="1893"/>
                  </a:cubicBezTo>
                  <a:close/>
                  <a:moveTo>
                    <a:pt x="6023" y="4652"/>
                  </a:moveTo>
                  <a:cubicBezTo>
                    <a:pt x="6592" y="4652"/>
                    <a:pt x="7146" y="4734"/>
                    <a:pt x="7711" y="4884"/>
                  </a:cubicBezTo>
                  <a:lnTo>
                    <a:pt x="7716" y="4884"/>
                  </a:lnTo>
                  <a:cubicBezTo>
                    <a:pt x="7638" y="5007"/>
                    <a:pt x="7561" y="5130"/>
                    <a:pt x="7486" y="5254"/>
                  </a:cubicBezTo>
                  <a:cubicBezTo>
                    <a:pt x="7489" y="5220"/>
                    <a:pt x="7472" y="5184"/>
                    <a:pt x="7430" y="5167"/>
                  </a:cubicBezTo>
                  <a:cubicBezTo>
                    <a:pt x="7004" y="5014"/>
                    <a:pt x="6566" y="4941"/>
                    <a:pt x="6125" y="4941"/>
                  </a:cubicBezTo>
                  <a:cubicBezTo>
                    <a:pt x="5814" y="4941"/>
                    <a:pt x="5500" y="4978"/>
                    <a:pt x="5190" y="5048"/>
                  </a:cubicBezTo>
                  <a:cubicBezTo>
                    <a:pt x="5257" y="4927"/>
                    <a:pt x="5325" y="4806"/>
                    <a:pt x="5394" y="4684"/>
                  </a:cubicBezTo>
                  <a:lnTo>
                    <a:pt x="5399" y="4684"/>
                  </a:lnTo>
                  <a:cubicBezTo>
                    <a:pt x="5610" y="4662"/>
                    <a:pt x="5817" y="4652"/>
                    <a:pt x="6023" y="4652"/>
                  </a:cubicBezTo>
                  <a:close/>
                  <a:moveTo>
                    <a:pt x="6110" y="5154"/>
                  </a:moveTo>
                  <a:cubicBezTo>
                    <a:pt x="6531" y="5154"/>
                    <a:pt x="6950" y="5217"/>
                    <a:pt x="7374" y="5334"/>
                  </a:cubicBezTo>
                  <a:cubicBezTo>
                    <a:pt x="7383" y="5336"/>
                    <a:pt x="7391" y="5337"/>
                    <a:pt x="7398" y="5337"/>
                  </a:cubicBezTo>
                  <a:cubicBezTo>
                    <a:pt x="7415" y="5337"/>
                    <a:pt x="7431" y="5333"/>
                    <a:pt x="7443" y="5326"/>
                  </a:cubicBezTo>
                  <a:lnTo>
                    <a:pt x="7443" y="5326"/>
                  </a:lnTo>
                  <a:cubicBezTo>
                    <a:pt x="7271" y="5607"/>
                    <a:pt x="7106" y="5894"/>
                    <a:pt x="6942" y="6182"/>
                  </a:cubicBezTo>
                  <a:cubicBezTo>
                    <a:pt x="6916" y="6229"/>
                    <a:pt x="6887" y="6278"/>
                    <a:pt x="6860" y="6327"/>
                  </a:cubicBezTo>
                  <a:cubicBezTo>
                    <a:pt x="6457" y="6131"/>
                    <a:pt x="5990" y="6017"/>
                    <a:pt x="5529" y="6017"/>
                  </a:cubicBezTo>
                  <a:cubicBezTo>
                    <a:pt x="5222" y="6017"/>
                    <a:pt x="4917" y="6067"/>
                    <a:pt x="4635" y="6179"/>
                  </a:cubicBezTo>
                  <a:cubicBezTo>
                    <a:pt x="4664" y="6108"/>
                    <a:pt x="4695" y="6038"/>
                    <a:pt x="4728" y="5969"/>
                  </a:cubicBezTo>
                  <a:cubicBezTo>
                    <a:pt x="4836" y="5737"/>
                    <a:pt x="4951" y="5506"/>
                    <a:pt x="5072" y="5277"/>
                  </a:cubicBezTo>
                  <a:cubicBezTo>
                    <a:pt x="5076" y="5277"/>
                    <a:pt x="5080" y="5278"/>
                    <a:pt x="5085" y="5278"/>
                  </a:cubicBezTo>
                  <a:cubicBezTo>
                    <a:pt x="5093" y="5278"/>
                    <a:pt x="5101" y="5277"/>
                    <a:pt x="5109" y="5274"/>
                  </a:cubicBezTo>
                  <a:cubicBezTo>
                    <a:pt x="5446" y="5193"/>
                    <a:pt x="5779" y="5154"/>
                    <a:pt x="6110" y="5154"/>
                  </a:cubicBezTo>
                  <a:close/>
                  <a:moveTo>
                    <a:pt x="5512" y="6265"/>
                  </a:moveTo>
                  <a:cubicBezTo>
                    <a:pt x="5932" y="6265"/>
                    <a:pt x="6337" y="6325"/>
                    <a:pt x="6775" y="6476"/>
                  </a:cubicBezTo>
                  <a:cubicBezTo>
                    <a:pt x="6581" y="6820"/>
                    <a:pt x="6383" y="7172"/>
                    <a:pt x="6170" y="7520"/>
                  </a:cubicBezTo>
                  <a:cubicBezTo>
                    <a:pt x="5751" y="7293"/>
                    <a:pt x="5247" y="7143"/>
                    <a:pt x="4754" y="7143"/>
                  </a:cubicBezTo>
                  <a:cubicBezTo>
                    <a:pt x="4577" y="7143"/>
                    <a:pt x="4401" y="7162"/>
                    <a:pt x="4231" y="7205"/>
                  </a:cubicBezTo>
                  <a:cubicBezTo>
                    <a:pt x="4349" y="6894"/>
                    <a:pt x="4461" y="6589"/>
                    <a:pt x="4581" y="6303"/>
                  </a:cubicBezTo>
                  <a:cubicBezTo>
                    <a:pt x="4596" y="6322"/>
                    <a:pt x="4618" y="6335"/>
                    <a:pt x="4643" y="6335"/>
                  </a:cubicBezTo>
                  <a:cubicBezTo>
                    <a:pt x="4646" y="6335"/>
                    <a:pt x="4648" y="6334"/>
                    <a:pt x="4651" y="6334"/>
                  </a:cubicBezTo>
                  <a:cubicBezTo>
                    <a:pt x="4954" y="6291"/>
                    <a:pt x="5237" y="6265"/>
                    <a:pt x="5512" y="6265"/>
                  </a:cubicBezTo>
                  <a:close/>
                  <a:moveTo>
                    <a:pt x="9975" y="2533"/>
                  </a:moveTo>
                  <a:cubicBezTo>
                    <a:pt x="10501" y="3392"/>
                    <a:pt x="10911" y="4262"/>
                    <a:pt x="11218" y="5216"/>
                  </a:cubicBezTo>
                  <a:cubicBezTo>
                    <a:pt x="11104" y="5508"/>
                    <a:pt x="10976" y="5792"/>
                    <a:pt x="10837" y="6071"/>
                  </a:cubicBezTo>
                  <a:cubicBezTo>
                    <a:pt x="10696" y="4999"/>
                    <a:pt x="10156" y="4022"/>
                    <a:pt x="9317" y="3315"/>
                  </a:cubicBezTo>
                  <a:cubicBezTo>
                    <a:pt x="9298" y="3299"/>
                    <a:pt x="9280" y="3292"/>
                    <a:pt x="9262" y="3292"/>
                  </a:cubicBezTo>
                  <a:cubicBezTo>
                    <a:pt x="9188" y="3292"/>
                    <a:pt x="9133" y="3409"/>
                    <a:pt x="9207" y="3475"/>
                  </a:cubicBezTo>
                  <a:cubicBezTo>
                    <a:pt x="10058" y="4220"/>
                    <a:pt x="10572" y="5239"/>
                    <a:pt x="10695" y="6345"/>
                  </a:cubicBezTo>
                  <a:cubicBezTo>
                    <a:pt x="10475" y="6753"/>
                    <a:pt x="10230" y="7146"/>
                    <a:pt x="9958" y="7520"/>
                  </a:cubicBezTo>
                  <a:cubicBezTo>
                    <a:pt x="9994" y="6375"/>
                    <a:pt x="9269" y="5048"/>
                    <a:pt x="8458" y="4374"/>
                  </a:cubicBezTo>
                  <a:cubicBezTo>
                    <a:pt x="8445" y="4362"/>
                    <a:pt x="8430" y="4358"/>
                    <a:pt x="8416" y="4358"/>
                  </a:cubicBezTo>
                  <a:cubicBezTo>
                    <a:pt x="8405" y="4358"/>
                    <a:pt x="8394" y="4360"/>
                    <a:pt x="8384" y="4365"/>
                  </a:cubicBezTo>
                  <a:cubicBezTo>
                    <a:pt x="8636" y="3997"/>
                    <a:pt x="8906" y="3639"/>
                    <a:pt x="9209" y="3302"/>
                  </a:cubicBezTo>
                  <a:cubicBezTo>
                    <a:pt x="9454" y="3028"/>
                    <a:pt x="9709" y="2773"/>
                    <a:pt x="9975" y="2533"/>
                  </a:cubicBezTo>
                  <a:close/>
                  <a:moveTo>
                    <a:pt x="8330" y="4442"/>
                  </a:moveTo>
                  <a:lnTo>
                    <a:pt x="8330" y="4442"/>
                  </a:lnTo>
                  <a:cubicBezTo>
                    <a:pt x="8328" y="4460"/>
                    <a:pt x="8333" y="4478"/>
                    <a:pt x="8348" y="4495"/>
                  </a:cubicBezTo>
                  <a:cubicBezTo>
                    <a:pt x="8782" y="4992"/>
                    <a:pt x="9160" y="5499"/>
                    <a:pt x="9412" y="6115"/>
                  </a:cubicBezTo>
                  <a:cubicBezTo>
                    <a:pt x="9641" y="6671"/>
                    <a:pt x="9665" y="7216"/>
                    <a:pt x="9754" y="7786"/>
                  </a:cubicBezTo>
                  <a:cubicBezTo>
                    <a:pt x="9608" y="7980"/>
                    <a:pt x="9454" y="8165"/>
                    <a:pt x="9294" y="8342"/>
                  </a:cubicBezTo>
                  <a:cubicBezTo>
                    <a:pt x="9313" y="7154"/>
                    <a:pt x="8939" y="5745"/>
                    <a:pt x="8107" y="4946"/>
                  </a:cubicBezTo>
                  <a:cubicBezTo>
                    <a:pt x="8088" y="4929"/>
                    <a:pt x="8066" y="4923"/>
                    <a:pt x="8045" y="4923"/>
                  </a:cubicBezTo>
                  <a:cubicBezTo>
                    <a:pt x="8036" y="4923"/>
                    <a:pt x="8026" y="4924"/>
                    <a:pt x="8017" y="4927"/>
                  </a:cubicBezTo>
                  <a:cubicBezTo>
                    <a:pt x="8119" y="4763"/>
                    <a:pt x="8224" y="4601"/>
                    <a:pt x="8330" y="4442"/>
                  </a:cubicBezTo>
                  <a:close/>
                  <a:moveTo>
                    <a:pt x="4654" y="7393"/>
                  </a:moveTo>
                  <a:cubicBezTo>
                    <a:pt x="5138" y="7393"/>
                    <a:pt x="5588" y="7461"/>
                    <a:pt x="6067" y="7687"/>
                  </a:cubicBezTo>
                  <a:cubicBezTo>
                    <a:pt x="5887" y="7974"/>
                    <a:pt x="5697" y="8255"/>
                    <a:pt x="5494" y="8522"/>
                  </a:cubicBezTo>
                  <a:cubicBezTo>
                    <a:pt x="5486" y="8519"/>
                    <a:pt x="5478" y="8512"/>
                    <a:pt x="5469" y="8509"/>
                  </a:cubicBezTo>
                  <a:cubicBezTo>
                    <a:pt x="5110" y="8359"/>
                    <a:pt x="4734" y="8293"/>
                    <a:pt x="4355" y="8293"/>
                  </a:cubicBezTo>
                  <a:cubicBezTo>
                    <a:pt x="4148" y="8293"/>
                    <a:pt x="3940" y="8313"/>
                    <a:pt x="3733" y="8348"/>
                  </a:cubicBezTo>
                  <a:cubicBezTo>
                    <a:pt x="3889" y="8047"/>
                    <a:pt x="4025" y="7732"/>
                    <a:pt x="4151" y="7412"/>
                  </a:cubicBezTo>
                  <a:cubicBezTo>
                    <a:pt x="4324" y="7400"/>
                    <a:pt x="4491" y="7393"/>
                    <a:pt x="4654" y="7393"/>
                  </a:cubicBezTo>
                  <a:close/>
                  <a:moveTo>
                    <a:pt x="4223" y="8516"/>
                  </a:moveTo>
                  <a:cubicBezTo>
                    <a:pt x="4608" y="8516"/>
                    <a:pt x="4987" y="8579"/>
                    <a:pt x="5371" y="8682"/>
                  </a:cubicBezTo>
                  <a:cubicBezTo>
                    <a:pt x="5286" y="8790"/>
                    <a:pt x="5196" y="8895"/>
                    <a:pt x="5106" y="8996"/>
                  </a:cubicBezTo>
                  <a:cubicBezTo>
                    <a:pt x="4769" y="8865"/>
                    <a:pt x="4416" y="8805"/>
                    <a:pt x="4059" y="8805"/>
                  </a:cubicBezTo>
                  <a:cubicBezTo>
                    <a:pt x="3848" y="8805"/>
                    <a:pt x="3635" y="8826"/>
                    <a:pt x="3424" y="8866"/>
                  </a:cubicBezTo>
                  <a:cubicBezTo>
                    <a:pt x="3489" y="8772"/>
                    <a:pt x="3552" y="8672"/>
                    <a:pt x="3610" y="8571"/>
                  </a:cubicBezTo>
                  <a:cubicBezTo>
                    <a:pt x="3818" y="8533"/>
                    <a:pt x="4021" y="8516"/>
                    <a:pt x="4223" y="8516"/>
                  </a:cubicBezTo>
                  <a:close/>
                  <a:moveTo>
                    <a:pt x="7962" y="5015"/>
                  </a:moveTo>
                  <a:cubicBezTo>
                    <a:pt x="7963" y="5023"/>
                    <a:pt x="7963" y="5031"/>
                    <a:pt x="7968" y="5040"/>
                  </a:cubicBezTo>
                  <a:cubicBezTo>
                    <a:pt x="8271" y="5650"/>
                    <a:pt x="8643" y="6187"/>
                    <a:pt x="8844" y="6851"/>
                  </a:cubicBezTo>
                  <a:cubicBezTo>
                    <a:pt x="9011" y="7406"/>
                    <a:pt x="9083" y="7970"/>
                    <a:pt x="9106" y="8543"/>
                  </a:cubicBezTo>
                  <a:cubicBezTo>
                    <a:pt x="9048" y="8609"/>
                    <a:pt x="8988" y="8669"/>
                    <a:pt x="8927" y="8731"/>
                  </a:cubicBezTo>
                  <a:cubicBezTo>
                    <a:pt x="8726" y="8934"/>
                    <a:pt x="8513" y="9126"/>
                    <a:pt x="8296" y="9314"/>
                  </a:cubicBezTo>
                  <a:cubicBezTo>
                    <a:pt x="8355" y="8301"/>
                    <a:pt x="7978" y="7324"/>
                    <a:pt x="7266" y="6583"/>
                  </a:cubicBezTo>
                  <a:cubicBezTo>
                    <a:pt x="7244" y="6560"/>
                    <a:pt x="7218" y="6550"/>
                    <a:pt x="7192" y="6550"/>
                  </a:cubicBezTo>
                  <a:cubicBezTo>
                    <a:pt x="7113" y="6550"/>
                    <a:pt x="7041" y="6643"/>
                    <a:pt x="7109" y="6720"/>
                  </a:cubicBezTo>
                  <a:cubicBezTo>
                    <a:pt x="7782" y="7489"/>
                    <a:pt x="8119" y="8448"/>
                    <a:pt x="8119" y="9460"/>
                  </a:cubicBezTo>
                  <a:cubicBezTo>
                    <a:pt x="7703" y="9798"/>
                    <a:pt x="7258" y="10108"/>
                    <a:pt x="6792" y="10376"/>
                  </a:cubicBezTo>
                  <a:cubicBezTo>
                    <a:pt x="7171" y="9430"/>
                    <a:pt x="7078" y="8334"/>
                    <a:pt x="6554" y="7457"/>
                  </a:cubicBezTo>
                  <a:cubicBezTo>
                    <a:pt x="7036" y="6648"/>
                    <a:pt x="7471" y="5814"/>
                    <a:pt x="7962" y="5015"/>
                  </a:cubicBezTo>
                  <a:close/>
                  <a:moveTo>
                    <a:pt x="4077" y="8984"/>
                  </a:moveTo>
                  <a:cubicBezTo>
                    <a:pt x="4388" y="8984"/>
                    <a:pt x="4694" y="9029"/>
                    <a:pt x="5003" y="9108"/>
                  </a:cubicBezTo>
                  <a:cubicBezTo>
                    <a:pt x="4599" y="9540"/>
                    <a:pt x="4141" y="9910"/>
                    <a:pt x="3601" y="10171"/>
                  </a:cubicBezTo>
                  <a:cubicBezTo>
                    <a:pt x="3388" y="10273"/>
                    <a:pt x="3159" y="10358"/>
                    <a:pt x="2918" y="10415"/>
                  </a:cubicBezTo>
                  <a:cubicBezTo>
                    <a:pt x="2938" y="10399"/>
                    <a:pt x="2949" y="10376"/>
                    <a:pt x="2946" y="10345"/>
                  </a:cubicBezTo>
                  <a:cubicBezTo>
                    <a:pt x="2907" y="10075"/>
                    <a:pt x="2742" y="9854"/>
                    <a:pt x="2514" y="9731"/>
                  </a:cubicBezTo>
                  <a:cubicBezTo>
                    <a:pt x="2841" y="9545"/>
                    <a:pt x="3108" y="9289"/>
                    <a:pt x="3332" y="8993"/>
                  </a:cubicBezTo>
                  <a:cubicBezTo>
                    <a:pt x="3345" y="9027"/>
                    <a:pt x="3372" y="9052"/>
                    <a:pt x="3412" y="9052"/>
                  </a:cubicBezTo>
                  <a:cubicBezTo>
                    <a:pt x="3419" y="9052"/>
                    <a:pt x="3425" y="9052"/>
                    <a:pt x="3432" y="9050"/>
                  </a:cubicBezTo>
                  <a:cubicBezTo>
                    <a:pt x="3651" y="9005"/>
                    <a:pt x="3865" y="8984"/>
                    <a:pt x="4077" y="8984"/>
                  </a:cubicBezTo>
                  <a:close/>
                  <a:moveTo>
                    <a:pt x="328" y="9168"/>
                  </a:moveTo>
                  <a:lnTo>
                    <a:pt x="328" y="9168"/>
                  </a:lnTo>
                  <a:cubicBezTo>
                    <a:pt x="423" y="9419"/>
                    <a:pt x="611" y="9633"/>
                    <a:pt x="861" y="9787"/>
                  </a:cubicBezTo>
                  <a:cubicBezTo>
                    <a:pt x="958" y="9846"/>
                    <a:pt x="1059" y="9892"/>
                    <a:pt x="1164" y="9923"/>
                  </a:cubicBezTo>
                  <a:cubicBezTo>
                    <a:pt x="1231" y="9988"/>
                    <a:pt x="1310" y="10050"/>
                    <a:pt x="1369" y="10122"/>
                  </a:cubicBezTo>
                  <a:cubicBezTo>
                    <a:pt x="1449" y="10214"/>
                    <a:pt x="1509" y="10315"/>
                    <a:pt x="1557" y="10427"/>
                  </a:cubicBezTo>
                  <a:cubicBezTo>
                    <a:pt x="1334" y="10368"/>
                    <a:pt x="1120" y="10276"/>
                    <a:pt x="923" y="10142"/>
                  </a:cubicBezTo>
                  <a:cubicBezTo>
                    <a:pt x="593" y="9919"/>
                    <a:pt x="331" y="9564"/>
                    <a:pt x="328" y="9168"/>
                  </a:cubicBezTo>
                  <a:close/>
                  <a:moveTo>
                    <a:pt x="2306" y="9836"/>
                  </a:moveTo>
                  <a:cubicBezTo>
                    <a:pt x="2548" y="9913"/>
                    <a:pt x="2742" y="10124"/>
                    <a:pt x="2794" y="10376"/>
                  </a:cubicBezTo>
                  <a:cubicBezTo>
                    <a:pt x="2800" y="10409"/>
                    <a:pt x="2823" y="10425"/>
                    <a:pt x="2846" y="10430"/>
                  </a:cubicBezTo>
                  <a:cubicBezTo>
                    <a:pt x="2630" y="10478"/>
                    <a:pt x="2409" y="10505"/>
                    <a:pt x="2190" y="10505"/>
                  </a:cubicBezTo>
                  <a:cubicBezTo>
                    <a:pt x="2030" y="10505"/>
                    <a:pt x="1870" y="10491"/>
                    <a:pt x="1714" y="10461"/>
                  </a:cubicBezTo>
                  <a:lnTo>
                    <a:pt x="1714" y="10456"/>
                  </a:lnTo>
                  <a:cubicBezTo>
                    <a:pt x="1670" y="10309"/>
                    <a:pt x="1590" y="10129"/>
                    <a:pt x="1477" y="9983"/>
                  </a:cubicBezTo>
                  <a:lnTo>
                    <a:pt x="1477" y="9983"/>
                  </a:lnTo>
                  <a:cubicBezTo>
                    <a:pt x="1518" y="9987"/>
                    <a:pt x="1559" y="9988"/>
                    <a:pt x="1600" y="9988"/>
                  </a:cubicBezTo>
                  <a:cubicBezTo>
                    <a:pt x="1840" y="9988"/>
                    <a:pt x="2080" y="9932"/>
                    <a:pt x="2306" y="9836"/>
                  </a:cubicBezTo>
                  <a:close/>
                  <a:moveTo>
                    <a:pt x="6430" y="7666"/>
                  </a:moveTo>
                  <a:cubicBezTo>
                    <a:pt x="6833" y="8538"/>
                    <a:pt x="6906" y="9458"/>
                    <a:pt x="6661" y="10402"/>
                  </a:cubicBezTo>
                  <a:cubicBezTo>
                    <a:pt x="6656" y="10420"/>
                    <a:pt x="6659" y="10435"/>
                    <a:pt x="6664" y="10448"/>
                  </a:cubicBezTo>
                  <a:cubicBezTo>
                    <a:pt x="6489" y="10543"/>
                    <a:pt x="6311" y="10638"/>
                    <a:pt x="6129" y="10721"/>
                  </a:cubicBezTo>
                  <a:cubicBezTo>
                    <a:pt x="6365" y="9954"/>
                    <a:pt x="6317" y="9126"/>
                    <a:pt x="5952" y="8396"/>
                  </a:cubicBezTo>
                  <a:cubicBezTo>
                    <a:pt x="6100" y="8185"/>
                    <a:pt x="6242" y="7972"/>
                    <a:pt x="6373" y="7759"/>
                  </a:cubicBezTo>
                  <a:cubicBezTo>
                    <a:pt x="6391" y="7728"/>
                    <a:pt x="6409" y="7699"/>
                    <a:pt x="6430" y="7666"/>
                  </a:cubicBezTo>
                  <a:close/>
                  <a:moveTo>
                    <a:pt x="1040" y="10571"/>
                  </a:moveTo>
                  <a:lnTo>
                    <a:pt x="1040" y="10571"/>
                  </a:lnTo>
                  <a:cubicBezTo>
                    <a:pt x="1311" y="10685"/>
                    <a:pt x="1614" y="10754"/>
                    <a:pt x="1915" y="10783"/>
                  </a:cubicBezTo>
                  <a:cubicBezTo>
                    <a:pt x="1905" y="10792"/>
                    <a:pt x="1894" y="10801"/>
                    <a:pt x="1882" y="10810"/>
                  </a:cubicBezTo>
                  <a:cubicBezTo>
                    <a:pt x="1815" y="10867"/>
                    <a:pt x="1750" y="10927"/>
                    <a:pt x="1681" y="10988"/>
                  </a:cubicBezTo>
                  <a:cubicBezTo>
                    <a:pt x="1450" y="10870"/>
                    <a:pt x="1238" y="10731"/>
                    <a:pt x="1040" y="10571"/>
                  </a:cubicBezTo>
                  <a:close/>
                  <a:moveTo>
                    <a:pt x="5811" y="8600"/>
                  </a:moveTo>
                  <a:cubicBezTo>
                    <a:pt x="6064" y="9338"/>
                    <a:pt x="6100" y="10081"/>
                    <a:pt x="5883" y="10834"/>
                  </a:cubicBezTo>
                  <a:cubicBezTo>
                    <a:pt x="5532" y="10981"/>
                    <a:pt x="5173" y="11106"/>
                    <a:pt x="4807" y="11201"/>
                  </a:cubicBezTo>
                  <a:cubicBezTo>
                    <a:pt x="4731" y="11220"/>
                    <a:pt x="4655" y="11237"/>
                    <a:pt x="4578" y="11255"/>
                  </a:cubicBezTo>
                  <a:cubicBezTo>
                    <a:pt x="4774" y="10810"/>
                    <a:pt x="4869" y="10302"/>
                    <a:pt x="4758" y="9829"/>
                  </a:cubicBezTo>
                  <a:cubicBezTo>
                    <a:pt x="4754" y="9811"/>
                    <a:pt x="4745" y="9798"/>
                    <a:pt x="4731" y="9790"/>
                  </a:cubicBezTo>
                  <a:cubicBezTo>
                    <a:pt x="5134" y="9443"/>
                    <a:pt x="5492" y="9032"/>
                    <a:pt x="5811" y="8600"/>
                  </a:cubicBezTo>
                  <a:close/>
                  <a:moveTo>
                    <a:pt x="3519" y="10551"/>
                  </a:moveTo>
                  <a:cubicBezTo>
                    <a:pt x="3489" y="10693"/>
                    <a:pt x="3468" y="10836"/>
                    <a:pt x="3406" y="10973"/>
                  </a:cubicBezTo>
                  <a:cubicBezTo>
                    <a:pt x="3337" y="11124"/>
                    <a:pt x="3236" y="11258"/>
                    <a:pt x="3118" y="11373"/>
                  </a:cubicBezTo>
                  <a:cubicBezTo>
                    <a:pt x="2797" y="11348"/>
                    <a:pt x="2478" y="11291"/>
                    <a:pt x="2169" y="11189"/>
                  </a:cubicBezTo>
                  <a:cubicBezTo>
                    <a:pt x="2061" y="11155"/>
                    <a:pt x="1956" y="11114"/>
                    <a:pt x="1853" y="11070"/>
                  </a:cubicBezTo>
                  <a:cubicBezTo>
                    <a:pt x="1899" y="11031"/>
                    <a:pt x="1940" y="10990"/>
                    <a:pt x="1979" y="10959"/>
                  </a:cubicBezTo>
                  <a:cubicBezTo>
                    <a:pt x="2041" y="10908"/>
                    <a:pt x="2112" y="10857"/>
                    <a:pt x="2177" y="10801"/>
                  </a:cubicBezTo>
                  <a:cubicBezTo>
                    <a:pt x="2208" y="10802"/>
                    <a:pt x="2240" y="10803"/>
                    <a:pt x="2271" y="10803"/>
                  </a:cubicBezTo>
                  <a:cubicBezTo>
                    <a:pt x="2549" y="10803"/>
                    <a:pt x="2817" y="10770"/>
                    <a:pt x="3048" y="10711"/>
                  </a:cubicBezTo>
                  <a:cubicBezTo>
                    <a:pt x="3211" y="10669"/>
                    <a:pt x="3367" y="10615"/>
                    <a:pt x="3519" y="10551"/>
                  </a:cubicBezTo>
                  <a:close/>
                  <a:moveTo>
                    <a:pt x="4633" y="9872"/>
                  </a:moveTo>
                  <a:lnTo>
                    <a:pt x="4633" y="9872"/>
                  </a:lnTo>
                  <a:cubicBezTo>
                    <a:pt x="4571" y="10366"/>
                    <a:pt x="4519" y="10829"/>
                    <a:pt x="4371" y="11299"/>
                  </a:cubicBezTo>
                  <a:cubicBezTo>
                    <a:pt x="4067" y="11352"/>
                    <a:pt x="3756" y="11384"/>
                    <a:pt x="3447" y="11384"/>
                  </a:cubicBezTo>
                  <a:cubicBezTo>
                    <a:pt x="3412" y="11384"/>
                    <a:pt x="3377" y="11383"/>
                    <a:pt x="3342" y="11382"/>
                  </a:cubicBezTo>
                  <a:cubicBezTo>
                    <a:pt x="3584" y="11140"/>
                    <a:pt x="3758" y="10793"/>
                    <a:pt x="3694" y="10474"/>
                  </a:cubicBezTo>
                  <a:cubicBezTo>
                    <a:pt x="4033" y="10317"/>
                    <a:pt x="4345" y="10109"/>
                    <a:pt x="4633" y="9872"/>
                  </a:cubicBezTo>
                  <a:close/>
                  <a:moveTo>
                    <a:pt x="13712" y="1"/>
                  </a:moveTo>
                  <a:cubicBezTo>
                    <a:pt x="13705" y="1"/>
                    <a:pt x="13697" y="2"/>
                    <a:pt x="13689" y="4"/>
                  </a:cubicBezTo>
                  <a:cubicBezTo>
                    <a:pt x="13346" y="103"/>
                    <a:pt x="13009" y="230"/>
                    <a:pt x="12678" y="379"/>
                  </a:cubicBezTo>
                  <a:cubicBezTo>
                    <a:pt x="12658" y="364"/>
                    <a:pt x="12635" y="355"/>
                    <a:pt x="12608" y="351"/>
                  </a:cubicBezTo>
                  <a:cubicBezTo>
                    <a:pt x="12316" y="313"/>
                    <a:pt x="12028" y="294"/>
                    <a:pt x="11742" y="294"/>
                  </a:cubicBezTo>
                  <a:cubicBezTo>
                    <a:pt x="9264" y="294"/>
                    <a:pt x="7031" y="1701"/>
                    <a:pt x="5630" y="3742"/>
                  </a:cubicBezTo>
                  <a:cubicBezTo>
                    <a:pt x="4844" y="4886"/>
                    <a:pt x="4286" y="6161"/>
                    <a:pt x="3771" y="7442"/>
                  </a:cubicBezTo>
                  <a:cubicBezTo>
                    <a:pt x="3462" y="8209"/>
                    <a:pt x="3113" y="9067"/>
                    <a:pt x="2347" y="9482"/>
                  </a:cubicBezTo>
                  <a:cubicBezTo>
                    <a:pt x="2126" y="9602"/>
                    <a:pt x="1879" y="9660"/>
                    <a:pt x="1638" y="9660"/>
                  </a:cubicBezTo>
                  <a:cubicBezTo>
                    <a:pt x="1069" y="9660"/>
                    <a:pt x="534" y="9335"/>
                    <a:pt x="454" y="8718"/>
                  </a:cubicBezTo>
                  <a:cubicBezTo>
                    <a:pt x="586" y="8512"/>
                    <a:pt x="813" y="8398"/>
                    <a:pt x="1034" y="8398"/>
                  </a:cubicBezTo>
                  <a:cubicBezTo>
                    <a:pt x="1263" y="8398"/>
                    <a:pt x="1485" y="8521"/>
                    <a:pt x="1588" y="8792"/>
                  </a:cubicBezTo>
                  <a:cubicBezTo>
                    <a:pt x="1605" y="8837"/>
                    <a:pt x="1644" y="8856"/>
                    <a:pt x="1685" y="8856"/>
                  </a:cubicBezTo>
                  <a:cubicBezTo>
                    <a:pt x="1756" y="8856"/>
                    <a:pt x="1832" y="8799"/>
                    <a:pt x="1809" y="8717"/>
                  </a:cubicBezTo>
                  <a:cubicBezTo>
                    <a:pt x="1699" y="8336"/>
                    <a:pt x="1354" y="8082"/>
                    <a:pt x="967" y="8082"/>
                  </a:cubicBezTo>
                  <a:cubicBezTo>
                    <a:pt x="903" y="8082"/>
                    <a:pt x="838" y="8089"/>
                    <a:pt x="773" y="8103"/>
                  </a:cubicBezTo>
                  <a:cubicBezTo>
                    <a:pt x="264" y="8216"/>
                    <a:pt x="1" y="8749"/>
                    <a:pt x="23" y="9237"/>
                  </a:cubicBezTo>
                  <a:cubicBezTo>
                    <a:pt x="30" y="9404"/>
                    <a:pt x="64" y="9556"/>
                    <a:pt x="117" y="9695"/>
                  </a:cubicBezTo>
                  <a:cubicBezTo>
                    <a:pt x="91" y="9716"/>
                    <a:pt x="74" y="9756"/>
                    <a:pt x="91" y="9795"/>
                  </a:cubicBezTo>
                  <a:cubicBezTo>
                    <a:pt x="519" y="10860"/>
                    <a:pt x="1737" y="11467"/>
                    <a:pt x="2822" y="11621"/>
                  </a:cubicBezTo>
                  <a:cubicBezTo>
                    <a:pt x="3035" y="11652"/>
                    <a:pt x="3250" y="11666"/>
                    <a:pt x="3464" y="11666"/>
                  </a:cubicBezTo>
                  <a:cubicBezTo>
                    <a:pt x="3746" y="11666"/>
                    <a:pt x="4027" y="11641"/>
                    <a:pt x="4306" y="11597"/>
                  </a:cubicBezTo>
                  <a:cubicBezTo>
                    <a:pt x="4320" y="11613"/>
                    <a:pt x="4340" y="11623"/>
                    <a:pt x="4361" y="11623"/>
                  </a:cubicBezTo>
                  <a:cubicBezTo>
                    <a:pt x="4380" y="11623"/>
                    <a:pt x="4399" y="11614"/>
                    <a:pt x="4411" y="11593"/>
                  </a:cubicBezTo>
                  <a:cubicBezTo>
                    <a:pt x="4412" y="11589"/>
                    <a:pt x="4417" y="11582"/>
                    <a:pt x="4419" y="11579"/>
                  </a:cubicBezTo>
                  <a:cubicBezTo>
                    <a:pt x="5280" y="11425"/>
                    <a:pt x="6119" y="11083"/>
                    <a:pt x="6872" y="10666"/>
                  </a:cubicBezTo>
                  <a:cubicBezTo>
                    <a:pt x="7716" y="10199"/>
                    <a:pt x="8487" y="9607"/>
                    <a:pt x="9168" y="8923"/>
                  </a:cubicBezTo>
                  <a:cubicBezTo>
                    <a:pt x="9177" y="8926"/>
                    <a:pt x="9186" y="8928"/>
                    <a:pt x="9196" y="8928"/>
                  </a:cubicBezTo>
                  <a:cubicBezTo>
                    <a:pt x="9228" y="8928"/>
                    <a:pt x="9259" y="8908"/>
                    <a:pt x="9264" y="8864"/>
                  </a:cubicBezTo>
                  <a:cubicBezTo>
                    <a:pt x="9266" y="8849"/>
                    <a:pt x="9266" y="8833"/>
                    <a:pt x="9269" y="8820"/>
                  </a:cubicBezTo>
                  <a:cubicBezTo>
                    <a:pt x="9858" y="8208"/>
                    <a:pt x="10375" y="7527"/>
                    <a:pt x="10803" y="6792"/>
                  </a:cubicBezTo>
                  <a:cubicBezTo>
                    <a:pt x="10805" y="6792"/>
                    <a:pt x="10808" y="6793"/>
                    <a:pt x="10810" y="6793"/>
                  </a:cubicBezTo>
                  <a:cubicBezTo>
                    <a:pt x="10846" y="6793"/>
                    <a:pt x="10878" y="6771"/>
                    <a:pt x="10881" y="6722"/>
                  </a:cubicBezTo>
                  <a:lnTo>
                    <a:pt x="10881" y="6656"/>
                  </a:lnTo>
                  <a:cubicBezTo>
                    <a:pt x="11148" y="6180"/>
                    <a:pt x="11380" y="5683"/>
                    <a:pt x="11570" y="5172"/>
                  </a:cubicBezTo>
                  <a:cubicBezTo>
                    <a:pt x="11811" y="4521"/>
                    <a:pt x="11974" y="3850"/>
                    <a:pt x="12084" y="3166"/>
                  </a:cubicBezTo>
                  <a:cubicBezTo>
                    <a:pt x="12223" y="2284"/>
                    <a:pt x="12313" y="1387"/>
                    <a:pt x="12850" y="643"/>
                  </a:cubicBezTo>
                  <a:cubicBezTo>
                    <a:pt x="12861" y="629"/>
                    <a:pt x="12866" y="615"/>
                    <a:pt x="12871" y="602"/>
                  </a:cubicBezTo>
                  <a:cubicBezTo>
                    <a:pt x="13159" y="454"/>
                    <a:pt x="13452" y="312"/>
                    <a:pt x="13750" y="171"/>
                  </a:cubicBezTo>
                  <a:cubicBezTo>
                    <a:pt x="13828" y="134"/>
                    <a:pt x="13794" y="1"/>
                    <a:pt x="13712" y="1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417;p33">
              <a:extLst>
                <a:ext uri="{FF2B5EF4-FFF2-40B4-BE49-F238E27FC236}">
                  <a16:creationId xmlns:a16="http://schemas.microsoft.com/office/drawing/2014/main" id="{59944E90-27D8-41F3-B218-A438FE6469EF}"/>
                </a:ext>
              </a:extLst>
            </p:cNvPr>
            <p:cNvSpPr/>
            <p:nvPr/>
          </p:nvSpPr>
          <p:spPr>
            <a:xfrm rot="19571255">
              <a:off x="6749858" y="1698797"/>
              <a:ext cx="728908" cy="614944"/>
            </a:xfrm>
            <a:custGeom>
              <a:avLst/>
              <a:gdLst/>
              <a:ahLst/>
              <a:cxnLst/>
              <a:rect l="l" t="t" r="r" b="b"/>
              <a:pathLst>
                <a:path w="13828" h="11666" extrusionOk="0">
                  <a:moveTo>
                    <a:pt x="11902" y="622"/>
                  </a:moveTo>
                  <a:cubicBezTo>
                    <a:pt x="11993" y="622"/>
                    <a:pt x="12084" y="623"/>
                    <a:pt x="12176" y="626"/>
                  </a:cubicBezTo>
                  <a:cubicBezTo>
                    <a:pt x="11748" y="854"/>
                    <a:pt x="11336" y="1117"/>
                    <a:pt x="10943" y="1400"/>
                  </a:cubicBezTo>
                  <a:cubicBezTo>
                    <a:pt x="10565" y="1156"/>
                    <a:pt x="10148" y="999"/>
                    <a:pt x="9708" y="944"/>
                  </a:cubicBezTo>
                  <a:cubicBezTo>
                    <a:pt x="10413" y="725"/>
                    <a:pt x="11153" y="622"/>
                    <a:pt x="11902" y="622"/>
                  </a:cubicBezTo>
                  <a:close/>
                  <a:moveTo>
                    <a:pt x="9181" y="1132"/>
                  </a:moveTo>
                  <a:cubicBezTo>
                    <a:pt x="9191" y="1137"/>
                    <a:pt x="9204" y="1138"/>
                    <a:pt x="9215" y="1138"/>
                  </a:cubicBezTo>
                  <a:cubicBezTo>
                    <a:pt x="9219" y="1138"/>
                    <a:pt x="9223" y="1138"/>
                    <a:pt x="9227" y="1138"/>
                  </a:cubicBezTo>
                  <a:cubicBezTo>
                    <a:pt x="9787" y="1138"/>
                    <a:pt x="10315" y="1253"/>
                    <a:pt x="10812" y="1497"/>
                  </a:cubicBezTo>
                  <a:cubicBezTo>
                    <a:pt x="10488" y="1739"/>
                    <a:pt x="10174" y="1996"/>
                    <a:pt x="9880" y="2259"/>
                  </a:cubicBezTo>
                  <a:cubicBezTo>
                    <a:pt x="9845" y="2290"/>
                    <a:pt x="9811" y="2323"/>
                    <a:pt x="9777" y="2356"/>
                  </a:cubicBezTo>
                  <a:cubicBezTo>
                    <a:pt x="9795" y="2326"/>
                    <a:pt x="9795" y="2287"/>
                    <a:pt x="9762" y="2266"/>
                  </a:cubicBezTo>
                  <a:cubicBezTo>
                    <a:pt x="9330" y="1986"/>
                    <a:pt x="8732" y="1780"/>
                    <a:pt x="8170" y="1780"/>
                  </a:cubicBezTo>
                  <a:cubicBezTo>
                    <a:pt x="8094" y="1780"/>
                    <a:pt x="8019" y="1784"/>
                    <a:pt x="7945" y="1791"/>
                  </a:cubicBezTo>
                  <a:cubicBezTo>
                    <a:pt x="8337" y="1525"/>
                    <a:pt x="8749" y="1305"/>
                    <a:pt x="9181" y="1132"/>
                  </a:cubicBezTo>
                  <a:close/>
                  <a:moveTo>
                    <a:pt x="8294" y="2015"/>
                  </a:moveTo>
                  <a:cubicBezTo>
                    <a:pt x="8380" y="2015"/>
                    <a:pt x="8467" y="2019"/>
                    <a:pt x="8554" y="2030"/>
                  </a:cubicBezTo>
                  <a:cubicBezTo>
                    <a:pt x="8963" y="2079"/>
                    <a:pt x="9335" y="2210"/>
                    <a:pt x="9706" y="2382"/>
                  </a:cubicBezTo>
                  <a:cubicBezTo>
                    <a:pt x="9714" y="2386"/>
                    <a:pt x="9721" y="2388"/>
                    <a:pt x="9728" y="2388"/>
                  </a:cubicBezTo>
                  <a:cubicBezTo>
                    <a:pt x="9736" y="2388"/>
                    <a:pt x="9744" y="2385"/>
                    <a:pt x="9752" y="2382"/>
                  </a:cubicBezTo>
                  <a:lnTo>
                    <a:pt x="9752" y="2382"/>
                  </a:lnTo>
                  <a:cubicBezTo>
                    <a:pt x="9557" y="2562"/>
                    <a:pt x="9371" y="2750"/>
                    <a:pt x="9196" y="2942"/>
                  </a:cubicBezTo>
                  <a:cubicBezTo>
                    <a:pt x="9191" y="2914"/>
                    <a:pt x="9176" y="2889"/>
                    <a:pt x="9148" y="2875"/>
                  </a:cubicBezTo>
                  <a:cubicBezTo>
                    <a:pt x="8661" y="2622"/>
                    <a:pt x="8130" y="2482"/>
                    <a:pt x="7595" y="2482"/>
                  </a:cubicBezTo>
                  <a:cubicBezTo>
                    <a:pt x="7411" y="2482"/>
                    <a:pt x="7227" y="2498"/>
                    <a:pt x="7044" y="2533"/>
                  </a:cubicBezTo>
                  <a:cubicBezTo>
                    <a:pt x="7212" y="2366"/>
                    <a:pt x="7397" y="2209"/>
                    <a:pt x="7589" y="2056"/>
                  </a:cubicBezTo>
                  <a:cubicBezTo>
                    <a:pt x="7826" y="2047"/>
                    <a:pt x="8058" y="2015"/>
                    <a:pt x="8294" y="2015"/>
                  </a:cubicBezTo>
                  <a:close/>
                  <a:moveTo>
                    <a:pt x="12367" y="868"/>
                  </a:moveTo>
                  <a:cubicBezTo>
                    <a:pt x="12076" y="1395"/>
                    <a:pt x="11953" y="1991"/>
                    <a:pt x="11856" y="2596"/>
                  </a:cubicBezTo>
                  <a:cubicBezTo>
                    <a:pt x="11835" y="2729"/>
                    <a:pt x="11812" y="2860"/>
                    <a:pt x="11793" y="2991"/>
                  </a:cubicBezTo>
                  <a:cubicBezTo>
                    <a:pt x="11636" y="2513"/>
                    <a:pt x="11334" y="2078"/>
                    <a:pt x="10968" y="1739"/>
                  </a:cubicBezTo>
                  <a:cubicBezTo>
                    <a:pt x="11415" y="1423"/>
                    <a:pt x="11883" y="1133"/>
                    <a:pt x="12367" y="868"/>
                  </a:cubicBezTo>
                  <a:close/>
                  <a:moveTo>
                    <a:pt x="7606" y="2726"/>
                  </a:moveTo>
                  <a:cubicBezTo>
                    <a:pt x="8095" y="2726"/>
                    <a:pt x="8574" y="2832"/>
                    <a:pt x="9045" y="3069"/>
                  </a:cubicBezTo>
                  <a:cubicBezTo>
                    <a:pt x="9053" y="3073"/>
                    <a:pt x="9061" y="3076"/>
                    <a:pt x="9070" y="3078"/>
                  </a:cubicBezTo>
                  <a:cubicBezTo>
                    <a:pt x="8873" y="3295"/>
                    <a:pt x="8688" y="3521"/>
                    <a:pt x="8510" y="3752"/>
                  </a:cubicBezTo>
                  <a:lnTo>
                    <a:pt x="8500" y="3742"/>
                  </a:lnTo>
                  <a:cubicBezTo>
                    <a:pt x="8081" y="3488"/>
                    <a:pt x="7623" y="3369"/>
                    <a:pt x="7162" y="3369"/>
                  </a:cubicBezTo>
                  <a:cubicBezTo>
                    <a:pt x="6817" y="3369"/>
                    <a:pt x="6471" y="3435"/>
                    <a:pt x="6137" y="3562"/>
                  </a:cubicBezTo>
                  <a:cubicBezTo>
                    <a:pt x="6329" y="3307"/>
                    <a:pt x="6536" y="3061"/>
                    <a:pt x="6754" y="2826"/>
                  </a:cubicBezTo>
                  <a:cubicBezTo>
                    <a:pt x="7042" y="2761"/>
                    <a:pt x="7326" y="2726"/>
                    <a:pt x="7606" y="2726"/>
                  </a:cubicBezTo>
                  <a:close/>
                  <a:moveTo>
                    <a:pt x="7086" y="3587"/>
                  </a:moveTo>
                  <a:cubicBezTo>
                    <a:pt x="7532" y="3587"/>
                    <a:pt x="7976" y="3699"/>
                    <a:pt x="8399" y="3899"/>
                  </a:cubicBezTo>
                  <a:cubicBezTo>
                    <a:pt x="8191" y="4177"/>
                    <a:pt x="7990" y="4464"/>
                    <a:pt x="7800" y="4758"/>
                  </a:cubicBezTo>
                  <a:cubicBezTo>
                    <a:pt x="7790" y="4748"/>
                    <a:pt x="7780" y="4740"/>
                    <a:pt x="7765" y="4734"/>
                  </a:cubicBezTo>
                  <a:cubicBezTo>
                    <a:pt x="7219" y="4528"/>
                    <a:pt x="6648" y="4435"/>
                    <a:pt x="6072" y="4435"/>
                  </a:cubicBezTo>
                  <a:cubicBezTo>
                    <a:pt x="5891" y="4435"/>
                    <a:pt x="5709" y="4444"/>
                    <a:pt x="5527" y="4462"/>
                  </a:cubicBezTo>
                  <a:cubicBezTo>
                    <a:pt x="5661" y="4241"/>
                    <a:pt x="5802" y="4027"/>
                    <a:pt x="5951" y="3817"/>
                  </a:cubicBezTo>
                  <a:cubicBezTo>
                    <a:pt x="5961" y="3820"/>
                    <a:pt x="5972" y="3823"/>
                    <a:pt x="5983" y="3823"/>
                  </a:cubicBezTo>
                  <a:cubicBezTo>
                    <a:pt x="5994" y="3823"/>
                    <a:pt x="6005" y="3820"/>
                    <a:pt x="6018" y="3816"/>
                  </a:cubicBezTo>
                  <a:cubicBezTo>
                    <a:pt x="6368" y="3659"/>
                    <a:pt x="6728" y="3587"/>
                    <a:pt x="7086" y="3587"/>
                  </a:cubicBezTo>
                  <a:close/>
                  <a:moveTo>
                    <a:pt x="10762" y="1893"/>
                  </a:moveTo>
                  <a:cubicBezTo>
                    <a:pt x="11246" y="2333"/>
                    <a:pt x="11523" y="2855"/>
                    <a:pt x="11712" y="3456"/>
                  </a:cubicBezTo>
                  <a:cubicBezTo>
                    <a:pt x="11622" y="3932"/>
                    <a:pt x="11511" y="4405"/>
                    <a:pt x="11349" y="4871"/>
                  </a:cubicBezTo>
                  <a:cubicBezTo>
                    <a:pt x="11334" y="4905"/>
                    <a:pt x="11320" y="4941"/>
                    <a:pt x="11308" y="4977"/>
                  </a:cubicBezTo>
                  <a:cubicBezTo>
                    <a:pt x="11112" y="4046"/>
                    <a:pt x="10711" y="3145"/>
                    <a:pt x="10148" y="2382"/>
                  </a:cubicBezTo>
                  <a:cubicBezTo>
                    <a:pt x="10346" y="2210"/>
                    <a:pt x="10551" y="2048"/>
                    <a:pt x="10762" y="1893"/>
                  </a:cubicBezTo>
                  <a:close/>
                  <a:moveTo>
                    <a:pt x="6023" y="4652"/>
                  </a:moveTo>
                  <a:cubicBezTo>
                    <a:pt x="6592" y="4652"/>
                    <a:pt x="7146" y="4734"/>
                    <a:pt x="7711" y="4884"/>
                  </a:cubicBezTo>
                  <a:lnTo>
                    <a:pt x="7716" y="4884"/>
                  </a:lnTo>
                  <a:cubicBezTo>
                    <a:pt x="7638" y="5007"/>
                    <a:pt x="7561" y="5130"/>
                    <a:pt x="7486" y="5254"/>
                  </a:cubicBezTo>
                  <a:cubicBezTo>
                    <a:pt x="7489" y="5220"/>
                    <a:pt x="7472" y="5184"/>
                    <a:pt x="7430" y="5167"/>
                  </a:cubicBezTo>
                  <a:cubicBezTo>
                    <a:pt x="7004" y="5014"/>
                    <a:pt x="6566" y="4941"/>
                    <a:pt x="6125" y="4941"/>
                  </a:cubicBezTo>
                  <a:cubicBezTo>
                    <a:pt x="5814" y="4941"/>
                    <a:pt x="5500" y="4978"/>
                    <a:pt x="5190" y="5048"/>
                  </a:cubicBezTo>
                  <a:cubicBezTo>
                    <a:pt x="5257" y="4927"/>
                    <a:pt x="5325" y="4806"/>
                    <a:pt x="5394" y="4684"/>
                  </a:cubicBezTo>
                  <a:lnTo>
                    <a:pt x="5399" y="4684"/>
                  </a:lnTo>
                  <a:cubicBezTo>
                    <a:pt x="5610" y="4662"/>
                    <a:pt x="5817" y="4652"/>
                    <a:pt x="6023" y="4652"/>
                  </a:cubicBezTo>
                  <a:close/>
                  <a:moveTo>
                    <a:pt x="6110" y="5154"/>
                  </a:moveTo>
                  <a:cubicBezTo>
                    <a:pt x="6531" y="5154"/>
                    <a:pt x="6950" y="5217"/>
                    <a:pt x="7374" y="5334"/>
                  </a:cubicBezTo>
                  <a:cubicBezTo>
                    <a:pt x="7383" y="5336"/>
                    <a:pt x="7391" y="5337"/>
                    <a:pt x="7398" y="5337"/>
                  </a:cubicBezTo>
                  <a:cubicBezTo>
                    <a:pt x="7415" y="5337"/>
                    <a:pt x="7431" y="5333"/>
                    <a:pt x="7443" y="5326"/>
                  </a:cubicBezTo>
                  <a:lnTo>
                    <a:pt x="7443" y="5326"/>
                  </a:lnTo>
                  <a:cubicBezTo>
                    <a:pt x="7271" y="5607"/>
                    <a:pt x="7106" y="5894"/>
                    <a:pt x="6942" y="6182"/>
                  </a:cubicBezTo>
                  <a:cubicBezTo>
                    <a:pt x="6916" y="6229"/>
                    <a:pt x="6887" y="6278"/>
                    <a:pt x="6860" y="6327"/>
                  </a:cubicBezTo>
                  <a:cubicBezTo>
                    <a:pt x="6457" y="6131"/>
                    <a:pt x="5990" y="6017"/>
                    <a:pt x="5529" y="6017"/>
                  </a:cubicBezTo>
                  <a:cubicBezTo>
                    <a:pt x="5222" y="6017"/>
                    <a:pt x="4917" y="6067"/>
                    <a:pt x="4635" y="6179"/>
                  </a:cubicBezTo>
                  <a:cubicBezTo>
                    <a:pt x="4664" y="6108"/>
                    <a:pt x="4695" y="6038"/>
                    <a:pt x="4728" y="5969"/>
                  </a:cubicBezTo>
                  <a:cubicBezTo>
                    <a:pt x="4836" y="5737"/>
                    <a:pt x="4951" y="5506"/>
                    <a:pt x="5072" y="5277"/>
                  </a:cubicBezTo>
                  <a:cubicBezTo>
                    <a:pt x="5076" y="5277"/>
                    <a:pt x="5080" y="5278"/>
                    <a:pt x="5085" y="5278"/>
                  </a:cubicBezTo>
                  <a:cubicBezTo>
                    <a:pt x="5093" y="5278"/>
                    <a:pt x="5101" y="5277"/>
                    <a:pt x="5109" y="5274"/>
                  </a:cubicBezTo>
                  <a:cubicBezTo>
                    <a:pt x="5446" y="5193"/>
                    <a:pt x="5779" y="5154"/>
                    <a:pt x="6110" y="5154"/>
                  </a:cubicBezTo>
                  <a:close/>
                  <a:moveTo>
                    <a:pt x="5512" y="6265"/>
                  </a:moveTo>
                  <a:cubicBezTo>
                    <a:pt x="5932" y="6265"/>
                    <a:pt x="6337" y="6325"/>
                    <a:pt x="6775" y="6476"/>
                  </a:cubicBezTo>
                  <a:cubicBezTo>
                    <a:pt x="6581" y="6820"/>
                    <a:pt x="6383" y="7172"/>
                    <a:pt x="6170" y="7520"/>
                  </a:cubicBezTo>
                  <a:cubicBezTo>
                    <a:pt x="5751" y="7293"/>
                    <a:pt x="5247" y="7143"/>
                    <a:pt x="4754" y="7143"/>
                  </a:cubicBezTo>
                  <a:cubicBezTo>
                    <a:pt x="4577" y="7143"/>
                    <a:pt x="4401" y="7162"/>
                    <a:pt x="4231" y="7205"/>
                  </a:cubicBezTo>
                  <a:cubicBezTo>
                    <a:pt x="4349" y="6894"/>
                    <a:pt x="4461" y="6589"/>
                    <a:pt x="4581" y="6303"/>
                  </a:cubicBezTo>
                  <a:cubicBezTo>
                    <a:pt x="4596" y="6322"/>
                    <a:pt x="4618" y="6335"/>
                    <a:pt x="4643" y="6335"/>
                  </a:cubicBezTo>
                  <a:cubicBezTo>
                    <a:pt x="4646" y="6335"/>
                    <a:pt x="4648" y="6334"/>
                    <a:pt x="4651" y="6334"/>
                  </a:cubicBezTo>
                  <a:cubicBezTo>
                    <a:pt x="4954" y="6291"/>
                    <a:pt x="5237" y="6265"/>
                    <a:pt x="5512" y="6265"/>
                  </a:cubicBezTo>
                  <a:close/>
                  <a:moveTo>
                    <a:pt x="9975" y="2533"/>
                  </a:moveTo>
                  <a:cubicBezTo>
                    <a:pt x="10501" y="3392"/>
                    <a:pt x="10911" y="4262"/>
                    <a:pt x="11218" y="5216"/>
                  </a:cubicBezTo>
                  <a:cubicBezTo>
                    <a:pt x="11104" y="5508"/>
                    <a:pt x="10976" y="5792"/>
                    <a:pt x="10837" y="6071"/>
                  </a:cubicBezTo>
                  <a:cubicBezTo>
                    <a:pt x="10696" y="4999"/>
                    <a:pt x="10156" y="4022"/>
                    <a:pt x="9317" y="3315"/>
                  </a:cubicBezTo>
                  <a:cubicBezTo>
                    <a:pt x="9298" y="3299"/>
                    <a:pt x="9280" y="3292"/>
                    <a:pt x="9262" y="3292"/>
                  </a:cubicBezTo>
                  <a:cubicBezTo>
                    <a:pt x="9188" y="3292"/>
                    <a:pt x="9133" y="3409"/>
                    <a:pt x="9207" y="3475"/>
                  </a:cubicBezTo>
                  <a:cubicBezTo>
                    <a:pt x="10058" y="4220"/>
                    <a:pt x="10572" y="5239"/>
                    <a:pt x="10695" y="6345"/>
                  </a:cubicBezTo>
                  <a:cubicBezTo>
                    <a:pt x="10475" y="6753"/>
                    <a:pt x="10230" y="7146"/>
                    <a:pt x="9958" y="7520"/>
                  </a:cubicBezTo>
                  <a:cubicBezTo>
                    <a:pt x="9994" y="6375"/>
                    <a:pt x="9269" y="5048"/>
                    <a:pt x="8458" y="4374"/>
                  </a:cubicBezTo>
                  <a:cubicBezTo>
                    <a:pt x="8445" y="4362"/>
                    <a:pt x="8430" y="4358"/>
                    <a:pt x="8416" y="4358"/>
                  </a:cubicBezTo>
                  <a:cubicBezTo>
                    <a:pt x="8405" y="4358"/>
                    <a:pt x="8394" y="4360"/>
                    <a:pt x="8384" y="4365"/>
                  </a:cubicBezTo>
                  <a:cubicBezTo>
                    <a:pt x="8636" y="3997"/>
                    <a:pt x="8906" y="3639"/>
                    <a:pt x="9209" y="3302"/>
                  </a:cubicBezTo>
                  <a:cubicBezTo>
                    <a:pt x="9454" y="3028"/>
                    <a:pt x="9709" y="2773"/>
                    <a:pt x="9975" y="2533"/>
                  </a:cubicBezTo>
                  <a:close/>
                  <a:moveTo>
                    <a:pt x="8330" y="4442"/>
                  </a:moveTo>
                  <a:lnTo>
                    <a:pt x="8330" y="4442"/>
                  </a:lnTo>
                  <a:cubicBezTo>
                    <a:pt x="8328" y="4460"/>
                    <a:pt x="8333" y="4478"/>
                    <a:pt x="8348" y="4495"/>
                  </a:cubicBezTo>
                  <a:cubicBezTo>
                    <a:pt x="8782" y="4992"/>
                    <a:pt x="9160" y="5499"/>
                    <a:pt x="9412" y="6115"/>
                  </a:cubicBezTo>
                  <a:cubicBezTo>
                    <a:pt x="9641" y="6671"/>
                    <a:pt x="9665" y="7216"/>
                    <a:pt x="9754" y="7786"/>
                  </a:cubicBezTo>
                  <a:cubicBezTo>
                    <a:pt x="9608" y="7980"/>
                    <a:pt x="9454" y="8165"/>
                    <a:pt x="9294" y="8342"/>
                  </a:cubicBezTo>
                  <a:cubicBezTo>
                    <a:pt x="9313" y="7154"/>
                    <a:pt x="8939" y="5745"/>
                    <a:pt x="8107" y="4946"/>
                  </a:cubicBezTo>
                  <a:cubicBezTo>
                    <a:pt x="8088" y="4929"/>
                    <a:pt x="8066" y="4923"/>
                    <a:pt x="8045" y="4923"/>
                  </a:cubicBezTo>
                  <a:cubicBezTo>
                    <a:pt x="8036" y="4923"/>
                    <a:pt x="8026" y="4924"/>
                    <a:pt x="8017" y="4927"/>
                  </a:cubicBezTo>
                  <a:cubicBezTo>
                    <a:pt x="8119" y="4763"/>
                    <a:pt x="8224" y="4601"/>
                    <a:pt x="8330" y="4442"/>
                  </a:cubicBezTo>
                  <a:close/>
                  <a:moveTo>
                    <a:pt x="4654" y="7393"/>
                  </a:moveTo>
                  <a:cubicBezTo>
                    <a:pt x="5138" y="7393"/>
                    <a:pt x="5588" y="7461"/>
                    <a:pt x="6067" y="7687"/>
                  </a:cubicBezTo>
                  <a:cubicBezTo>
                    <a:pt x="5887" y="7974"/>
                    <a:pt x="5697" y="8255"/>
                    <a:pt x="5494" y="8522"/>
                  </a:cubicBezTo>
                  <a:cubicBezTo>
                    <a:pt x="5486" y="8519"/>
                    <a:pt x="5478" y="8512"/>
                    <a:pt x="5469" y="8509"/>
                  </a:cubicBezTo>
                  <a:cubicBezTo>
                    <a:pt x="5110" y="8359"/>
                    <a:pt x="4734" y="8293"/>
                    <a:pt x="4355" y="8293"/>
                  </a:cubicBezTo>
                  <a:cubicBezTo>
                    <a:pt x="4148" y="8293"/>
                    <a:pt x="3940" y="8313"/>
                    <a:pt x="3733" y="8348"/>
                  </a:cubicBezTo>
                  <a:cubicBezTo>
                    <a:pt x="3889" y="8047"/>
                    <a:pt x="4025" y="7732"/>
                    <a:pt x="4151" y="7412"/>
                  </a:cubicBezTo>
                  <a:cubicBezTo>
                    <a:pt x="4324" y="7400"/>
                    <a:pt x="4491" y="7393"/>
                    <a:pt x="4654" y="7393"/>
                  </a:cubicBezTo>
                  <a:close/>
                  <a:moveTo>
                    <a:pt x="4223" y="8516"/>
                  </a:moveTo>
                  <a:cubicBezTo>
                    <a:pt x="4608" y="8516"/>
                    <a:pt x="4987" y="8579"/>
                    <a:pt x="5371" y="8682"/>
                  </a:cubicBezTo>
                  <a:cubicBezTo>
                    <a:pt x="5286" y="8790"/>
                    <a:pt x="5196" y="8895"/>
                    <a:pt x="5106" y="8996"/>
                  </a:cubicBezTo>
                  <a:cubicBezTo>
                    <a:pt x="4769" y="8865"/>
                    <a:pt x="4416" y="8805"/>
                    <a:pt x="4059" y="8805"/>
                  </a:cubicBezTo>
                  <a:cubicBezTo>
                    <a:pt x="3848" y="8805"/>
                    <a:pt x="3635" y="8826"/>
                    <a:pt x="3424" y="8866"/>
                  </a:cubicBezTo>
                  <a:cubicBezTo>
                    <a:pt x="3489" y="8772"/>
                    <a:pt x="3552" y="8672"/>
                    <a:pt x="3610" y="8571"/>
                  </a:cubicBezTo>
                  <a:cubicBezTo>
                    <a:pt x="3818" y="8533"/>
                    <a:pt x="4021" y="8516"/>
                    <a:pt x="4223" y="8516"/>
                  </a:cubicBezTo>
                  <a:close/>
                  <a:moveTo>
                    <a:pt x="7962" y="5015"/>
                  </a:moveTo>
                  <a:cubicBezTo>
                    <a:pt x="7963" y="5023"/>
                    <a:pt x="7963" y="5031"/>
                    <a:pt x="7968" y="5040"/>
                  </a:cubicBezTo>
                  <a:cubicBezTo>
                    <a:pt x="8271" y="5650"/>
                    <a:pt x="8643" y="6187"/>
                    <a:pt x="8844" y="6851"/>
                  </a:cubicBezTo>
                  <a:cubicBezTo>
                    <a:pt x="9011" y="7406"/>
                    <a:pt x="9083" y="7970"/>
                    <a:pt x="9106" y="8543"/>
                  </a:cubicBezTo>
                  <a:cubicBezTo>
                    <a:pt x="9048" y="8609"/>
                    <a:pt x="8988" y="8669"/>
                    <a:pt x="8927" y="8731"/>
                  </a:cubicBezTo>
                  <a:cubicBezTo>
                    <a:pt x="8726" y="8934"/>
                    <a:pt x="8513" y="9126"/>
                    <a:pt x="8296" y="9314"/>
                  </a:cubicBezTo>
                  <a:cubicBezTo>
                    <a:pt x="8355" y="8301"/>
                    <a:pt x="7978" y="7324"/>
                    <a:pt x="7266" y="6583"/>
                  </a:cubicBezTo>
                  <a:cubicBezTo>
                    <a:pt x="7244" y="6560"/>
                    <a:pt x="7218" y="6550"/>
                    <a:pt x="7192" y="6550"/>
                  </a:cubicBezTo>
                  <a:cubicBezTo>
                    <a:pt x="7113" y="6550"/>
                    <a:pt x="7041" y="6643"/>
                    <a:pt x="7109" y="6720"/>
                  </a:cubicBezTo>
                  <a:cubicBezTo>
                    <a:pt x="7782" y="7489"/>
                    <a:pt x="8119" y="8448"/>
                    <a:pt x="8119" y="9460"/>
                  </a:cubicBezTo>
                  <a:cubicBezTo>
                    <a:pt x="7703" y="9798"/>
                    <a:pt x="7258" y="10108"/>
                    <a:pt x="6792" y="10376"/>
                  </a:cubicBezTo>
                  <a:cubicBezTo>
                    <a:pt x="7171" y="9430"/>
                    <a:pt x="7078" y="8334"/>
                    <a:pt x="6554" y="7457"/>
                  </a:cubicBezTo>
                  <a:cubicBezTo>
                    <a:pt x="7036" y="6648"/>
                    <a:pt x="7471" y="5814"/>
                    <a:pt x="7962" y="5015"/>
                  </a:cubicBezTo>
                  <a:close/>
                  <a:moveTo>
                    <a:pt x="4077" y="8984"/>
                  </a:moveTo>
                  <a:cubicBezTo>
                    <a:pt x="4388" y="8984"/>
                    <a:pt x="4694" y="9029"/>
                    <a:pt x="5003" y="9108"/>
                  </a:cubicBezTo>
                  <a:cubicBezTo>
                    <a:pt x="4599" y="9540"/>
                    <a:pt x="4141" y="9910"/>
                    <a:pt x="3601" y="10171"/>
                  </a:cubicBezTo>
                  <a:cubicBezTo>
                    <a:pt x="3388" y="10273"/>
                    <a:pt x="3159" y="10358"/>
                    <a:pt x="2918" y="10415"/>
                  </a:cubicBezTo>
                  <a:cubicBezTo>
                    <a:pt x="2938" y="10399"/>
                    <a:pt x="2949" y="10376"/>
                    <a:pt x="2946" y="10345"/>
                  </a:cubicBezTo>
                  <a:cubicBezTo>
                    <a:pt x="2907" y="10075"/>
                    <a:pt x="2742" y="9854"/>
                    <a:pt x="2514" y="9731"/>
                  </a:cubicBezTo>
                  <a:cubicBezTo>
                    <a:pt x="2841" y="9545"/>
                    <a:pt x="3108" y="9289"/>
                    <a:pt x="3332" y="8993"/>
                  </a:cubicBezTo>
                  <a:cubicBezTo>
                    <a:pt x="3345" y="9027"/>
                    <a:pt x="3372" y="9052"/>
                    <a:pt x="3412" y="9052"/>
                  </a:cubicBezTo>
                  <a:cubicBezTo>
                    <a:pt x="3419" y="9052"/>
                    <a:pt x="3425" y="9052"/>
                    <a:pt x="3432" y="9050"/>
                  </a:cubicBezTo>
                  <a:cubicBezTo>
                    <a:pt x="3651" y="9005"/>
                    <a:pt x="3865" y="8984"/>
                    <a:pt x="4077" y="8984"/>
                  </a:cubicBezTo>
                  <a:close/>
                  <a:moveTo>
                    <a:pt x="328" y="9168"/>
                  </a:moveTo>
                  <a:lnTo>
                    <a:pt x="328" y="9168"/>
                  </a:lnTo>
                  <a:cubicBezTo>
                    <a:pt x="423" y="9419"/>
                    <a:pt x="611" y="9633"/>
                    <a:pt x="861" y="9787"/>
                  </a:cubicBezTo>
                  <a:cubicBezTo>
                    <a:pt x="958" y="9846"/>
                    <a:pt x="1059" y="9892"/>
                    <a:pt x="1164" y="9923"/>
                  </a:cubicBezTo>
                  <a:cubicBezTo>
                    <a:pt x="1231" y="9988"/>
                    <a:pt x="1310" y="10050"/>
                    <a:pt x="1369" y="10122"/>
                  </a:cubicBezTo>
                  <a:cubicBezTo>
                    <a:pt x="1449" y="10214"/>
                    <a:pt x="1509" y="10315"/>
                    <a:pt x="1557" y="10427"/>
                  </a:cubicBezTo>
                  <a:cubicBezTo>
                    <a:pt x="1334" y="10368"/>
                    <a:pt x="1120" y="10276"/>
                    <a:pt x="923" y="10142"/>
                  </a:cubicBezTo>
                  <a:cubicBezTo>
                    <a:pt x="593" y="9919"/>
                    <a:pt x="331" y="9564"/>
                    <a:pt x="328" y="9168"/>
                  </a:cubicBezTo>
                  <a:close/>
                  <a:moveTo>
                    <a:pt x="2306" y="9836"/>
                  </a:moveTo>
                  <a:cubicBezTo>
                    <a:pt x="2548" y="9913"/>
                    <a:pt x="2742" y="10124"/>
                    <a:pt x="2794" y="10376"/>
                  </a:cubicBezTo>
                  <a:cubicBezTo>
                    <a:pt x="2800" y="10409"/>
                    <a:pt x="2823" y="10425"/>
                    <a:pt x="2846" y="10430"/>
                  </a:cubicBezTo>
                  <a:cubicBezTo>
                    <a:pt x="2630" y="10478"/>
                    <a:pt x="2409" y="10505"/>
                    <a:pt x="2190" y="10505"/>
                  </a:cubicBezTo>
                  <a:cubicBezTo>
                    <a:pt x="2030" y="10505"/>
                    <a:pt x="1870" y="10491"/>
                    <a:pt x="1714" y="10461"/>
                  </a:cubicBezTo>
                  <a:lnTo>
                    <a:pt x="1714" y="10456"/>
                  </a:lnTo>
                  <a:cubicBezTo>
                    <a:pt x="1670" y="10309"/>
                    <a:pt x="1590" y="10129"/>
                    <a:pt x="1477" y="9983"/>
                  </a:cubicBezTo>
                  <a:lnTo>
                    <a:pt x="1477" y="9983"/>
                  </a:lnTo>
                  <a:cubicBezTo>
                    <a:pt x="1518" y="9987"/>
                    <a:pt x="1559" y="9988"/>
                    <a:pt x="1600" y="9988"/>
                  </a:cubicBezTo>
                  <a:cubicBezTo>
                    <a:pt x="1840" y="9988"/>
                    <a:pt x="2080" y="9932"/>
                    <a:pt x="2306" y="9836"/>
                  </a:cubicBezTo>
                  <a:close/>
                  <a:moveTo>
                    <a:pt x="6430" y="7666"/>
                  </a:moveTo>
                  <a:cubicBezTo>
                    <a:pt x="6833" y="8538"/>
                    <a:pt x="6906" y="9458"/>
                    <a:pt x="6661" y="10402"/>
                  </a:cubicBezTo>
                  <a:cubicBezTo>
                    <a:pt x="6656" y="10420"/>
                    <a:pt x="6659" y="10435"/>
                    <a:pt x="6664" y="10448"/>
                  </a:cubicBezTo>
                  <a:cubicBezTo>
                    <a:pt x="6489" y="10543"/>
                    <a:pt x="6311" y="10638"/>
                    <a:pt x="6129" y="10721"/>
                  </a:cubicBezTo>
                  <a:cubicBezTo>
                    <a:pt x="6365" y="9954"/>
                    <a:pt x="6317" y="9126"/>
                    <a:pt x="5952" y="8396"/>
                  </a:cubicBezTo>
                  <a:cubicBezTo>
                    <a:pt x="6100" y="8185"/>
                    <a:pt x="6242" y="7972"/>
                    <a:pt x="6373" y="7759"/>
                  </a:cubicBezTo>
                  <a:cubicBezTo>
                    <a:pt x="6391" y="7728"/>
                    <a:pt x="6409" y="7699"/>
                    <a:pt x="6430" y="7666"/>
                  </a:cubicBezTo>
                  <a:close/>
                  <a:moveTo>
                    <a:pt x="1040" y="10571"/>
                  </a:moveTo>
                  <a:lnTo>
                    <a:pt x="1040" y="10571"/>
                  </a:lnTo>
                  <a:cubicBezTo>
                    <a:pt x="1311" y="10685"/>
                    <a:pt x="1614" y="10754"/>
                    <a:pt x="1915" y="10783"/>
                  </a:cubicBezTo>
                  <a:cubicBezTo>
                    <a:pt x="1905" y="10792"/>
                    <a:pt x="1894" y="10801"/>
                    <a:pt x="1882" y="10810"/>
                  </a:cubicBezTo>
                  <a:cubicBezTo>
                    <a:pt x="1815" y="10867"/>
                    <a:pt x="1750" y="10927"/>
                    <a:pt x="1681" y="10988"/>
                  </a:cubicBezTo>
                  <a:cubicBezTo>
                    <a:pt x="1450" y="10870"/>
                    <a:pt x="1238" y="10731"/>
                    <a:pt x="1040" y="10571"/>
                  </a:cubicBezTo>
                  <a:close/>
                  <a:moveTo>
                    <a:pt x="5811" y="8600"/>
                  </a:moveTo>
                  <a:cubicBezTo>
                    <a:pt x="6064" y="9338"/>
                    <a:pt x="6100" y="10081"/>
                    <a:pt x="5883" y="10834"/>
                  </a:cubicBezTo>
                  <a:cubicBezTo>
                    <a:pt x="5532" y="10981"/>
                    <a:pt x="5173" y="11106"/>
                    <a:pt x="4807" y="11201"/>
                  </a:cubicBezTo>
                  <a:cubicBezTo>
                    <a:pt x="4731" y="11220"/>
                    <a:pt x="4655" y="11237"/>
                    <a:pt x="4578" y="11255"/>
                  </a:cubicBezTo>
                  <a:cubicBezTo>
                    <a:pt x="4774" y="10810"/>
                    <a:pt x="4869" y="10302"/>
                    <a:pt x="4758" y="9829"/>
                  </a:cubicBezTo>
                  <a:cubicBezTo>
                    <a:pt x="4754" y="9811"/>
                    <a:pt x="4745" y="9798"/>
                    <a:pt x="4731" y="9790"/>
                  </a:cubicBezTo>
                  <a:cubicBezTo>
                    <a:pt x="5134" y="9443"/>
                    <a:pt x="5492" y="9032"/>
                    <a:pt x="5811" y="8600"/>
                  </a:cubicBezTo>
                  <a:close/>
                  <a:moveTo>
                    <a:pt x="3519" y="10551"/>
                  </a:moveTo>
                  <a:cubicBezTo>
                    <a:pt x="3489" y="10693"/>
                    <a:pt x="3468" y="10836"/>
                    <a:pt x="3406" y="10973"/>
                  </a:cubicBezTo>
                  <a:cubicBezTo>
                    <a:pt x="3337" y="11124"/>
                    <a:pt x="3236" y="11258"/>
                    <a:pt x="3118" y="11373"/>
                  </a:cubicBezTo>
                  <a:cubicBezTo>
                    <a:pt x="2797" y="11348"/>
                    <a:pt x="2478" y="11291"/>
                    <a:pt x="2169" y="11189"/>
                  </a:cubicBezTo>
                  <a:cubicBezTo>
                    <a:pt x="2061" y="11155"/>
                    <a:pt x="1956" y="11114"/>
                    <a:pt x="1853" y="11070"/>
                  </a:cubicBezTo>
                  <a:cubicBezTo>
                    <a:pt x="1899" y="11031"/>
                    <a:pt x="1940" y="10990"/>
                    <a:pt x="1979" y="10959"/>
                  </a:cubicBezTo>
                  <a:cubicBezTo>
                    <a:pt x="2041" y="10908"/>
                    <a:pt x="2112" y="10857"/>
                    <a:pt x="2177" y="10801"/>
                  </a:cubicBezTo>
                  <a:cubicBezTo>
                    <a:pt x="2208" y="10802"/>
                    <a:pt x="2240" y="10803"/>
                    <a:pt x="2271" y="10803"/>
                  </a:cubicBezTo>
                  <a:cubicBezTo>
                    <a:pt x="2549" y="10803"/>
                    <a:pt x="2817" y="10770"/>
                    <a:pt x="3048" y="10711"/>
                  </a:cubicBezTo>
                  <a:cubicBezTo>
                    <a:pt x="3211" y="10669"/>
                    <a:pt x="3367" y="10615"/>
                    <a:pt x="3519" y="10551"/>
                  </a:cubicBezTo>
                  <a:close/>
                  <a:moveTo>
                    <a:pt x="4633" y="9872"/>
                  </a:moveTo>
                  <a:lnTo>
                    <a:pt x="4633" y="9872"/>
                  </a:lnTo>
                  <a:cubicBezTo>
                    <a:pt x="4571" y="10366"/>
                    <a:pt x="4519" y="10829"/>
                    <a:pt x="4371" y="11299"/>
                  </a:cubicBezTo>
                  <a:cubicBezTo>
                    <a:pt x="4067" y="11352"/>
                    <a:pt x="3756" y="11384"/>
                    <a:pt x="3447" y="11384"/>
                  </a:cubicBezTo>
                  <a:cubicBezTo>
                    <a:pt x="3412" y="11384"/>
                    <a:pt x="3377" y="11383"/>
                    <a:pt x="3342" y="11382"/>
                  </a:cubicBezTo>
                  <a:cubicBezTo>
                    <a:pt x="3584" y="11140"/>
                    <a:pt x="3758" y="10793"/>
                    <a:pt x="3694" y="10474"/>
                  </a:cubicBezTo>
                  <a:cubicBezTo>
                    <a:pt x="4033" y="10317"/>
                    <a:pt x="4345" y="10109"/>
                    <a:pt x="4633" y="9872"/>
                  </a:cubicBezTo>
                  <a:close/>
                  <a:moveTo>
                    <a:pt x="13712" y="1"/>
                  </a:moveTo>
                  <a:cubicBezTo>
                    <a:pt x="13705" y="1"/>
                    <a:pt x="13697" y="2"/>
                    <a:pt x="13689" y="4"/>
                  </a:cubicBezTo>
                  <a:cubicBezTo>
                    <a:pt x="13346" y="103"/>
                    <a:pt x="13009" y="230"/>
                    <a:pt x="12678" y="379"/>
                  </a:cubicBezTo>
                  <a:cubicBezTo>
                    <a:pt x="12658" y="364"/>
                    <a:pt x="12635" y="355"/>
                    <a:pt x="12608" y="351"/>
                  </a:cubicBezTo>
                  <a:cubicBezTo>
                    <a:pt x="12316" y="313"/>
                    <a:pt x="12028" y="294"/>
                    <a:pt x="11742" y="294"/>
                  </a:cubicBezTo>
                  <a:cubicBezTo>
                    <a:pt x="9264" y="294"/>
                    <a:pt x="7031" y="1701"/>
                    <a:pt x="5630" y="3742"/>
                  </a:cubicBezTo>
                  <a:cubicBezTo>
                    <a:pt x="4844" y="4886"/>
                    <a:pt x="4286" y="6161"/>
                    <a:pt x="3771" y="7442"/>
                  </a:cubicBezTo>
                  <a:cubicBezTo>
                    <a:pt x="3462" y="8209"/>
                    <a:pt x="3113" y="9067"/>
                    <a:pt x="2347" y="9482"/>
                  </a:cubicBezTo>
                  <a:cubicBezTo>
                    <a:pt x="2126" y="9602"/>
                    <a:pt x="1879" y="9660"/>
                    <a:pt x="1638" y="9660"/>
                  </a:cubicBezTo>
                  <a:cubicBezTo>
                    <a:pt x="1069" y="9660"/>
                    <a:pt x="534" y="9335"/>
                    <a:pt x="454" y="8718"/>
                  </a:cubicBezTo>
                  <a:cubicBezTo>
                    <a:pt x="586" y="8512"/>
                    <a:pt x="813" y="8398"/>
                    <a:pt x="1034" y="8398"/>
                  </a:cubicBezTo>
                  <a:cubicBezTo>
                    <a:pt x="1263" y="8398"/>
                    <a:pt x="1485" y="8521"/>
                    <a:pt x="1588" y="8792"/>
                  </a:cubicBezTo>
                  <a:cubicBezTo>
                    <a:pt x="1605" y="8837"/>
                    <a:pt x="1644" y="8856"/>
                    <a:pt x="1685" y="8856"/>
                  </a:cubicBezTo>
                  <a:cubicBezTo>
                    <a:pt x="1756" y="8856"/>
                    <a:pt x="1832" y="8799"/>
                    <a:pt x="1809" y="8717"/>
                  </a:cubicBezTo>
                  <a:cubicBezTo>
                    <a:pt x="1699" y="8336"/>
                    <a:pt x="1354" y="8082"/>
                    <a:pt x="967" y="8082"/>
                  </a:cubicBezTo>
                  <a:cubicBezTo>
                    <a:pt x="903" y="8082"/>
                    <a:pt x="838" y="8089"/>
                    <a:pt x="773" y="8103"/>
                  </a:cubicBezTo>
                  <a:cubicBezTo>
                    <a:pt x="264" y="8216"/>
                    <a:pt x="1" y="8749"/>
                    <a:pt x="23" y="9237"/>
                  </a:cubicBezTo>
                  <a:cubicBezTo>
                    <a:pt x="30" y="9404"/>
                    <a:pt x="64" y="9556"/>
                    <a:pt x="117" y="9695"/>
                  </a:cubicBezTo>
                  <a:cubicBezTo>
                    <a:pt x="91" y="9716"/>
                    <a:pt x="74" y="9756"/>
                    <a:pt x="91" y="9795"/>
                  </a:cubicBezTo>
                  <a:cubicBezTo>
                    <a:pt x="519" y="10860"/>
                    <a:pt x="1737" y="11467"/>
                    <a:pt x="2822" y="11621"/>
                  </a:cubicBezTo>
                  <a:cubicBezTo>
                    <a:pt x="3035" y="11652"/>
                    <a:pt x="3250" y="11666"/>
                    <a:pt x="3464" y="11666"/>
                  </a:cubicBezTo>
                  <a:cubicBezTo>
                    <a:pt x="3746" y="11666"/>
                    <a:pt x="4027" y="11641"/>
                    <a:pt x="4306" y="11597"/>
                  </a:cubicBezTo>
                  <a:cubicBezTo>
                    <a:pt x="4320" y="11613"/>
                    <a:pt x="4340" y="11623"/>
                    <a:pt x="4361" y="11623"/>
                  </a:cubicBezTo>
                  <a:cubicBezTo>
                    <a:pt x="4380" y="11623"/>
                    <a:pt x="4399" y="11614"/>
                    <a:pt x="4411" y="11593"/>
                  </a:cubicBezTo>
                  <a:cubicBezTo>
                    <a:pt x="4412" y="11589"/>
                    <a:pt x="4417" y="11582"/>
                    <a:pt x="4419" y="11579"/>
                  </a:cubicBezTo>
                  <a:cubicBezTo>
                    <a:pt x="5280" y="11425"/>
                    <a:pt x="6119" y="11083"/>
                    <a:pt x="6872" y="10666"/>
                  </a:cubicBezTo>
                  <a:cubicBezTo>
                    <a:pt x="7716" y="10199"/>
                    <a:pt x="8487" y="9607"/>
                    <a:pt x="9168" y="8923"/>
                  </a:cubicBezTo>
                  <a:cubicBezTo>
                    <a:pt x="9177" y="8926"/>
                    <a:pt x="9186" y="8928"/>
                    <a:pt x="9196" y="8928"/>
                  </a:cubicBezTo>
                  <a:cubicBezTo>
                    <a:pt x="9228" y="8928"/>
                    <a:pt x="9259" y="8908"/>
                    <a:pt x="9264" y="8864"/>
                  </a:cubicBezTo>
                  <a:cubicBezTo>
                    <a:pt x="9266" y="8849"/>
                    <a:pt x="9266" y="8833"/>
                    <a:pt x="9269" y="8820"/>
                  </a:cubicBezTo>
                  <a:cubicBezTo>
                    <a:pt x="9858" y="8208"/>
                    <a:pt x="10375" y="7527"/>
                    <a:pt x="10803" y="6792"/>
                  </a:cubicBezTo>
                  <a:cubicBezTo>
                    <a:pt x="10805" y="6792"/>
                    <a:pt x="10808" y="6793"/>
                    <a:pt x="10810" y="6793"/>
                  </a:cubicBezTo>
                  <a:cubicBezTo>
                    <a:pt x="10846" y="6793"/>
                    <a:pt x="10878" y="6771"/>
                    <a:pt x="10881" y="6722"/>
                  </a:cubicBezTo>
                  <a:lnTo>
                    <a:pt x="10881" y="6656"/>
                  </a:lnTo>
                  <a:cubicBezTo>
                    <a:pt x="11148" y="6180"/>
                    <a:pt x="11380" y="5683"/>
                    <a:pt x="11570" y="5172"/>
                  </a:cubicBezTo>
                  <a:cubicBezTo>
                    <a:pt x="11811" y="4521"/>
                    <a:pt x="11974" y="3850"/>
                    <a:pt x="12084" y="3166"/>
                  </a:cubicBezTo>
                  <a:cubicBezTo>
                    <a:pt x="12223" y="2284"/>
                    <a:pt x="12313" y="1387"/>
                    <a:pt x="12850" y="643"/>
                  </a:cubicBezTo>
                  <a:cubicBezTo>
                    <a:pt x="12861" y="629"/>
                    <a:pt x="12866" y="615"/>
                    <a:pt x="12871" y="602"/>
                  </a:cubicBezTo>
                  <a:cubicBezTo>
                    <a:pt x="13159" y="454"/>
                    <a:pt x="13452" y="312"/>
                    <a:pt x="13750" y="171"/>
                  </a:cubicBezTo>
                  <a:cubicBezTo>
                    <a:pt x="13828" y="134"/>
                    <a:pt x="13794" y="1"/>
                    <a:pt x="13712" y="1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417;p33">
              <a:extLst>
                <a:ext uri="{FF2B5EF4-FFF2-40B4-BE49-F238E27FC236}">
                  <a16:creationId xmlns:a16="http://schemas.microsoft.com/office/drawing/2014/main" id="{F8FD6188-92F9-42D8-A714-78228AAFE9FB}"/>
                </a:ext>
              </a:extLst>
            </p:cNvPr>
            <p:cNvSpPr/>
            <p:nvPr/>
          </p:nvSpPr>
          <p:spPr>
            <a:xfrm rot="17506809">
              <a:off x="7004852" y="1693042"/>
              <a:ext cx="728908" cy="614944"/>
            </a:xfrm>
            <a:custGeom>
              <a:avLst/>
              <a:gdLst/>
              <a:ahLst/>
              <a:cxnLst/>
              <a:rect l="l" t="t" r="r" b="b"/>
              <a:pathLst>
                <a:path w="13828" h="11666" extrusionOk="0">
                  <a:moveTo>
                    <a:pt x="11902" y="622"/>
                  </a:moveTo>
                  <a:cubicBezTo>
                    <a:pt x="11993" y="622"/>
                    <a:pt x="12084" y="623"/>
                    <a:pt x="12176" y="626"/>
                  </a:cubicBezTo>
                  <a:cubicBezTo>
                    <a:pt x="11748" y="854"/>
                    <a:pt x="11336" y="1117"/>
                    <a:pt x="10943" y="1400"/>
                  </a:cubicBezTo>
                  <a:cubicBezTo>
                    <a:pt x="10565" y="1156"/>
                    <a:pt x="10148" y="999"/>
                    <a:pt x="9708" y="944"/>
                  </a:cubicBezTo>
                  <a:cubicBezTo>
                    <a:pt x="10413" y="725"/>
                    <a:pt x="11153" y="622"/>
                    <a:pt x="11902" y="622"/>
                  </a:cubicBezTo>
                  <a:close/>
                  <a:moveTo>
                    <a:pt x="9181" y="1132"/>
                  </a:moveTo>
                  <a:cubicBezTo>
                    <a:pt x="9191" y="1137"/>
                    <a:pt x="9204" y="1138"/>
                    <a:pt x="9215" y="1138"/>
                  </a:cubicBezTo>
                  <a:cubicBezTo>
                    <a:pt x="9219" y="1138"/>
                    <a:pt x="9223" y="1138"/>
                    <a:pt x="9227" y="1138"/>
                  </a:cubicBezTo>
                  <a:cubicBezTo>
                    <a:pt x="9787" y="1138"/>
                    <a:pt x="10315" y="1253"/>
                    <a:pt x="10812" y="1497"/>
                  </a:cubicBezTo>
                  <a:cubicBezTo>
                    <a:pt x="10488" y="1739"/>
                    <a:pt x="10174" y="1996"/>
                    <a:pt x="9880" y="2259"/>
                  </a:cubicBezTo>
                  <a:cubicBezTo>
                    <a:pt x="9845" y="2290"/>
                    <a:pt x="9811" y="2323"/>
                    <a:pt x="9777" y="2356"/>
                  </a:cubicBezTo>
                  <a:cubicBezTo>
                    <a:pt x="9795" y="2326"/>
                    <a:pt x="9795" y="2287"/>
                    <a:pt x="9762" y="2266"/>
                  </a:cubicBezTo>
                  <a:cubicBezTo>
                    <a:pt x="9330" y="1986"/>
                    <a:pt x="8732" y="1780"/>
                    <a:pt x="8170" y="1780"/>
                  </a:cubicBezTo>
                  <a:cubicBezTo>
                    <a:pt x="8094" y="1780"/>
                    <a:pt x="8019" y="1784"/>
                    <a:pt x="7945" y="1791"/>
                  </a:cubicBezTo>
                  <a:cubicBezTo>
                    <a:pt x="8337" y="1525"/>
                    <a:pt x="8749" y="1305"/>
                    <a:pt x="9181" y="1132"/>
                  </a:cubicBezTo>
                  <a:close/>
                  <a:moveTo>
                    <a:pt x="8294" y="2015"/>
                  </a:moveTo>
                  <a:cubicBezTo>
                    <a:pt x="8380" y="2015"/>
                    <a:pt x="8467" y="2019"/>
                    <a:pt x="8554" y="2030"/>
                  </a:cubicBezTo>
                  <a:cubicBezTo>
                    <a:pt x="8963" y="2079"/>
                    <a:pt x="9335" y="2210"/>
                    <a:pt x="9706" y="2382"/>
                  </a:cubicBezTo>
                  <a:cubicBezTo>
                    <a:pt x="9714" y="2386"/>
                    <a:pt x="9721" y="2388"/>
                    <a:pt x="9728" y="2388"/>
                  </a:cubicBezTo>
                  <a:cubicBezTo>
                    <a:pt x="9736" y="2388"/>
                    <a:pt x="9744" y="2385"/>
                    <a:pt x="9752" y="2382"/>
                  </a:cubicBezTo>
                  <a:lnTo>
                    <a:pt x="9752" y="2382"/>
                  </a:lnTo>
                  <a:cubicBezTo>
                    <a:pt x="9557" y="2562"/>
                    <a:pt x="9371" y="2750"/>
                    <a:pt x="9196" y="2942"/>
                  </a:cubicBezTo>
                  <a:cubicBezTo>
                    <a:pt x="9191" y="2914"/>
                    <a:pt x="9176" y="2889"/>
                    <a:pt x="9148" y="2875"/>
                  </a:cubicBezTo>
                  <a:cubicBezTo>
                    <a:pt x="8661" y="2622"/>
                    <a:pt x="8130" y="2482"/>
                    <a:pt x="7595" y="2482"/>
                  </a:cubicBezTo>
                  <a:cubicBezTo>
                    <a:pt x="7411" y="2482"/>
                    <a:pt x="7227" y="2498"/>
                    <a:pt x="7044" y="2533"/>
                  </a:cubicBezTo>
                  <a:cubicBezTo>
                    <a:pt x="7212" y="2366"/>
                    <a:pt x="7397" y="2209"/>
                    <a:pt x="7589" y="2056"/>
                  </a:cubicBezTo>
                  <a:cubicBezTo>
                    <a:pt x="7826" y="2047"/>
                    <a:pt x="8058" y="2015"/>
                    <a:pt x="8294" y="2015"/>
                  </a:cubicBezTo>
                  <a:close/>
                  <a:moveTo>
                    <a:pt x="12367" y="868"/>
                  </a:moveTo>
                  <a:cubicBezTo>
                    <a:pt x="12076" y="1395"/>
                    <a:pt x="11953" y="1991"/>
                    <a:pt x="11856" y="2596"/>
                  </a:cubicBezTo>
                  <a:cubicBezTo>
                    <a:pt x="11835" y="2729"/>
                    <a:pt x="11812" y="2860"/>
                    <a:pt x="11793" y="2991"/>
                  </a:cubicBezTo>
                  <a:cubicBezTo>
                    <a:pt x="11636" y="2513"/>
                    <a:pt x="11334" y="2078"/>
                    <a:pt x="10968" y="1739"/>
                  </a:cubicBezTo>
                  <a:cubicBezTo>
                    <a:pt x="11415" y="1423"/>
                    <a:pt x="11883" y="1133"/>
                    <a:pt x="12367" y="868"/>
                  </a:cubicBezTo>
                  <a:close/>
                  <a:moveTo>
                    <a:pt x="7606" y="2726"/>
                  </a:moveTo>
                  <a:cubicBezTo>
                    <a:pt x="8095" y="2726"/>
                    <a:pt x="8574" y="2832"/>
                    <a:pt x="9045" y="3069"/>
                  </a:cubicBezTo>
                  <a:cubicBezTo>
                    <a:pt x="9053" y="3073"/>
                    <a:pt x="9061" y="3076"/>
                    <a:pt x="9070" y="3078"/>
                  </a:cubicBezTo>
                  <a:cubicBezTo>
                    <a:pt x="8873" y="3295"/>
                    <a:pt x="8688" y="3521"/>
                    <a:pt x="8510" y="3752"/>
                  </a:cubicBezTo>
                  <a:lnTo>
                    <a:pt x="8500" y="3742"/>
                  </a:lnTo>
                  <a:cubicBezTo>
                    <a:pt x="8081" y="3488"/>
                    <a:pt x="7623" y="3369"/>
                    <a:pt x="7162" y="3369"/>
                  </a:cubicBezTo>
                  <a:cubicBezTo>
                    <a:pt x="6817" y="3369"/>
                    <a:pt x="6471" y="3435"/>
                    <a:pt x="6137" y="3562"/>
                  </a:cubicBezTo>
                  <a:cubicBezTo>
                    <a:pt x="6329" y="3307"/>
                    <a:pt x="6536" y="3061"/>
                    <a:pt x="6754" y="2826"/>
                  </a:cubicBezTo>
                  <a:cubicBezTo>
                    <a:pt x="7042" y="2761"/>
                    <a:pt x="7326" y="2726"/>
                    <a:pt x="7606" y="2726"/>
                  </a:cubicBezTo>
                  <a:close/>
                  <a:moveTo>
                    <a:pt x="7086" y="3587"/>
                  </a:moveTo>
                  <a:cubicBezTo>
                    <a:pt x="7532" y="3587"/>
                    <a:pt x="7976" y="3699"/>
                    <a:pt x="8399" y="3899"/>
                  </a:cubicBezTo>
                  <a:cubicBezTo>
                    <a:pt x="8191" y="4177"/>
                    <a:pt x="7990" y="4464"/>
                    <a:pt x="7800" y="4758"/>
                  </a:cubicBezTo>
                  <a:cubicBezTo>
                    <a:pt x="7790" y="4748"/>
                    <a:pt x="7780" y="4740"/>
                    <a:pt x="7765" y="4734"/>
                  </a:cubicBezTo>
                  <a:cubicBezTo>
                    <a:pt x="7219" y="4528"/>
                    <a:pt x="6648" y="4435"/>
                    <a:pt x="6072" y="4435"/>
                  </a:cubicBezTo>
                  <a:cubicBezTo>
                    <a:pt x="5891" y="4435"/>
                    <a:pt x="5709" y="4444"/>
                    <a:pt x="5527" y="4462"/>
                  </a:cubicBezTo>
                  <a:cubicBezTo>
                    <a:pt x="5661" y="4241"/>
                    <a:pt x="5802" y="4027"/>
                    <a:pt x="5951" y="3817"/>
                  </a:cubicBezTo>
                  <a:cubicBezTo>
                    <a:pt x="5961" y="3820"/>
                    <a:pt x="5972" y="3823"/>
                    <a:pt x="5983" y="3823"/>
                  </a:cubicBezTo>
                  <a:cubicBezTo>
                    <a:pt x="5994" y="3823"/>
                    <a:pt x="6005" y="3820"/>
                    <a:pt x="6018" y="3816"/>
                  </a:cubicBezTo>
                  <a:cubicBezTo>
                    <a:pt x="6368" y="3659"/>
                    <a:pt x="6728" y="3587"/>
                    <a:pt x="7086" y="3587"/>
                  </a:cubicBezTo>
                  <a:close/>
                  <a:moveTo>
                    <a:pt x="10762" y="1893"/>
                  </a:moveTo>
                  <a:cubicBezTo>
                    <a:pt x="11246" y="2333"/>
                    <a:pt x="11523" y="2855"/>
                    <a:pt x="11712" y="3456"/>
                  </a:cubicBezTo>
                  <a:cubicBezTo>
                    <a:pt x="11622" y="3932"/>
                    <a:pt x="11511" y="4405"/>
                    <a:pt x="11349" y="4871"/>
                  </a:cubicBezTo>
                  <a:cubicBezTo>
                    <a:pt x="11334" y="4905"/>
                    <a:pt x="11320" y="4941"/>
                    <a:pt x="11308" y="4977"/>
                  </a:cubicBezTo>
                  <a:cubicBezTo>
                    <a:pt x="11112" y="4046"/>
                    <a:pt x="10711" y="3145"/>
                    <a:pt x="10148" y="2382"/>
                  </a:cubicBezTo>
                  <a:cubicBezTo>
                    <a:pt x="10346" y="2210"/>
                    <a:pt x="10551" y="2048"/>
                    <a:pt x="10762" y="1893"/>
                  </a:cubicBezTo>
                  <a:close/>
                  <a:moveTo>
                    <a:pt x="6023" y="4652"/>
                  </a:moveTo>
                  <a:cubicBezTo>
                    <a:pt x="6592" y="4652"/>
                    <a:pt x="7146" y="4734"/>
                    <a:pt x="7711" y="4884"/>
                  </a:cubicBezTo>
                  <a:lnTo>
                    <a:pt x="7716" y="4884"/>
                  </a:lnTo>
                  <a:cubicBezTo>
                    <a:pt x="7638" y="5007"/>
                    <a:pt x="7561" y="5130"/>
                    <a:pt x="7486" y="5254"/>
                  </a:cubicBezTo>
                  <a:cubicBezTo>
                    <a:pt x="7489" y="5220"/>
                    <a:pt x="7472" y="5184"/>
                    <a:pt x="7430" y="5167"/>
                  </a:cubicBezTo>
                  <a:cubicBezTo>
                    <a:pt x="7004" y="5014"/>
                    <a:pt x="6566" y="4941"/>
                    <a:pt x="6125" y="4941"/>
                  </a:cubicBezTo>
                  <a:cubicBezTo>
                    <a:pt x="5814" y="4941"/>
                    <a:pt x="5500" y="4978"/>
                    <a:pt x="5190" y="5048"/>
                  </a:cubicBezTo>
                  <a:cubicBezTo>
                    <a:pt x="5257" y="4927"/>
                    <a:pt x="5325" y="4806"/>
                    <a:pt x="5394" y="4684"/>
                  </a:cubicBezTo>
                  <a:lnTo>
                    <a:pt x="5399" y="4684"/>
                  </a:lnTo>
                  <a:cubicBezTo>
                    <a:pt x="5610" y="4662"/>
                    <a:pt x="5817" y="4652"/>
                    <a:pt x="6023" y="4652"/>
                  </a:cubicBezTo>
                  <a:close/>
                  <a:moveTo>
                    <a:pt x="6110" y="5154"/>
                  </a:moveTo>
                  <a:cubicBezTo>
                    <a:pt x="6531" y="5154"/>
                    <a:pt x="6950" y="5217"/>
                    <a:pt x="7374" y="5334"/>
                  </a:cubicBezTo>
                  <a:cubicBezTo>
                    <a:pt x="7383" y="5336"/>
                    <a:pt x="7391" y="5337"/>
                    <a:pt x="7398" y="5337"/>
                  </a:cubicBezTo>
                  <a:cubicBezTo>
                    <a:pt x="7415" y="5337"/>
                    <a:pt x="7431" y="5333"/>
                    <a:pt x="7443" y="5326"/>
                  </a:cubicBezTo>
                  <a:lnTo>
                    <a:pt x="7443" y="5326"/>
                  </a:lnTo>
                  <a:cubicBezTo>
                    <a:pt x="7271" y="5607"/>
                    <a:pt x="7106" y="5894"/>
                    <a:pt x="6942" y="6182"/>
                  </a:cubicBezTo>
                  <a:cubicBezTo>
                    <a:pt x="6916" y="6229"/>
                    <a:pt x="6887" y="6278"/>
                    <a:pt x="6860" y="6327"/>
                  </a:cubicBezTo>
                  <a:cubicBezTo>
                    <a:pt x="6457" y="6131"/>
                    <a:pt x="5990" y="6017"/>
                    <a:pt x="5529" y="6017"/>
                  </a:cubicBezTo>
                  <a:cubicBezTo>
                    <a:pt x="5222" y="6017"/>
                    <a:pt x="4917" y="6067"/>
                    <a:pt x="4635" y="6179"/>
                  </a:cubicBezTo>
                  <a:cubicBezTo>
                    <a:pt x="4664" y="6108"/>
                    <a:pt x="4695" y="6038"/>
                    <a:pt x="4728" y="5969"/>
                  </a:cubicBezTo>
                  <a:cubicBezTo>
                    <a:pt x="4836" y="5737"/>
                    <a:pt x="4951" y="5506"/>
                    <a:pt x="5072" y="5277"/>
                  </a:cubicBezTo>
                  <a:cubicBezTo>
                    <a:pt x="5076" y="5277"/>
                    <a:pt x="5080" y="5278"/>
                    <a:pt x="5085" y="5278"/>
                  </a:cubicBezTo>
                  <a:cubicBezTo>
                    <a:pt x="5093" y="5278"/>
                    <a:pt x="5101" y="5277"/>
                    <a:pt x="5109" y="5274"/>
                  </a:cubicBezTo>
                  <a:cubicBezTo>
                    <a:pt x="5446" y="5193"/>
                    <a:pt x="5779" y="5154"/>
                    <a:pt x="6110" y="5154"/>
                  </a:cubicBezTo>
                  <a:close/>
                  <a:moveTo>
                    <a:pt x="5512" y="6265"/>
                  </a:moveTo>
                  <a:cubicBezTo>
                    <a:pt x="5932" y="6265"/>
                    <a:pt x="6337" y="6325"/>
                    <a:pt x="6775" y="6476"/>
                  </a:cubicBezTo>
                  <a:cubicBezTo>
                    <a:pt x="6581" y="6820"/>
                    <a:pt x="6383" y="7172"/>
                    <a:pt x="6170" y="7520"/>
                  </a:cubicBezTo>
                  <a:cubicBezTo>
                    <a:pt x="5751" y="7293"/>
                    <a:pt x="5247" y="7143"/>
                    <a:pt x="4754" y="7143"/>
                  </a:cubicBezTo>
                  <a:cubicBezTo>
                    <a:pt x="4577" y="7143"/>
                    <a:pt x="4401" y="7162"/>
                    <a:pt x="4231" y="7205"/>
                  </a:cubicBezTo>
                  <a:cubicBezTo>
                    <a:pt x="4349" y="6894"/>
                    <a:pt x="4461" y="6589"/>
                    <a:pt x="4581" y="6303"/>
                  </a:cubicBezTo>
                  <a:cubicBezTo>
                    <a:pt x="4596" y="6322"/>
                    <a:pt x="4618" y="6335"/>
                    <a:pt x="4643" y="6335"/>
                  </a:cubicBezTo>
                  <a:cubicBezTo>
                    <a:pt x="4646" y="6335"/>
                    <a:pt x="4648" y="6334"/>
                    <a:pt x="4651" y="6334"/>
                  </a:cubicBezTo>
                  <a:cubicBezTo>
                    <a:pt x="4954" y="6291"/>
                    <a:pt x="5237" y="6265"/>
                    <a:pt x="5512" y="6265"/>
                  </a:cubicBezTo>
                  <a:close/>
                  <a:moveTo>
                    <a:pt x="9975" y="2533"/>
                  </a:moveTo>
                  <a:cubicBezTo>
                    <a:pt x="10501" y="3392"/>
                    <a:pt x="10911" y="4262"/>
                    <a:pt x="11218" y="5216"/>
                  </a:cubicBezTo>
                  <a:cubicBezTo>
                    <a:pt x="11104" y="5508"/>
                    <a:pt x="10976" y="5792"/>
                    <a:pt x="10837" y="6071"/>
                  </a:cubicBezTo>
                  <a:cubicBezTo>
                    <a:pt x="10696" y="4999"/>
                    <a:pt x="10156" y="4022"/>
                    <a:pt x="9317" y="3315"/>
                  </a:cubicBezTo>
                  <a:cubicBezTo>
                    <a:pt x="9298" y="3299"/>
                    <a:pt x="9280" y="3292"/>
                    <a:pt x="9262" y="3292"/>
                  </a:cubicBezTo>
                  <a:cubicBezTo>
                    <a:pt x="9188" y="3292"/>
                    <a:pt x="9133" y="3409"/>
                    <a:pt x="9207" y="3475"/>
                  </a:cubicBezTo>
                  <a:cubicBezTo>
                    <a:pt x="10058" y="4220"/>
                    <a:pt x="10572" y="5239"/>
                    <a:pt x="10695" y="6345"/>
                  </a:cubicBezTo>
                  <a:cubicBezTo>
                    <a:pt x="10475" y="6753"/>
                    <a:pt x="10230" y="7146"/>
                    <a:pt x="9958" y="7520"/>
                  </a:cubicBezTo>
                  <a:cubicBezTo>
                    <a:pt x="9994" y="6375"/>
                    <a:pt x="9269" y="5048"/>
                    <a:pt x="8458" y="4374"/>
                  </a:cubicBezTo>
                  <a:cubicBezTo>
                    <a:pt x="8445" y="4362"/>
                    <a:pt x="8430" y="4358"/>
                    <a:pt x="8416" y="4358"/>
                  </a:cubicBezTo>
                  <a:cubicBezTo>
                    <a:pt x="8405" y="4358"/>
                    <a:pt x="8394" y="4360"/>
                    <a:pt x="8384" y="4365"/>
                  </a:cubicBezTo>
                  <a:cubicBezTo>
                    <a:pt x="8636" y="3997"/>
                    <a:pt x="8906" y="3639"/>
                    <a:pt x="9209" y="3302"/>
                  </a:cubicBezTo>
                  <a:cubicBezTo>
                    <a:pt x="9454" y="3028"/>
                    <a:pt x="9709" y="2773"/>
                    <a:pt x="9975" y="2533"/>
                  </a:cubicBezTo>
                  <a:close/>
                  <a:moveTo>
                    <a:pt x="8330" y="4442"/>
                  </a:moveTo>
                  <a:lnTo>
                    <a:pt x="8330" y="4442"/>
                  </a:lnTo>
                  <a:cubicBezTo>
                    <a:pt x="8328" y="4460"/>
                    <a:pt x="8333" y="4478"/>
                    <a:pt x="8348" y="4495"/>
                  </a:cubicBezTo>
                  <a:cubicBezTo>
                    <a:pt x="8782" y="4992"/>
                    <a:pt x="9160" y="5499"/>
                    <a:pt x="9412" y="6115"/>
                  </a:cubicBezTo>
                  <a:cubicBezTo>
                    <a:pt x="9641" y="6671"/>
                    <a:pt x="9665" y="7216"/>
                    <a:pt x="9754" y="7786"/>
                  </a:cubicBezTo>
                  <a:cubicBezTo>
                    <a:pt x="9608" y="7980"/>
                    <a:pt x="9454" y="8165"/>
                    <a:pt x="9294" y="8342"/>
                  </a:cubicBezTo>
                  <a:cubicBezTo>
                    <a:pt x="9313" y="7154"/>
                    <a:pt x="8939" y="5745"/>
                    <a:pt x="8107" y="4946"/>
                  </a:cubicBezTo>
                  <a:cubicBezTo>
                    <a:pt x="8088" y="4929"/>
                    <a:pt x="8066" y="4923"/>
                    <a:pt x="8045" y="4923"/>
                  </a:cubicBezTo>
                  <a:cubicBezTo>
                    <a:pt x="8036" y="4923"/>
                    <a:pt x="8026" y="4924"/>
                    <a:pt x="8017" y="4927"/>
                  </a:cubicBezTo>
                  <a:cubicBezTo>
                    <a:pt x="8119" y="4763"/>
                    <a:pt x="8224" y="4601"/>
                    <a:pt x="8330" y="4442"/>
                  </a:cubicBezTo>
                  <a:close/>
                  <a:moveTo>
                    <a:pt x="4654" y="7393"/>
                  </a:moveTo>
                  <a:cubicBezTo>
                    <a:pt x="5138" y="7393"/>
                    <a:pt x="5588" y="7461"/>
                    <a:pt x="6067" y="7687"/>
                  </a:cubicBezTo>
                  <a:cubicBezTo>
                    <a:pt x="5887" y="7974"/>
                    <a:pt x="5697" y="8255"/>
                    <a:pt x="5494" y="8522"/>
                  </a:cubicBezTo>
                  <a:cubicBezTo>
                    <a:pt x="5486" y="8519"/>
                    <a:pt x="5478" y="8512"/>
                    <a:pt x="5469" y="8509"/>
                  </a:cubicBezTo>
                  <a:cubicBezTo>
                    <a:pt x="5110" y="8359"/>
                    <a:pt x="4734" y="8293"/>
                    <a:pt x="4355" y="8293"/>
                  </a:cubicBezTo>
                  <a:cubicBezTo>
                    <a:pt x="4148" y="8293"/>
                    <a:pt x="3940" y="8313"/>
                    <a:pt x="3733" y="8348"/>
                  </a:cubicBezTo>
                  <a:cubicBezTo>
                    <a:pt x="3889" y="8047"/>
                    <a:pt x="4025" y="7732"/>
                    <a:pt x="4151" y="7412"/>
                  </a:cubicBezTo>
                  <a:cubicBezTo>
                    <a:pt x="4324" y="7400"/>
                    <a:pt x="4491" y="7393"/>
                    <a:pt x="4654" y="7393"/>
                  </a:cubicBezTo>
                  <a:close/>
                  <a:moveTo>
                    <a:pt x="4223" y="8516"/>
                  </a:moveTo>
                  <a:cubicBezTo>
                    <a:pt x="4608" y="8516"/>
                    <a:pt x="4987" y="8579"/>
                    <a:pt x="5371" y="8682"/>
                  </a:cubicBezTo>
                  <a:cubicBezTo>
                    <a:pt x="5286" y="8790"/>
                    <a:pt x="5196" y="8895"/>
                    <a:pt x="5106" y="8996"/>
                  </a:cubicBezTo>
                  <a:cubicBezTo>
                    <a:pt x="4769" y="8865"/>
                    <a:pt x="4416" y="8805"/>
                    <a:pt x="4059" y="8805"/>
                  </a:cubicBezTo>
                  <a:cubicBezTo>
                    <a:pt x="3848" y="8805"/>
                    <a:pt x="3635" y="8826"/>
                    <a:pt x="3424" y="8866"/>
                  </a:cubicBezTo>
                  <a:cubicBezTo>
                    <a:pt x="3489" y="8772"/>
                    <a:pt x="3552" y="8672"/>
                    <a:pt x="3610" y="8571"/>
                  </a:cubicBezTo>
                  <a:cubicBezTo>
                    <a:pt x="3818" y="8533"/>
                    <a:pt x="4021" y="8516"/>
                    <a:pt x="4223" y="8516"/>
                  </a:cubicBezTo>
                  <a:close/>
                  <a:moveTo>
                    <a:pt x="7962" y="5015"/>
                  </a:moveTo>
                  <a:cubicBezTo>
                    <a:pt x="7963" y="5023"/>
                    <a:pt x="7963" y="5031"/>
                    <a:pt x="7968" y="5040"/>
                  </a:cubicBezTo>
                  <a:cubicBezTo>
                    <a:pt x="8271" y="5650"/>
                    <a:pt x="8643" y="6187"/>
                    <a:pt x="8844" y="6851"/>
                  </a:cubicBezTo>
                  <a:cubicBezTo>
                    <a:pt x="9011" y="7406"/>
                    <a:pt x="9083" y="7970"/>
                    <a:pt x="9106" y="8543"/>
                  </a:cubicBezTo>
                  <a:cubicBezTo>
                    <a:pt x="9048" y="8609"/>
                    <a:pt x="8988" y="8669"/>
                    <a:pt x="8927" y="8731"/>
                  </a:cubicBezTo>
                  <a:cubicBezTo>
                    <a:pt x="8726" y="8934"/>
                    <a:pt x="8513" y="9126"/>
                    <a:pt x="8296" y="9314"/>
                  </a:cubicBezTo>
                  <a:cubicBezTo>
                    <a:pt x="8355" y="8301"/>
                    <a:pt x="7978" y="7324"/>
                    <a:pt x="7266" y="6583"/>
                  </a:cubicBezTo>
                  <a:cubicBezTo>
                    <a:pt x="7244" y="6560"/>
                    <a:pt x="7218" y="6550"/>
                    <a:pt x="7192" y="6550"/>
                  </a:cubicBezTo>
                  <a:cubicBezTo>
                    <a:pt x="7113" y="6550"/>
                    <a:pt x="7041" y="6643"/>
                    <a:pt x="7109" y="6720"/>
                  </a:cubicBezTo>
                  <a:cubicBezTo>
                    <a:pt x="7782" y="7489"/>
                    <a:pt x="8119" y="8448"/>
                    <a:pt x="8119" y="9460"/>
                  </a:cubicBezTo>
                  <a:cubicBezTo>
                    <a:pt x="7703" y="9798"/>
                    <a:pt x="7258" y="10108"/>
                    <a:pt x="6792" y="10376"/>
                  </a:cubicBezTo>
                  <a:cubicBezTo>
                    <a:pt x="7171" y="9430"/>
                    <a:pt x="7078" y="8334"/>
                    <a:pt x="6554" y="7457"/>
                  </a:cubicBezTo>
                  <a:cubicBezTo>
                    <a:pt x="7036" y="6648"/>
                    <a:pt x="7471" y="5814"/>
                    <a:pt x="7962" y="5015"/>
                  </a:cubicBezTo>
                  <a:close/>
                  <a:moveTo>
                    <a:pt x="4077" y="8984"/>
                  </a:moveTo>
                  <a:cubicBezTo>
                    <a:pt x="4388" y="8984"/>
                    <a:pt x="4694" y="9029"/>
                    <a:pt x="5003" y="9108"/>
                  </a:cubicBezTo>
                  <a:cubicBezTo>
                    <a:pt x="4599" y="9540"/>
                    <a:pt x="4141" y="9910"/>
                    <a:pt x="3601" y="10171"/>
                  </a:cubicBezTo>
                  <a:cubicBezTo>
                    <a:pt x="3388" y="10273"/>
                    <a:pt x="3159" y="10358"/>
                    <a:pt x="2918" y="10415"/>
                  </a:cubicBezTo>
                  <a:cubicBezTo>
                    <a:pt x="2938" y="10399"/>
                    <a:pt x="2949" y="10376"/>
                    <a:pt x="2946" y="10345"/>
                  </a:cubicBezTo>
                  <a:cubicBezTo>
                    <a:pt x="2907" y="10075"/>
                    <a:pt x="2742" y="9854"/>
                    <a:pt x="2514" y="9731"/>
                  </a:cubicBezTo>
                  <a:cubicBezTo>
                    <a:pt x="2841" y="9545"/>
                    <a:pt x="3108" y="9289"/>
                    <a:pt x="3332" y="8993"/>
                  </a:cubicBezTo>
                  <a:cubicBezTo>
                    <a:pt x="3345" y="9027"/>
                    <a:pt x="3372" y="9052"/>
                    <a:pt x="3412" y="9052"/>
                  </a:cubicBezTo>
                  <a:cubicBezTo>
                    <a:pt x="3419" y="9052"/>
                    <a:pt x="3425" y="9052"/>
                    <a:pt x="3432" y="9050"/>
                  </a:cubicBezTo>
                  <a:cubicBezTo>
                    <a:pt x="3651" y="9005"/>
                    <a:pt x="3865" y="8984"/>
                    <a:pt x="4077" y="8984"/>
                  </a:cubicBezTo>
                  <a:close/>
                  <a:moveTo>
                    <a:pt x="328" y="9168"/>
                  </a:moveTo>
                  <a:lnTo>
                    <a:pt x="328" y="9168"/>
                  </a:lnTo>
                  <a:cubicBezTo>
                    <a:pt x="423" y="9419"/>
                    <a:pt x="611" y="9633"/>
                    <a:pt x="861" y="9787"/>
                  </a:cubicBezTo>
                  <a:cubicBezTo>
                    <a:pt x="958" y="9846"/>
                    <a:pt x="1059" y="9892"/>
                    <a:pt x="1164" y="9923"/>
                  </a:cubicBezTo>
                  <a:cubicBezTo>
                    <a:pt x="1231" y="9988"/>
                    <a:pt x="1310" y="10050"/>
                    <a:pt x="1369" y="10122"/>
                  </a:cubicBezTo>
                  <a:cubicBezTo>
                    <a:pt x="1449" y="10214"/>
                    <a:pt x="1509" y="10315"/>
                    <a:pt x="1557" y="10427"/>
                  </a:cubicBezTo>
                  <a:cubicBezTo>
                    <a:pt x="1334" y="10368"/>
                    <a:pt x="1120" y="10276"/>
                    <a:pt x="923" y="10142"/>
                  </a:cubicBezTo>
                  <a:cubicBezTo>
                    <a:pt x="593" y="9919"/>
                    <a:pt x="331" y="9564"/>
                    <a:pt x="328" y="9168"/>
                  </a:cubicBezTo>
                  <a:close/>
                  <a:moveTo>
                    <a:pt x="2306" y="9836"/>
                  </a:moveTo>
                  <a:cubicBezTo>
                    <a:pt x="2548" y="9913"/>
                    <a:pt x="2742" y="10124"/>
                    <a:pt x="2794" y="10376"/>
                  </a:cubicBezTo>
                  <a:cubicBezTo>
                    <a:pt x="2800" y="10409"/>
                    <a:pt x="2823" y="10425"/>
                    <a:pt x="2846" y="10430"/>
                  </a:cubicBezTo>
                  <a:cubicBezTo>
                    <a:pt x="2630" y="10478"/>
                    <a:pt x="2409" y="10505"/>
                    <a:pt x="2190" y="10505"/>
                  </a:cubicBezTo>
                  <a:cubicBezTo>
                    <a:pt x="2030" y="10505"/>
                    <a:pt x="1870" y="10491"/>
                    <a:pt x="1714" y="10461"/>
                  </a:cubicBezTo>
                  <a:lnTo>
                    <a:pt x="1714" y="10456"/>
                  </a:lnTo>
                  <a:cubicBezTo>
                    <a:pt x="1670" y="10309"/>
                    <a:pt x="1590" y="10129"/>
                    <a:pt x="1477" y="9983"/>
                  </a:cubicBezTo>
                  <a:lnTo>
                    <a:pt x="1477" y="9983"/>
                  </a:lnTo>
                  <a:cubicBezTo>
                    <a:pt x="1518" y="9987"/>
                    <a:pt x="1559" y="9988"/>
                    <a:pt x="1600" y="9988"/>
                  </a:cubicBezTo>
                  <a:cubicBezTo>
                    <a:pt x="1840" y="9988"/>
                    <a:pt x="2080" y="9932"/>
                    <a:pt x="2306" y="9836"/>
                  </a:cubicBezTo>
                  <a:close/>
                  <a:moveTo>
                    <a:pt x="6430" y="7666"/>
                  </a:moveTo>
                  <a:cubicBezTo>
                    <a:pt x="6833" y="8538"/>
                    <a:pt x="6906" y="9458"/>
                    <a:pt x="6661" y="10402"/>
                  </a:cubicBezTo>
                  <a:cubicBezTo>
                    <a:pt x="6656" y="10420"/>
                    <a:pt x="6659" y="10435"/>
                    <a:pt x="6664" y="10448"/>
                  </a:cubicBezTo>
                  <a:cubicBezTo>
                    <a:pt x="6489" y="10543"/>
                    <a:pt x="6311" y="10638"/>
                    <a:pt x="6129" y="10721"/>
                  </a:cubicBezTo>
                  <a:cubicBezTo>
                    <a:pt x="6365" y="9954"/>
                    <a:pt x="6317" y="9126"/>
                    <a:pt x="5952" y="8396"/>
                  </a:cubicBezTo>
                  <a:cubicBezTo>
                    <a:pt x="6100" y="8185"/>
                    <a:pt x="6242" y="7972"/>
                    <a:pt x="6373" y="7759"/>
                  </a:cubicBezTo>
                  <a:cubicBezTo>
                    <a:pt x="6391" y="7728"/>
                    <a:pt x="6409" y="7699"/>
                    <a:pt x="6430" y="7666"/>
                  </a:cubicBezTo>
                  <a:close/>
                  <a:moveTo>
                    <a:pt x="1040" y="10571"/>
                  </a:moveTo>
                  <a:lnTo>
                    <a:pt x="1040" y="10571"/>
                  </a:lnTo>
                  <a:cubicBezTo>
                    <a:pt x="1311" y="10685"/>
                    <a:pt x="1614" y="10754"/>
                    <a:pt x="1915" y="10783"/>
                  </a:cubicBezTo>
                  <a:cubicBezTo>
                    <a:pt x="1905" y="10792"/>
                    <a:pt x="1894" y="10801"/>
                    <a:pt x="1882" y="10810"/>
                  </a:cubicBezTo>
                  <a:cubicBezTo>
                    <a:pt x="1815" y="10867"/>
                    <a:pt x="1750" y="10927"/>
                    <a:pt x="1681" y="10988"/>
                  </a:cubicBezTo>
                  <a:cubicBezTo>
                    <a:pt x="1450" y="10870"/>
                    <a:pt x="1238" y="10731"/>
                    <a:pt x="1040" y="10571"/>
                  </a:cubicBezTo>
                  <a:close/>
                  <a:moveTo>
                    <a:pt x="5811" y="8600"/>
                  </a:moveTo>
                  <a:cubicBezTo>
                    <a:pt x="6064" y="9338"/>
                    <a:pt x="6100" y="10081"/>
                    <a:pt x="5883" y="10834"/>
                  </a:cubicBezTo>
                  <a:cubicBezTo>
                    <a:pt x="5532" y="10981"/>
                    <a:pt x="5173" y="11106"/>
                    <a:pt x="4807" y="11201"/>
                  </a:cubicBezTo>
                  <a:cubicBezTo>
                    <a:pt x="4731" y="11220"/>
                    <a:pt x="4655" y="11237"/>
                    <a:pt x="4578" y="11255"/>
                  </a:cubicBezTo>
                  <a:cubicBezTo>
                    <a:pt x="4774" y="10810"/>
                    <a:pt x="4869" y="10302"/>
                    <a:pt x="4758" y="9829"/>
                  </a:cubicBezTo>
                  <a:cubicBezTo>
                    <a:pt x="4754" y="9811"/>
                    <a:pt x="4745" y="9798"/>
                    <a:pt x="4731" y="9790"/>
                  </a:cubicBezTo>
                  <a:cubicBezTo>
                    <a:pt x="5134" y="9443"/>
                    <a:pt x="5492" y="9032"/>
                    <a:pt x="5811" y="8600"/>
                  </a:cubicBezTo>
                  <a:close/>
                  <a:moveTo>
                    <a:pt x="3519" y="10551"/>
                  </a:moveTo>
                  <a:cubicBezTo>
                    <a:pt x="3489" y="10693"/>
                    <a:pt x="3468" y="10836"/>
                    <a:pt x="3406" y="10973"/>
                  </a:cubicBezTo>
                  <a:cubicBezTo>
                    <a:pt x="3337" y="11124"/>
                    <a:pt x="3236" y="11258"/>
                    <a:pt x="3118" y="11373"/>
                  </a:cubicBezTo>
                  <a:cubicBezTo>
                    <a:pt x="2797" y="11348"/>
                    <a:pt x="2478" y="11291"/>
                    <a:pt x="2169" y="11189"/>
                  </a:cubicBezTo>
                  <a:cubicBezTo>
                    <a:pt x="2061" y="11155"/>
                    <a:pt x="1956" y="11114"/>
                    <a:pt x="1853" y="11070"/>
                  </a:cubicBezTo>
                  <a:cubicBezTo>
                    <a:pt x="1899" y="11031"/>
                    <a:pt x="1940" y="10990"/>
                    <a:pt x="1979" y="10959"/>
                  </a:cubicBezTo>
                  <a:cubicBezTo>
                    <a:pt x="2041" y="10908"/>
                    <a:pt x="2112" y="10857"/>
                    <a:pt x="2177" y="10801"/>
                  </a:cubicBezTo>
                  <a:cubicBezTo>
                    <a:pt x="2208" y="10802"/>
                    <a:pt x="2240" y="10803"/>
                    <a:pt x="2271" y="10803"/>
                  </a:cubicBezTo>
                  <a:cubicBezTo>
                    <a:pt x="2549" y="10803"/>
                    <a:pt x="2817" y="10770"/>
                    <a:pt x="3048" y="10711"/>
                  </a:cubicBezTo>
                  <a:cubicBezTo>
                    <a:pt x="3211" y="10669"/>
                    <a:pt x="3367" y="10615"/>
                    <a:pt x="3519" y="10551"/>
                  </a:cubicBezTo>
                  <a:close/>
                  <a:moveTo>
                    <a:pt x="4633" y="9872"/>
                  </a:moveTo>
                  <a:lnTo>
                    <a:pt x="4633" y="9872"/>
                  </a:lnTo>
                  <a:cubicBezTo>
                    <a:pt x="4571" y="10366"/>
                    <a:pt x="4519" y="10829"/>
                    <a:pt x="4371" y="11299"/>
                  </a:cubicBezTo>
                  <a:cubicBezTo>
                    <a:pt x="4067" y="11352"/>
                    <a:pt x="3756" y="11384"/>
                    <a:pt x="3447" y="11384"/>
                  </a:cubicBezTo>
                  <a:cubicBezTo>
                    <a:pt x="3412" y="11384"/>
                    <a:pt x="3377" y="11383"/>
                    <a:pt x="3342" y="11382"/>
                  </a:cubicBezTo>
                  <a:cubicBezTo>
                    <a:pt x="3584" y="11140"/>
                    <a:pt x="3758" y="10793"/>
                    <a:pt x="3694" y="10474"/>
                  </a:cubicBezTo>
                  <a:cubicBezTo>
                    <a:pt x="4033" y="10317"/>
                    <a:pt x="4345" y="10109"/>
                    <a:pt x="4633" y="9872"/>
                  </a:cubicBezTo>
                  <a:close/>
                  <a:moveTo>
                    <a:pt x="13712" y="1"/>
                  </a:moveTo>
                  <a:cubicBezTo>
                    <a:pt x="13705" y="1"/>
                    <a:pt x="13697" y="2"/>
                    <a:pt x="13689" y="4"/>
                  </a:cubicBezTo>
                  <a:cubicBezTo>
                    <a:pt x="13346" y="103"/>
                    <a:pt x="13009" y="230"/>
                    <a:pt x="12678" y="379"/>
                  </a:cubicBezTo>
                  <a:cubicBezTo>
                    <a:pt x="12658" y="364"/>
                    <a:pt x="12635" y="355"/>
                    <a:pt x="12608" y="351"/>
                  </a:cubicBezTo>
                  <a:cubicBezTo>
                    <a:pt x="12316" y="313"/>
                    <a:pt x="12028" y="294"/>
                    <a:pt x="11742" y="294"/>
                  </a:cubicBezTo>
                  <a:cubicBezTo>
                    <a:pt x="9264" y="294"/>
                    <a:pt x="7031" y="1701"/>
                    <a:pt x="5630" y="3742"/>
                  </a:cubicBezTo>
                  <a:cubicBezTo>
                    <a:pt x="4844" y="4886"/>
                    <a:pt x="4286" y="6161"/>
                    <a:pt x="3771" y="7442"/>
                  </a:cubicBezTo>
                  <a:cubicBezTo>
                    <a:pt x="3462" y="8209"/>
                    <a:pt x="3113" y="9067"/>
                    <a:pt x="2347" y="9482"/>
                  </a:cubicBezTo>
                  <a:cubicBezTo>
                    <a:pt x="2126" y="9602"/>
                    <a:pt x="1879" y="9660"/>
                    <a:pt x="1638" y="9660"/>
                  </a:cubicBezTo>
                  <a:cubicBezTo>
                    <a:pt x="1069" y="9660"/>
                    <a:pt x="534" y="9335"/>
                    <a:pt x="454" y="8718"/>
                  </a:cubicBezTo>
                  <a:cubicBezTo>
                    <a:pt x="586" y="8512"/>
                    <a:pt x="813" y="8398"/>
                    <a:pt x="1034" y="8398"/>
                  </a:cubicBezTo>
                  <a:cubicBezTo>
                    <a:pt x="1263" y="8398"/>
                    <a:pt x="1485" y="8521"/>
                    <a:pt x="1588" y="8792"/>
                  </a:cubicBezTo>
                  <a:cubicBezTo>
                    <a:pt x="1605" y="8837"/>
                    <a:pt x="1644" y="8856"/>
                    <a:pt x="1685" y="8856"/>
                  </a:cubicBezTo>
                  <a:cubicBezTo>
                    <a:pt x="1756" y="8856"/>
                    <a:pt x="1832" y="8799"/>
                    <a:pt x="1809" y="8717"/>
                  </a:cubicBezTo>
                  <a:cubicBezTo>
                    <a:pt x="1699" y="8336"/>
                    <a:pt x="1354" y="8082"/>
                    <a:pt x="967" y="8082"/>
                  </a:cubicBezTo>
                  <a:cubicBezTo>
                    <a:pt x="903" y="8082"/>
                    <a:pt x="838" y="8089"/>
                    <a:pt x="773" y="8103"/>
                  </a:cubicBezTo>
                  <a:cubicBezTo>
                    <a:pt x="264" y="8216"/>
                    <a:pt x="1" y="8749"/>
                    <a:pt x="23" y="9237"/>
                  </a:cubicBezTo>
                  <a:cubicBezTo>
                    <a:pt x="30" y="9404"/>
                    <a:pt x="64" y="9556"/>
                    <a:pt x="117" y="9695"/>
                  </a:cubicBezTo>
                  <a:cubicBezTo>
                    <a:pt x="91" y="9716"/>
                    <a:pt x="74" y="9756"/>
                    <a:pt x="91" y="9795"/>
                  </a:cubicBezTo>
                  <a:cubicBezTo>
                    <a:pt x="519" y="10860"/>
                    <a:pt x="1737" y="11467"/>
                    <a:pt x="2822" y="11621"/>
                  </a:cubicBezTo>
                  <a:cubicBezTo>
                    <a:pt x="3035" y="11652"/>
                    <a:pt x="3250" y="11666"/>
                    <a:pt x="3464" y="11666"/>
                  </a:cubicBezTo>
                  <a:cubicBezTo>
                    <a:pt x="3746" y="11666"/>
                    <a:pt x="4027" y="11641"/>
                    <a:pt x="4306" y="11597"/>
                  </a:cubicBezTo>
                  <a:cubicBezTo>
                    <a:pt x="4320" y="11613"/>
                    <a:pt x="4340" y="11623"/>
                    <a:pt x="4361" y="11623"/>
                  </a:cubicBezTo>
                  <a:cubicBezTo>
                    <a:pt x="4380" y="11623"/>
                    <a:pt x="4399" y="11614"/>
                    <a:pt x="4411" y="11593"/>
                  </a:cubicBezTo>
                  <a:cubicBezTo>
                    <a:pt x="4412" y="11589"/>
                    <a:pt x="4417" y="11582"/>
                    <a:pt x="4419" y="11579"/>
                  </a:cubicBezTo>
                  <a:cubicBezTo>
                    <a:pt x="5280" y="11425"/>
                    <a:pt x="6119" y="11083"/>
                    <a:pt x="6872" y="10666"/>
                  </a:cubicBezTo>
                  <a:cubicBezTo>
                    <a:pt x="7716" y="10199"/>
                    <a:pt x="8487" y="9607"/>
                    <a:pt x="9168" y="8923"/>
                  </a:cubicBezTo>
                  <a:cubicBezTo>
                    <a:pt x="9177" y="8926"/>
                    <a:pt x="9186" y="8928"/>
                    <a:pt x="9196" y="8928"/>
                  </a:cubicBezTo>
                  <a:cubicBezTo>
                    <a:pt x="9228" y="8928"/>
                    <a:pt x="9259" y="8908"/>
                    <a:pt x="9264" y="8864"/>
                  </a:cubicBezTo>
                  <a:cubicBezTo>
                    <a:pt x="9266" y="8849"/>
                    <a:pt x="9266" y="8833"/>
                    <a:pt x="9269" y="8820"/>
                  </a:cubicBezTo>
                  <a:cubicBezTo>
                    <a:pt x="9858" y="8208"/>
                    <a:pt x="10375" y="7527"/>
                    <a:pt x="10803" y="6792"/>
                  </a:cubicBezTo>
                  <a:cubicBezTo>
                    <a:pt x="10805" y="6792"/>
                    <a:pt x="10808" y="6793"/>
                    <a:pt x="10810" y="6793"/>
                  </a:cubicBezTo>
                  <a:cubicBezTo>
                    <a:pt x="10846" y="6793"/>
                    <a:pt x="10878" y="6771"/>
                    <a:pt x="10881" y="6722"/>
                  </a:cubicBezTo>
                  <a:lnTo>
                    <a:pt x="10881" y="6656"/>
                  </a:lnTo>
                  <a:cubicBezTo>
                    <a:pt x="11148" y="6180"/>
                    <a:pt x="11380" y="5683"/>
                    <a:pt x="11570" y="5172"/>
                  </a:cubicBezTo>
                  <a:cubicBezTo>
                    <a:pt x="11811" y="4521"/>
                    <a:pt x="11974" y="3850"/>
                    <a:pt x="12084" y="3166"/>
                  </a:cubicBezTo>
                  <a:cubicBezTo>
                    <a:pt x="12223" y="2284"/>
                    <a:pt x="12313" y="1387"/>
                    <a:pt x="12850" y="643"/>
                  </a:cubicBezTo>
                  <a:cubicBezTo>
                    <a:pt x="12861" y="629"/>
                    <a:pt x="12866" y="615"/>
                    <a:pt x="12871" y="602"/>
                  </a:cubicBezTo>
                  <a:cubicBezTo>
                    <a:pt x="13159" y="454"/>
                    <a:pt x="13452" y="312"/>
                    <a:pt x="13750" y="171"/>
                  </a:cubicBezTo>
                  <a:cubicBezTo>
                    <a:pt x="13828" y="134"/>
                    <a:pt x="13794" y="1"/>
                    <a:pt x="13712" y="1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F7F07D0C-843F-4E79-BE83-A5E2112AB7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427" y="1593159"/>
            <a:ext cx="4658375" cy="316274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19D4905-E30E-4296-896C-F7384FB481B0}"/>
              </a:ext>
            </a:extLst>
          </p:cNvPr>
          <p:cNvSpPr txBox="1"/>
          <p:nvPr/>
        </p:nvSpPr>
        <p:spPr>
          <a:xfrm>
            <a:off x="6855257" y="2116190"/>
            <a:ext cx="185224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dirty="0">
                <a:effectLst/>
                <a:latin typeface="Nunito" panose="020B0604020202020204" charset="0"/>
              </a:rPr>
              <a:t>PASSWORDS:</a:t>
            </a:r>
          </a:p>
          <a:p>
            <a:r>
              <a:rPr lang="en-PH" dirty="0">
                <a:effectLst/>
                <a:latin typeface="Nunito" panose="020B0604020202020204" charset="0"/>
              </a:rPr>
              <a:t>console: </a:t>
            </a:r>
            <a:r>
              <a:rPr lang="en-PH" dirty="0" err="1">
                <a:effectLst/>
                <a:latin typeface="Nunito" panose="020B0604020202020204" charset="0"/>
              </a:rPr>
              <a:t>ciscoline</a:t>
            </a:r>
            <a:endParaRPr lang="en-PH" dirty="0">
              <a:effectLst/>
              <a:latin typeface="Nunito" panose="020B0604020202020204" charset="0"/>
            </a:endParaRPr>
          </a:p>
          <a:p>
            <a:r>
              <a:rPr lang="en-PH" dirty="0">
                <a:effectLst/>
                <a:latin typeface="Nunito" panose="020B0604020202020204" charset="0"/>
              </a:rPr>
              <a:t>secret: </a:t>
            </a:r>
            <a:r>
              <a:rPr lang="en-PH" dirty="0" err="1">
                <a:effectLst/>
                <a:latin typeface="Nunito" panose="020B0604020202020204" charset="0"/>
              </a:rPr>
              <a:t>ciscocon</a:t>
            </a:r>
            <a:endParaRPr lang="en-PH" dirty="0">
              <a:effectLst/>
              <a:latin typeface="Nunito" panose="020B0604020202020204" charset="0"/>
            </a:endParaRPr>
          </a:p>
          <a:p>
            <a:r>
              <a:rPr lang="en-PH" dirty="0">
                <a:effectLst/>
                <a:latin typeface="Nunito" panose="020B0604020202020204" charset="0"/>
              </a:rPr>
              <a:t>username: </a:t>
            </a:r>
            <a:r>
              <a:rPr lang="en-PH" dirty="0" err="1">
                <a:effectLst/>
                <a:latin typeface="Nunito" panose="020B0604020202020204" charset="0"/>
              </a:rPr>
              <a:t>ciscouser</a:t>
            </a:r>
            <a:endParaRPr lang="en-PH" dirty="0">
              <a:effectLst/>
              <a:latin typeface="Nunito" panose="020B0604020202020204" charset="0"/>
            </a:endParaRPr>
          </a:p>
          <a:p>
            <a:r>
              <a:rPr lang="en-PH" dirty="0" err="1">
                <a:effectLst/>
                <a:latin typeface="Nunito" panose="020B0604020202020204" charset="0"/>
              </a:rPr>
              <a:t>pasword</a:t>
            </a:r>
            <a:r>
              <a:rPr lang="en-PH" dirty="0">
                <a:effectLst/>
                <a:latin typeface="Nunito" panose="020B0604020202020204" charset="0"/>
              </a:rPr>
              <a:t>: </a:t>
            </a:r>
            <a:r>
              <a:rPr lang="en-PH" dirty="0" err="1">
                <a:effectLst/>
                <a:latin typeface="Nunito" panose="020B0604020202020204" charset="0"/>
              </a:rPr>
              <a:t>ciscopass</a:t>
            </a:r>
            <a:endParaRPr lang="en-PH" dirty="0">
              <a:effectLst/>
              <a:latin typeface="Nunit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237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4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9875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ADDRESSING TABLE</a:t>
            </a:r>
            <a:endParaRPr dirty="0"/>
          </a:p>
        </p:txBody>
      </p:sp>
      <p:sp>
        <p:nvSpPr>
          <p:cNvPr id="423" name="Google Shape;423;p34"/>
          <p:cNvSpPr txBox="1">
            <a:spLocks noGrp="1"/>
          </p:cNvSpPr>
          <p:nvPr>
            <p:ph type="body" idx="1"/>
          </p:nvPr>
        </p:nvSpPr>
        <p:spPr>
          <a:xfrm>
            <a:off x="720000" y="1136073"/>
            <a:ext cx="7704000" cy="34673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000000"/>
                </a:solidFill>
                <a:latin typeface="Nunito" panose="020B0604020202020204" charset="0"/>
              </a:rPr>
              <a:t>FOR LAYER 3 SWITCHES:</a:t>
            </a:r>
          </a:p>
          <a:p>
            <a:pPr marL="171450" lvl="0" indent="-171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Nunito" panose="020B060402020202020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43BE2BB-EEF0-494E-9F3A-BF61CBBF2087}"/>
              </a:ext>
            </a:extLst>
          </p:cNvPr>
          <p:cNvGrpSpPr/>
          <p:nvPr/>
        </p:nvGrpSpPr>
        <p:grpSpPr>
          <a:xfrm rot="1447952">
            <a:off x="7965541" y="873092"/>
            <a:ext cx="1158287" cy="765214"/>
            <a:chOff x="6518491" y="1599754"/>
            <a:chExt cx="1158287" cy="765214"/>
          </a:xfrm>
        </p:grpSpPr>
        <p:sp>
          <p:nvSpPr>
            <p:cNvPr id="4" name="Google Shape;417;p33">
              <a:extLst>
                <a:ext uri="{FF2B5EF4-FFF2-40B4-BE49-F238E27FC236}">
                  <a16:creationId xmlns:a16="http://schemas.microsoft.com/office/drawing/2014/main" id="{01DAF2A5-5940-4EEC-9C6C-C815D26A15C7}"/>
                </a:ext>
              </a:extLst>
            </p:cNvPr>
            <p:cNvSpPr/>
            <p:nvPr/>
          </p:nvSpPr>
          <p:spPr>
            <a:xfrm>
              <a:off x="6518491" y="1599754"/>
              <a:ext cx="728908" cy="614944"/>
            </a:xfrm>
            <a:custGeom>
              <a:avLst/>
              <a:gdLst/>
              <a:ahLst/>
              <a:cxnLst/>
              <a:rect l="l" t="t" r="r" b="b"/>
              <a:pathLst>
                <a:path w="13828" h="11666" extrusionOk="0">
                  <a:moveTo>
                    <a:pt x="11902" y="622"/>
                  </a:moveTo>
                  <a:cubicBezTo>
                    <a:pt x="11993" y="622"/>
                    <a:pt x="12084" y="623"/>
                    <a:pt x="12176" y="626"/>
                  </a:cubicBezTo>
                  <a:cubicBezTo>
                    <a:pt x="11748" y="854"/>
                    <a:pt x="11336" y="1117"/>
                    <a:pt x="10943" y="1400"/>
                  </a:cubicBezTo>
                  <a:cubicBezTo>
                    <a:pt x="10565" y="1156"/>
                    <a:pt x="10148" y="999"/>
                    <a:pt x="9708" y="944"/>
                  </a:cubicBezTo>
                  <a:cubicBezTo>
                    <a:pt x="10413" y="725"/>
                    <a:pt x="11153" y="622"/>
                    <a:pt x="11902" y="622"/>
                  </a:cubicBezTo>
                  <a:close/>
                  <a:moveTo>
                    <a:pt x="9181" y="1132"/>
                  </a:moveTo>
                  <a:cubicBezTo>
                    <a:pt x="9191" y="1137"/>
                    <a:pt x="9204" y="1138"/>
                    <a:pt x="9215" y="1138"/>
                  </a:cubicBezTo>
                  <a:cubicBezTo>
                    <a:pt x="9219" y="1138"/>
                    <a:pt x="9223" y="1138"/>
                    <a:pt x="9227" y="1138"/>
                  </a:cubicBezTo>
                  <a:cubicBezTo>
                    <a:pt x="9787" y="1138"/>
                    <a:pt x="10315" y="1253"/>
                    <a:pt x="10812" y="1497"/>
                  </a:cubicBezTo>
                  <a:cubicBezTo>
                    <a:pt x="10488" y="1739"/>
                    <a:pt x="10174" y="1996"/>
                    <a:pt x="9880" y="2259"/>
                  </a:cubicBezTo>
                  <a:cubicBezTo>
                    <a:pt x="9845" y="2290"/>
                    <a:pt x="9811" y="2323"/>
                    <a:pt x="9777" y="2356"/>
                  </a:cubicBezTo>
                  <a:cubicBezTo>
                    <a:pt x="9795" y="2326"/>
                    <a:pt x="9795" y="2287"/>
                    <a:pt x="9762" y="2266"/>
                  </a:cubicBezTo>
                  <a:cubicBezTo>
                    <a:pt x="9330" y="1986"/>
                    <a:pt x="8732" y="1780"/>
                    <a:pt x="8170" y="1780"/>
                  </a:cubicBezTo>
                  <a:cubicBezTo>
                    <a:pt x="8094" y="1780"/>
                    <a:pt x="8019" y="1784"/>
                    <a:pt x="7945" y="1791"/>
                  </a:cubicBezTo>
                  <a:cubicBezTo>
                    <a:pt x="8337" y="1525"/>
                    <a:pt x="8749" y="1305"/>
                    <a:pt x="9181" y="1132"/>
                  </a:cubicBezTo>
                  <a:close/>
                  <a:moveTo>
                    <a:pt x="8294" y="2015"/>
                  </a:moveTo>
                  <a:cubicBezTo>
                    <a:pt x="8380" y="2015"/>
                    <a:pt x="8467" y="2019"/>
                    <a:pt x="8554" y="2030"/>
                  </a:cubicBezTo>
                  <a:cubicBezTo>
                    <a:pt x="8963" y="2079"/>
                    <a:pt x="9335" y="2210"/>
                    <a:pt x="9706" y="2382"/>
                  </a:cubicBezTo>
                  <a:cubicBezTo>
                    <a:pt x="9714" y="2386"/>
                    <a:pt x="9721" y="2388"/>
                    <a:pt x="9728" y="2388"/>
                  </a:cubicBezTo>
                  <a:cubicBezTo>
                    <a:pt x="9736" y="2388"/>
                    <a:pt x="9744" y="2385"/>
                    <a:pt x="9752" y="2382"/>
                  </a:cubicBezTo>
                  <a:lnTo>
                    <a:pt x="9752" y="2382"/>
                  </a:lnTo>
                  <a:cubicBezTo>
                    <a:pt x="9557" y="2562"/>
                    <a:pt x="9371" y="2750"/>
                    <a:pt x="9196" y="2942"/>
                  </a:cubicBezTo>
                  <a:cubicBezTo>
                    <a:pt x="9191" y="2914"/>
                    <a:pt x="9176" y="2889"/>
                    <a:pt x="9148" y="2875"/>
                  </a:cubicBezTo>
                  <a:cubicBezTo>
                    <a:pt x="8661" y="2622"/>
                    <a:pt x="8130" y="2482"/>
                    <a:pt x="7595" y="2482"/>
                  </a:cubicBezTo>
                  <a:cubicBezTo>
                    <a:pt x="7411" y="2482"/>
                    <a:pt x="7227" y="2498"/>
                    <a:pt x="7044" y="2533"/>
                  </a:cubicBezTo>
                  <a:cubicBezTo>
                    <a:pt x="7212" y="2366"/>
                    <a:pt x="7397" y="2209"/>
                    <a:pt x="7589" y="2056"/>
                  </a:cubicBezTo>
                  <a:cubicBezTo>
                    <a:pt x="7826" y="2047"/>
                    <a:pt x="8058" y="2015"/>
                    <a:pt x="8294" y="2015"/>
                  </a:cubicBezTo>
                  <a:close/>
                  <a:moveTo>
                    <a:pt x="12367" y="868"/>
                  </a:moveTo>
                  <a:cubicBezTo>
                    <a:pt x="12076" y="1395"/>
                    <a:pt x="11953" y="1991"/>
                    <a:pt x="11856" y="2596"/>
                  </a:cubicBezTo>
                  <a:cubicBezTo>
                    <a:pt x="11835" y="2729"/>
                    <a:pt x="11812" y="2860"/>
                    <a:pt x="11793" y="2991"/>
                  </a:cubicBezTo>
                  <a:cubicBezTo>
                    <a:pt x="11636" y="2513"/>
                    <a:pt x="11334" y="2078"/>
                    <a:pt x="10968" y="1739"/>
                  </a:cubicBezTo>
                  <a:cubicBezTo>
                    <a:pt x="11415" y="1423"/>
                    <a:pt x="11883" y="1133"/>
                    <a:pt x="12367" y="868"/>
                  </a:cubicBezTo>
                  <a:close/>
                  <a:moveTo>
                    <a:pt x="7606" y="2726"/>
                  </a:moveTo>
                  <a:cubicBezTo>
                    <a:pt x="8095" y="2726"/>
                    <a:pt x="8574" y="2832"/>
                    <a:pt x="9045" y="3069"/>
                  </a:cubicBezTo>
                  <a:cubicBezTo>
                    <a:pt x="9053" y="3073"/>
                    <a:pt x="9061" y="3076"/>
                    <a:pt x="9070" y="3078"/>
                  </a:cubicBezTo>
                  <a:cubicBezTo>
                    <a:pt x="8873" y="3295"/>
                    <a:pt x="8688" y="3521"/>
                    <a:pt x="8510" y="3752"/>
                  </a:cubicBezTo>
                  <a:lnTo>
                    <a:pt x="8500" y="3742"/>
                  </a:lnTo>
                  <a:cubicBezTo>
                    <a:pt x="8081" y="3488"/>
                    <a:pt x="7623" y="3369"/>
                    <a:pt x="7162" y="3369"/>
                  </a:cubicBezTo>
                  <a:cubicBezTo>
                    <a:pt x="6817" y="3369"/>
                    <a:pt x="6471" y="3435"/>
                    <a:pt x="6137" y="3562"/>
                  </a:cubicBezTo>
                  <a:cubicBezTo>
                    <a:pt x="6329" y="3307"/>
                    <a:pt x="6536" y="3061"/>
                    <a:pt x="6754" y="2826"/>
                  </a:cubicBezTo>
                  <a:cubicBezTo>
                    <a:pt x="7042" y="2761"/>
                    <a:pt x="7326" y="2726"/>
                    <a:pt x="7606" y="2726"/>
                  </a:cubicBezTo>
                  <a:close/>
                  <a:moveTo>
                    <a:pt x="7086" y="3587"/>
                  </a:moveTo>
                  <a:cubicBezTo>
                    <a:pt x="7532" y="3587"/>
                    <a:pt x="7976" y="3699"/>
                    <a:pt x="8399" y="3899"/>
                  </a:cubicBezTo>
                  <a:cubicBezTo>
                    <a:pt x="8191" y="4177"/>
                    <a:pt x="7990" y="4464"/>
                    <a:pt x="7800" y="4758"/>
                  </a:cubicBezTo>
                  <a:cubicBezTo>
                    <a:pt x="7790" y="4748"/>
                    <a:pt x="7780" y="4740"/>
                    <a:pt x="7765" y="4734"/>
                  </a:cubicBezTo>
                  <a:cubicBezTo>
                    <a:pt x="7219" y="4528"/>
                    <a:pt x="6648" y="4435"/>
                    <a:pt x="6072" y="4435"/>
                  </a:cubicBezTo>
                  <a:cubicBezTo>
                    <a:pt x="5891" y="4435"/>
                    <a:pt x="5709" y="4444"/>
                    <a:pt x="5527" y="4462"/>
                  </a:cubicBezTo>
                  <a:cubicBezTo>
                    <a:pt x="5661" y="4241"/>
                    <a:pt x="5802" y="4027"/>
                    <a:pt x="5951" y="3817"/>
                  </a:cubicBezTo>
                  <a:cubicBezTo>
                    <a:pt x="5961" y="3820"/>
                    <a:pt x="5972" y="3823"/>
                    <a:pt x="5983" y="3823"/>
                  </a:cubicBezTo>
                  <a:cubicBezTo>
                    <a:pt x="5994" y="3823"/>
                    <a:pt x="6005" y="3820"/>
                    <a:pt x="6018" y="3816"/>
                  </a:cubicBezTo>
                  <a:cubicBezTo>
                    <a:pt x="6368" y="3659"/>
                    <a:pt x="6728" y="3587"/>
                    <a:pt x="7086" y="3587"/>
                  </a:cubicBezTo>
                  <a:close/>
                  <a:moveTo>
                    <a:pt x="10762" y="1893"/>
                  </a:moveTo>
                  <a:cubicBezTo>
                    <a:pt x="11246" y="2333"/>
                    <a:pt x="11523" y="2855"/>
                    <a:pt x="11712" y="3456"/>
                  </a:cubicBezTo>
                  <a:cubicBezTo>
                    <a:pt x="11622" y="3932"/>
                    <a:pt x="11511" y="4405"/>
                    <a:pt x="11349" y="4871"/>
                  </a:cubicBezTo>
                  <a:cubicBezTo>
                    <a:pt x="11334" y="4905"/>
                    <a:pt x="11320" y="4941"/>
                    <a:pt x="11308" y="4977"/>
                  </a:cubicBezTo>
                  <a:cubicBezTo>
                    <a:pt x="11112" y="4046"/>
                    <a:pt x="10711" y="3145"/>
                    <a:pt x="10148" y="2382"/>
                  </a:cubicBezTo>
                  <a:cubicBezTo>
                    <a:pt x="10346" y="2210"/>
                    <a:pt x="10551" y="2048"/>
                    <a:pt x="10762" y="1893"/>
                  </a:cubicBezTo>
                  <a:close/>
                  <a:moveTo>
                    <a:pt x="6023" y="4652"/>
                  </a:moveTo>
                  <a:cubicBezTo>
                    <a:pt x="6592" y="4652"/>
                    <a:pt x="7146" y="4734"/>
                    <a:pt x="7711" y="4884"/>
                  </a:cubicBezTo>
                  <a:lnTo>
                    <a:pt x="7716" y="4884"/>
                  </a:lnTo>
                  <a:cubicBezTo>
                    <a:pt x="7638" y="5007"/>
                    <a:pt x="7561" y="5130"/>
                    <a:pt x="7486" y="5254"/>
                  </a:cubicBezTo>
                  <a:cubicBezTo>
                    <a:pt x="7489" y="5220"/>
                    <a:pt x="7472" y="5184"/>
                    <a:pt x="7430" y="5167"/>
                  </a:cubicBezTo>
                  <a:cubicBezTo>
                    <a:pt x="7004" y="5014"/>
                    <a:pt x="6566" y="4941"/>
                    <a:pt x="6125" y="4941"/>
                  </a:cubicBezTo>
                  <a:cubicBezTo>
                    <a:pt x="5814" y="4941"/>
                    <a:pt x="5500" y="4978"/>
                    <a:pt x="5190" y="5048"/>
                  </a:cubicBezTo>
                  <a:cubicBezTo>
                    <a:pt x="5257" y="4927"/>
                    <a:pt x="5325" y="4806"/>
                    <a:pt x="5394" y="4684"/>
                  </a:cubicBezTo>
                  <a:lnTo>
                    <a:pt x="5399" y="4684"/>
                  </a:lnTo>
                  <a:cubicBezTo>
                    <a:pt x="5610" y="4662"/>
                    <a:pt x="5817" y="4652"/>
                    <a:pt x="6023" y="4652"/>
                  </a:cubicBezTo>
                  <a:close/>
                  <a:moveTo>
                    <a:pt x="6110" y="5154"/>
                  </a:moveTo>
                  <a:cubicBezTo>
                    <a:pt x="6531" y="5154"/>
                    <a:pt x="6950" y="5217"/>
                    <a:pt x="7374" y="5334"/>
                  </a:cubicBezTo>
                  <a:cubicBezTo>
                    <a:pt x="7383" y="5336"/>
                    <a:pt x="7391" y="5337"/>
                    <a:pt x="7398" y="5337"/>
                  </a:cubicBezTo>
                  <a:cubicBezTo>
                    <a:pt x="7415" y="5337"/>
                    <a:pt x="7431" y="5333"/>
                    <a:pt x="7443" y="5326"/>
                  </a:cubicBezTo>
                  <a:lnTo>
                    <a:pt x="7443" y="5326"/>
                  </a:lnTo>
                  <a:cubicBezTo>
                    <a:pt x="7271" y="5607"/>
                    <a:pt x="7106" y="5894"/>
                    <a:pt x="6942" y="6182"/>
                  </a:cubicBezTo>
                  <a:cubicBezTo>
                    <a:pt x="6916" y="6229"/>
                    <a:pt x="6887" y="6278"/>
                    <a:pt x="6860" y="6327"/>
                  </a:cubicBezTo>
                  <a:cubicBezTo>
                    <a:pt x="6457" y="6131"/>
                    <a:pt x="5990" y="6017"/>
                    <a:pt x="5529" y="6017"/>
                  </a:cubicBezTo>
                  <a:cubicBezTo>
                    <a:pt x="5222" y="6017"/>
                    <a:pt x="4917" y="6067"/>
                    <a:pt x="4635" y="6179"/>
                  </a:cubicBezTo>
                  <a:cubicBezTo>
                    <a:pt x="4664" y="6108"/>
                    <a:pt x="4695" y="6038"/>
                    <a:pt x="4728" y="5969"/>
                  </a:cubicBezTo>
                  <a:cubicBezTo>
                    <a:pt x="4836" y="5737"/>
                    <a:pt x="4951" y="5506"/>
                    <a:pt x="5072" y="5277"/>
                  </a:cubicBezTo>
                  <a:cubicBezTo>
                    <a:pt x="5076" y="5277"/>
                    <a:pt x="5080" y="5278"/>
                    <a:pt x="5085" y="5278"/>
                  </a:cubicBezTo>
                  <a:cubicBezTo>
                    <a:pt x="5093" y="5278"/>
                    <a:pt x="5101" y="5277"/>
                    <a:pt x="5109" y="5274"/>
                  </a:cubicBezTo>
                  <a:cubicBezTo>
                    <a:pt x="5446" y="5193"/>
                    <a:pt x="5779" y="5154"/>
                    <a:pt x="6110" y="5154"/>
                  </a:cubicBezTo>
                  <a:close/>
                  <a:moveTo>
                    <a:pt x="5512" y="6265"/>
                  </a:moveTo>
                  <a:cubicBezTo>
                    <a:pt x="5932" y="6265"/>
                    <a:pt x="6337" y="6325"/>
                    <a:pt x="6775" y="6476"/>
                  </a:cubicBezTo>
                  <a:cubicBezTo>
                    <a:pt x="6581" y="6820"/>
                    <a:pt x="6383" y="7172"/>
                    <a:pt x="6170" y="7520"/>
                  </a:cubicBezTo>
                  <a:cubicBezTo>
                    <a:pt x="5751" y="7293"/>
                    <a:pt x="5247" y="7143"/>
                    <a:pt x="4754" y="7143"/>
                  </a:cubicBezTo>
                  <a:cubicBezTo>
                    <a:pt x="4577" y="7143"/>
                    <a:pt x="4401" y="7162"/>
                    <a:pt x="4231" y="7205"/>
                  </a:cubicBezTo>
                  <a:cubicBezTo>
                    <a:pt x="4349" y="6894"/>
                    <a:pt x="4461" y="6589"/>
                    <a:pt x="4581" y="6303"/>
                  </a:cubicBezTo>
                  <a:cubicBezTo>
                    <a:pt x="4596" y="6322"/>
                    <a:pt x="4618" y="6335"/>
                    <a:pt x="4643" y="6335"/>
                  </a:cubicBezTo>
                  <a:cubicBezTo>
                    <a:pt x="4646" y="6335"/>
                    <a:pt x="4648" y="6334"/>
                    <a:pt x="4651" y="6334"/>
                  </a:cubicBezTo>
                  <a:cubicBezTo>
                    <a:pt x="4954" y="6291"/>
                    <a:pt x="5237" y="6265"/>
                    <a:pt x="5512" y="6265"/>
                  </a:cubicBezTo>
                  <a:close/>
                  <a:moveTo>
                    <a:pt x="9975" y="2533"/>
                  </a:moveTo>
                  <a:cubicBezTo>
                    <a:pt x="10501" y="3392"/>
                    <a:pt x="10911" y="4262"/>
                    <a:pt x="11218" y="5216"/>
                  </a:cubicBezTo>
                  <a:cubicBezTo>
                    <a:pt x="11104" y="5508"/>
                    <a:pt x="10976" y="5792"/>
                    <a:pt x="10837" y="6071"/>
                  </a:cubicBezTo>
                  <a:cubicBezTo>
                    <a:pt x="10696" y="4999"/>
                    <a:pt x="10156" y="4022"/>
                    <a:pt x="9317" y="3315"/>
                  </a:cubicBezTo>
                  <a:cubicBezTo>
                    <a:pt x="9298" y="3299"/>
                    <a:pt x="9280" y="3292"/>
                    <a:pt x="9262" y="3292"/>
                  </a:cubicBezTo>
                  <a:cubicBezTo>
                    <a:pt x="9188" y="3292"/>
                    <a:pt x="9133" y="3409"/>
                    <a:pt x="9207" y="3475"/>
                  </a:cubicBezTo>
                  <a:cubicBezTo>
                    <a:pt x="10058" y="4220"/>
                    <a:pt x="10572" y="5239"/>
                    <a:pt x="10695" y="6345"/>
                  </a:cubicBezTo>
                  <a:cubicBezTo>
                    <a:pt x="10475" y="6753"/>
                    <a:pt x="10230" y="7146"/>
                    <a:pt x="9958" y="7520"/>
                  </a:cubicBezTo>
                  <a:cubicBezTo>
                    <a:pt x="9994" y="6375"/>
                    <a:pt x="9269" y="5048"/>
                    <a:pt x="8458" y="4374"/>
                  </a:cubicBezTo>
                  <a:cubicBezTo>
                    <a:pt x="8445" y="4362"/>
                    <a:pt x="8430" y="4358"/>
                    <a:pt x="8416" y="4358"/>
                  </a:cubicBezTo>
                  <a:cubicBezTo>
                    <a:pt x="8405" y="4358"/>
                    <a:pt x="8394" y="4360"/>
                    <a:pt x="8384" y="4365"/>
                  </a:cubicBezTo>
                  <a:cubicBezTo>
                    <a:pt x="8636" y="3997"/>
                    <a:pt x="8906" y="3639"/>
                    <a:pt x="9209" y="3302"/>
                  </a:cubicBezTo>
                  <a:cubicBezTo>
                    <a:pt x="9454" y="3028"/>
                    <a:pt x="9709" y="2773"/>
                    <a:pt x="9975" y="2533"/>
                  </a:cubicBezTo>
                  <a:close/>
                  <a:moveTo>
                    <a:pt x="8330" y="4442"/>
                  </a:moveTo>
                  <a:lnTo>
                    <a:pt x="8330" y="4442"/>
                  </a:lnTo>
                  <a:cubicBezTo>
                    <a:pt x="8328" y="4460"/>
                    <a:pt x="8333" y="4478"/>
                    <a:pt x="8348" y="4495"/>
                  </a:cubicBezTo>
                  <a:cubicBezTo>
                    <a:pt x="8782" y="4992"/>
                    <a:pt x="9160" y="5499"/>
                    <a:pt x="9412" y="6115"/>
                  </a:cubicBezTo>
                  <a:cubicBezTo>
                    <a:pt x="9641" y="6671"/>
                    <a:pt x="9665" y="7216"/>
                    <a:pt x="9754" y="7786"/>
                  </a:cubicBezTo>
                  <a:cubicBezTo>
                    <a:pt x="9608" y="7980"/>
                    <a:pt x="9454" y="8165"/>
                    <a:pt x="9294" y="8342"/>
                  </a:cubicBezTo>
                  <a:cubicBezTo>
                    <a:pt x="9313" y="7154"/>
                    <a:pt x="8939" y="5745"/>
                    <a:pt x="8107" y="4946"/>
                  </a:cubicBezTo>
                  <a:cubicBezTo>
                    <a:pt x="8088" y="4929"/>
                    <a:pt x="8066" y="4923"/>
                    <a:pt x="8045" y="4923"/>
                  </a:cubicBezTo>
                  <a:cubicBezTo>
                    <a:pt x="8036" y="4923"/>
                    <a:pt x="8026" y="4924"/>
                    <a:pt x="8017" y="4927"/>
                  </a:cubicBezTo>
                  <a:cubicBezTo>
                    <a:pt x="8119" y="4763"/>
                    <a:pt x="8224" y="4601"/>
                    <a:pt x="8330" y="4442"/>
                  </a:cubicBezTo>
                  <a:close/>
                  <a:moveTo>
                    <a:pt x="4654" y="7393"/>
                  </a:moveTo>
                  <a:cubicBezTo>
                    <a:pt x="5138" y="7393"/>
                    <a:pt x="5588" y="7461"/>
                    <a:pt x="6067" y="7687"/>
                  </a:cubicBezTo>
                  <a:cubicBezTo>
                    <a:pt x="5887" y="7974"/>
                    <a:pt x="5697" y="8255"/>
                    <a:pt x="5494" y="8522"/>
                  </a:cubicBezTo>
                  <a:cubicBezTo>
                    <a:pt x="5486" y="8519"/>
                    <a:pt x="5478" y="8512"/>
                    <a:pt x="5469" y="8509"/>
                  </a:cubicBezTo>
                  <a:cubicBezTo>
                    <a:pt x="5110" y="8359"/>
                    <a:pt x="4734" y="8293"/>
                    <a:pt x="4355" y="8293"/>
                  </a:cubicBezTo>
                  <a:cubicBezTo>
                    <a:pt x="4148" y="8293"/>
                    <a:pt x="3940" y="8313"/>
                    <a:pt x="3733" y="8348"/>
                  </a:cubicBezTo>
                  <a:cubicBezTo>
                    <a:pt x="3889" y="8047"/>
                    <a:pt x="4025" y="7732"/>
                    <a:pt x="4151" y="7412"/>
                  </a:cubicBezTo>
                  <a:cubicBezTo>
                    <a:pt x="4324" y="7400"/>
                    <a:pt x="4491" y="7393"/>
                    <a:pt x="4654" y="7393"/>
                  </a:cubicBezTo>
                  <a:close/>
                  <a:moveTo>
                    <a:pt x="4223" y="8516"/>
                  </a:moveTo>
                  <a:cubicBezTo>
                    <a:pt x="4608" y="8516"/>
                    <a:pt x="4987" y="8579"/>
                    <a:pt x="5371" y="8682"/>
                  </a:cubicBezTo>
                  <a:cubicBezTo>
                    <a:pt x="5286" y="8790"/>
                    <a:pt x="5196" y="8895"/>
                    <a:pt x="5106" y="8996"/>
                  </a:cubicBezTo>
                  <a:cubicBezTo>
                    <a:pt x="4769" y="8865"/>
                    <a:pt x="4416" y="8805"/>
                    <a:pt x="4059" y="8805"/>
                  </a:cubicBezTo>
                  <a:cubicBezTo>
                    <a:pt x="3848" y="8805"/>
                    <a:pt x="3635" y="8826"/>
                    <a:pt x="3424" y="8866"/>
                  </a:cubicBezTo>
                  <a:cubicBezTo>
                    <a:pt x="3489" y="8772"/>
                    <a:pt x="3552" y="8672"/>
                    <a:pt x="3610" y="8571"/>
                  </a:cubicBezTo>
                  <a:cubicBezTo>
                    <a:pt x="3818" y="8533"/>
                    <a:pt x="4021" y="8516"/>
                    <a:pt x="4223" y="8516"/>
                  </a:cubicBezTo>
                  <a:close/>
                  <a:moveTo>
                    <a:pt x="7962" y="5015"/>
                  </a:moveTo>
                  <a:cubicBezTo>
                    <a:pt x="7963" y="5023"/>
                    <a:pt x="7963" y="5031"/>
                    <a:pt x="7968" y="5040"/>
                  </a:cubicBezTo>
                  <a:cubicBezTo>
                    <a:pt x="8271" y="5650"/>
                    <a:pt x="8643" y="6187"/>
                    <a:pt x="8844" y="6851"/>
                  </a:cubicBezTo>
                  <a:cubicBezTo>
                    <a:pt x="9011" y="7406"/>
                    <a:pt x="9083" y="7970"/>
                    <a:pt x="9106" y="8543"/>
                  </a:cubicBezTo>
                  <a:cubicBezTo>
                    <a:pt x="9048" y="8609"/>
                    <a:pt x="8988" y="8669"/>
                    <a:pt x="8927" y="8731"/>
                  </a:cubicBezTo>
                  <a:cubicBezTo>
                    <a:pt x="8726" y="8934"/>
                    <a:pt x="8513" y="9126"/>
                    <a:pt x="8296" y="9314"/>
                  </a:cubicBezTo>
                  <a:cubicBezTo>
                    <a:pt x="8355" y="8301"/>
                    <a:pt x="7978" y="7324"/>
                    <a:pt x="7266" y="6583"/>
                  </a:cubicBezTo>
                  <a:cubicBezTo>
                    <a:pt x="7244" y="6560"/>
                    <a:pt x="7218" y="6550"/>
                    <a:pt x="7192" y="6550"/>
                  </a:cubicBezTo>
                  <a:cubicBezTo>
                    <a:pt x="7113" y="6550"/>
                    <a:pt x="7041" y="6643"/>
                    <a:pt x="7109" y="6720"/>
                  </a:cubicBezTo>
                  <a:cubicBezTo>
                    <a:pt x="7782" y="7489"/>
                    <a:pt x="8119" y="8448"/>
                    <a:pt x="8119" y="9460"/>
                  </a:cubicBezTo>
                  <a:cubicBezTo>
                    <a:pt x="7703" y="9798"/>
                    <a:pt x="7258" y="10108"/>
                    <a:pt x="6792" y="10376"/>
                  </a:cubicBezTo>
                  <a:cubicBezTo>
                    <a:pt x="7171" y="9430"/>
                    <a:pt x="7078" y="8334"/>
                    <a:pt x="6554" y="7457"/>
                  </a:cubicBezTo>
                  <a:cubicBezTo>
                    <a:pt x="7036" y="6648"/>
                    <a:pt x="7471" y="5814"/>
                    <a:pt x="7962" y="5015"/>
                  </a:cubicBezTo>
                  <a:close/>
                  <a:moveTo>
                    <a:pt x="4077" y="8984"/>
                  </a:moveTo>
                  <a:cubicBezTo>
                    <a:pt x="4388" y="8984"/>
                    <a:pt x="4694" y="9029"/>
                    <a:pt x="5003" y="9108"/>
                  </a:cubicBezTo>
                  <a:cubicBezTo>
                    <a:pt x="4599" y="9540"/>
                    <a:pt x="4141" y="9910"/>
                    <a:pt x="3601" y="10171"/>
                  </a:cubicBezTo>
                  <a:cubicBezTo>
                    <a:pt x="3388" y="10273"/>
                    <a:pt x="3159" y="10358"/>
                    <a:pt x="2918" y="10415"/>
                  </a:cubicBezTo>
                  <a:cubicBezTo>
                    <a:pt x="2938" y="10399"/>
                    <a:pt x="2949" y="10376"/>
                    <a:pt x="2946" y="10345"/>
                  </a:cubicBezTo>
                  <a:cubicBezTo>
                    <a:pt x="2907" y="10075"/>
                    <a:pt x="2742" y="9854"/>
                    <a:pt x="2514" y="9731"/>
                  </a:cubicBezTo>
                  <a:cubicBezTo>
                    <a:pt x="2841" y="9545"/>
                    <a:pt x="3108" y="9289"/>
                    <a:pt x="3332" y="8993"/>
                  </a:cubicBezTo>
                  <a:cubicBezTo>
                    <a:pt x="3345" y="9027"/>
                    <a:pt x="3372" y="9052"/>
                    <a:pt x="3412" y="9052"/>
                  </a:cubicBezTo>
                  <a:cubicBezTo>
                    <a:pt x="3419" y="9052"/>
                    <a:pt x="3425" y="9052"/>
                    <a:pt x="3432" y="9050"/>
                  </a:cubicBezTo>
                  <a:cubicBezTo>
                    <a:pt x="3651" y="9005"/>
                    <a:pt x="3865" y="8984"/>
                    <a:pt x="4077" y="8984"/>
                  </a:cubicBezTo>
                  <a:close/>
                  <a:moveTo>
                    <a:pt x="328" y="9168"/>
                  </a:moveTo>
                  <a:lnTo>
                    <a:pt x="328" y="9168"/>
                  </a:lnTo>
                  <a:cubicBezTo>
                    <a:pt x="423" y="9419"/>
                    <a:pt x="611" y="9633"/>
                    <a:pt x="861" y="9787"/>
                  </a:cubicBezTo>
                  <a:cubicBezTo>
                    <a:pt x="958" y="9846"/>
                    <a:pt x="1059" y="9892"/>
                    <a:pt x="1164" y="9923"/>
                  </a:cubicBezTo>
                  <a:cubicBezTo>
                    <a:pt x="1231" y="9988"/>
                    <a:pt x="1310" y="10050"/>
                    <a:pt x="1369" y="10122"/>
                  </a:cubicBezTo>
                  <a:cubicBezTo>
                    <a:pt x="1449" y="10214"/>
                    <a:pt x="1509" y="10315"/>
                    <a:pt x="1557" y="10427"/>
                  </a:cubicBezTo>
                  <a:cubicBezTo>
                    <a:pt x="1334" y="10368"/>
                    <a:pt x="1120" y="10276"/>
                    <a:pt x="923" y="10142"/>
                  </a:cubicBezTo>
                  <a:cubicBezTo>
                    <a:pt x="593" y="9919"/>
                    <a:pt x="331" y="9564"/>
                    <a:pt x="328" y="9168"/>
                  </a:cubicBezTo>
                  <a:close/>
                  <a:moveTo>
                    <a:pt x="2306" y="9836"/>
                  </a:moveTo>
                  <a:cubicBezTo>
                    <a:pt x="2548" y="9913"/>
                    <a:pt x="2742" y="10124"/>
                    <a:pt x="2794" y="10376"/>
                  </a:cubicBezTo>
                  <a:cubicBezTo>
                    <a:pt x="2800" y="10409"/>
                    <a:pt x="2823" y="10425"/>
                    <a:pt x="2846" y="10430"/>
                  </a:cubicBezTo>
                  <a:cubicBezTo>
                    <a:pt x="2630" y="10478"/>
                    <a:pt x="2409" y="10505"/>
                    <a:pt x="2190" y="10505"/>
                  </a:cubicBezTo>
                  <a:cubicBezTo>
                    <a:pt x="2030" y="10505"/>
                    <a:pt x="1870" y="10491"/>
                    <a:pt x="1714" y="10461"/>
                  </a:cubicBezTo>
                  <a:lnTo>
                    <a:pt x="1714" y="10456"/>
                  </a:lnTo>
                  <a:cubicBezTo>
                    <a:pt x="1670" y="10309"/>
                    <a:pt x="1590" y="10129"/>
                    <a:pt x="1477" y="9983"/>
                  </a:cubicBezTo>
                  <a:lnTo>
                    <a:pt x="1477" y="9983"/>
                  </a:lnTo>
                  <a:cubicBezTo>
                    <a:pt x="1518" y="9987"/>
                    <a:pt x="1559" y="9988"/>
                    <a:pt x="1600" y="9988"/>
                  </a:cubicBezTo>
                  <a:cubicBezTo>
                    <a:pt x="1840" y="9988"/>
                    <a:pt x="2080" y="9932"/>
                    <a:pt x="2306" y="9836"/>
                  </a:cubicBezTo>
                  <a:close/>
                  <a:moveTo>
                    <a:pt x="6430" y="7666"/>
                  </a:moveTo>
                  <a:cubicBezTo>
                    <a:pt x="6833" y="8538"/>
                    <a:pt x="6906" y="9458"/>
                    <a:pt x="6661" y="10402"/>
                  </a:cubicBezTo>
                  <a:cubicBezTo>
                    <a:pt x="6656" y="10420"/>
                    <a:pt x="6659" y="10435"/>
                    <a:pt x="6664" y="10448"/>
                  </a:cubicBezTo>
                  <a:cubicBezTo>
                    <a:pt x="6489" y="10543"/>
                    <a:pt x="6311" y="10638"/>
                    <a:pt x="6129" y="10721"/>
                  </a:cubicBezTo>
                  <a:cubicBezTo>
                    <a:pt x="6365" y="9954"/>
                    <a:pt x="6317" y="9126"/>
                    <a:pt x="5952" y="8396"/>
                  </a:cubicBezTo>
                  <a:cubicBezTo>
                    <a:pt x="6100" y="8185"/>
                    <a:pt x="6242" y="7972"/>
                    <a:pt x="6373" y="7759"/>
                  </a:cubicBezTo>
                  <a:cubicBezTo>
                    <a:pt x="6391" y="7728"/>
                    <a:pt x="6409" y="7699"/>
                    <a:pt x="6430" y="7666"/>
                  </a:cubicBezTo>
                  <a:close/>
                  <a:moveTo>
                    <a:pt x="1040" y="10571"/>
                  </a:moveTo>
                  <a:lnTo>
                    <a:pt x="1040" y="10571"/>
                  </a:lnTo>
                  <a:cubicBezTo>
                    <a:pt x="1311" y="10685"/>
                    <a:pt x="1614" y="10754"/>
                    <a:pt x="1915" y="10783"/>
                  </a:cubicBezTo>
                  <a:cubicBezTo>
                    <a:pt x="1905" y="10792"/>
                    <a:pt x="1894" y="10801"/>
                    <a:pt x="1882" y="10810"/>
                  </a:cubicBezTo>
                  <a:cubicBezTo>
                    <a:pt x="1815" y="10867"/>
                    <a:pt x="1750" y="10927"/>
                    <a:pt x="1681" y="10988"/>
                  </a:cubicBezTo>
                  <a:cubicBezTo>
                    <a:pt x="1450" y="10870"/>
                    <a:pt x="1238" y="10731"/>
                    <a:pt x="1040" y="10571"/>
                  </a:cubicBezTo>
                  <a:close/>
                  <a:moveTo>
                    <a:pt x="5811" y="8600"/>
                  </a:moveTo>
                  <a:cubicBezTo>
                    <a:pt x="6064" y="9338"/>
                    <a:pt x="6100" y="10081"/>
                    <a:pt x="5883" y="10834"/>
                  </a:cubicBezTo>
                  <a:cubicBezTo>
                    <a:pt x="5532" y="10981"/>
                    <a:pt x="5173" y="11106"/>
                    <a:pt x="4807" y="11201"/>
                  </a:cubicBezTo>
                  <a:cubicBezTo>
                    <a:pt x="4731" y="11220"/>
                    <a:pt x="4655" y="11237"/>
                    <a:pt x="4578" y="11255"/>
                  </a:cubicBezTo>
                  <a:cubicBezTo>
                    <a:pt x="4774" y="10810"/>
                    <a:pt x="4869" y="10302"/>
                    <a:pt x="4758" y="9829"/>
                  </a:cubicBezTo>
                  <a:cubicBezTo>
                    <a:pt x="4754" y="9811"/>
                    <a:pt x="4745" y="9798"/>
                    <a:pt x="4731" y="9790"/>
                  </a:cubicBezTo>
                  <a:cubicBezTo>
                    <a:pt x="5134" y="9443"/>
                    <a:pt x="5492" y="9032"/>
                    <a:pt x="5811" y="8600"/>
                  </a:cubicBezTo>
                  <a:close/>
                  <a:moveTo>
                    <a:pt x="3519" y="10551"/>
                  </a:moveTo>
                  <a:cubicBezTo>
                    <a:pt x="3489" y="10693"/>
                    <a:pt x="3468" y="10836"/>
                    <a:pt x="3406" y="10973"/>
                  </a:cubicBezTo>
                  <a:cubicBezTo>
                    <a:pt x="3337" y="11124"/>
                    <a:pt x="3236" y="11258"/>
                    <a:pt x="3118" y="11373"/>
                  </a:cubicBezTo>
                  <a:cubicBezTo>
                    <a:pt x="2797" y="11348"/>
                    <a:pt x="2478" y="11291"/>
                    <a:pt x="2169" y="11189"/>
                  </a:cubicBezTo>
                  <a:cubicBezTo>
                    <a:pt x="2061" y="11155"/>
                    <a:pt x="1956" y="11114"/>
                    <a:pt x="1853" y="11070"/>
                  </a:cubicBezTo>
                  <a:cubicBezTo>
                    <a:pt x="1899" y="11031"/>
                    <a:pt x="1940" y="10990"/>
                    <a:pt x="1979" y="10959"/>
                  </a:cubicBezTo>
                  <a:cubicBezTo>
                    <a:pt x="2041" y="10908"/>
                    <a:pt x="2112" y="10857"/>
                    <a:pt x="2177" y="10801"/>
                  </a:cubicBezTo>
                  <a:cubicBezTo>
                    <a:pt x="2208" y="10802"/>
                    <a:pt x="2240" y="10803"/>
                    <a:pt x="2271" y="10803"/>
                  </a:cubicBezTo>
                  <a:cubicBezTo>
                    <a:pt x="2549" y="10803"/>
                    <a:pt x="2817" y="10770"/>
                    <a:pt x="3048" y="10711"/>
                  </a:cubicBezTo>
                  <a:cubicBezTo>
                    <a:pt x="3211" y="10669"/>
                    <a:pt x="3367" y="10615"/>
                    <a:pt x="3519" y="10551"/>
                  </a:cubicBezTo>
                  <a:close/>
                  <a:moveTo>
                    <a:pt x="4633" y="9872"/>
                  </a:moveTo>
                  <a:lnTo>
                    <a:pt x="4633" y="9872"/>
                  </a:lnTo>
                  <a:cubicBezTo>
                    <a:pt x="4571" y="10366"/>
                    <a:pt x="4519" y="10829"/>
                    <a:pt x="4371" y="11299"/>
                  </a:cubicBezTo>
                  <a:cubicBezTo>
                    <a:pt x="4067" y="11352"/>
                    <a:pt x="3756" y="11384"/>
                    <a:pt x="3447" y="11384"/>
                  </a:cubicBezTo>
                  <a:cubicBezTo>
                    <a:pt x="3412" y="11384"/>
                    <a:pt x="3377" y="11383"/>
                    <a:pt x="3342" y="11382"/>
                  </a:cubicBezTo>
                  <a:cubicBezTo>
                    <a:pt x="3584" y="11140"/>
                    <a:pt x="3758" y="10793"/>
                    <a:pt x="3694" y="10474"/>
                  </a:cubicBezTo>
                  <a:cubicBezTo>
                    <a:pt x="4033" y="10317"/>
                    <a:pt x="4345" y="10109"/>
                    <a:pt x="4633" y="9872"/>
                  </a:cubicBezTo>
                  <a:close/>
                  <a:moveTo>
                    <a:pt x="13712" y="1"/>
                  </a:moveTo>
                  <a:cubicBezTo>
                    <a:pt x="13705" y="1"/>
                    <a:pt x="13697" y="2"/>
                    <a:pt x="13689" y="4"/>
                  </a:cubicBezTo>
                  <a:cubicBezTo>
                    <a:pt x="13346" y="103"/>
                    <a:pt x="13009" y="230"/>
                    <a:pt x="12678" y="379"/>
                  </a:cubicBezTo>
                  <a:cubicBezTo>
                    <a:pt x="12658" y="364"/>
                    <a:pt x="12635" y="355"/>
                    <a:pt x="12608" y="351"/>
                  </a:cubicBezTo>
                  <a:cubicBezTo>
                    <a:pt x="12316" y="313"/>
                    <a:pt x="12028" y="294"/>
                    <a:pt x="11742" y="294"/>
                  </a:cubicBezTo>
                  <a:cubicBezTo>
                    <a:pt x="9264" y="294"/>
                    <a:pt x="7031" y="1701"/>
                    <a:pt x="5630" y="3742"/>
                  </a:cubicBezTo>
                  <a:cubicBezTo>
                    <a:pt x="4844" y="4886"/>
                    <a:pt x="4286" y="6161"/>
                    <a:pt x="3771" y="7442"/>
                  </a:cubicBezTo>
                  <a:cubicBezTo>
                    <a:pt x="3462" y="8209"/>
                    <a:pt x="3113" y="9067"/>
                    <a:pt x="2347" y="9482"/>
                  </a:cubicBezTo>
                  <a:cubicBezTo>
                    <a:pt x="2126" y="9602"/>
                    <a:pt x="1879" y="9660"/>
                    <a:pt x="1638" y="9660"/>
                  </a:cubicBezTo>
                  <a:cubicBezTo>
                    <a:pt x="1069" y="9660"/>
                    <a:pt x="534" y="9335"/>
                    <a:pt x="454" y="8718"/>
                  </a:cubicBezTo>
                  <a:cubicBezTo>
                    <a:pt x="586" y="8512"/>
                    <a:pt x="813" y="8398"/>
                    <a:pt x="1034" y="8398"/>
                  </a:cubicBezTo>
                  <a:cubicBezTo>
                    <a:pt x="1263" y="8398"/>
                    <a:pt x="1485" y="8521"/>
                    <a:pt x="1588" y="8792"/>
                  </a:cubicBezTo>
                  <a:cubicBezTo>
                    <a:pt x="1605" y="8837"/>
                    <a:pt x="1644" y="8856"/>
                    <a:pt x="1685" y="8856"/>
                  </a:cubicBezTo>
                  <a:cubicBezTo>
                    <a:pt x="1756" y="8856"/>
                    <a:pt x="1832" y="8799"/>
                    <a:pt x="1809" y="8717"/>
                  </a:cubicBezTo>
                  <a:cubicBezTo>
                    <a:pt x="1699" y="8336"/>
                    <a:pt x="1354" y="8082"/>
                    <a:pt x="967" y="8082"/>
                  </a:cubicBezTo>
                  <a:cubicBezTo>
                    <a:pt x="903" y="8082"/>
                    <a:pt x="838" y="8089"/>
                    <a:pt x="773" y="8103"/>
                  </a:cubicBezTo>
                  <a:cubicBezTo>
                    <a:pt x="264" y="8216"/>
                    <a:pt x="1" y="8749"/>
                    <a:pt x="23" y="9237"/>
                  </a:cubicBezTo>
                  <a:cubicBezTo>
                    <a:pt x="30" y="9404"/>
                    <a:pt x="64" y="9556"/>
                    <a:pt x="117" y="9695"/>
                  </a:cubicBezTo>
                  <a:cubicBezTo>
                    <a:pt x="91" y="9716"/>
                    <a:pt x="74" y="9756"/>
                    <a:pt x="91" y="9795"/>
                  </a:cubicBezTo>
                  <a:cubicBezTo>
                    <a:pt x="519" y="10860"/>
                    <a:pt x="1737" y="11467"/>
                    <a:pt x="2822" y="11621"/>
                  </a:cubicBezTo>
                  <a:cubicBezTo>
                    <a:pt x="3035" y="11652"/>
                    <a:pt x="3250" y="11666"/>
                    <a:pt x="3464" y="11666"/>
                  </a:cubicBezTo>
                  <a:cubicBezTo>
                    <a:pt x="3746" y="11666"/>
                    <a:pt x="4027" y="11641"/>
                    <a:pt x="4306" y="11597"/>
                  </a:cubicBezTo>
                  <a:cubicBezTo>
                    <a:pt x="4320" y="11613"/>
                    <a:pt x="4340" y="11623"/>
                    <a:pt x="4361" y="11623"/>
                  </a:cubicBezTo>
                  <a:cubicBezTo>
                    <a:pt x="4380" y="11623"/>
                    <a:pt x="4399" y="11614"/>
                    <a:pt x="4411" y="11593"/>
                  </a:cubicBezTo>
                  <a:cubicBezTo>
                    <a:pt x="4412" y="11589"/>
                    <a:pt x="4417" y="11582"/>
                    <a:pt x="4419" y="11579"/>
                  </a:cubicBezTo>
                  <a:cubicBezTo>
                    <a:pt x="5280" y="11425"/>
                    <a:pt x="6119" y="11083"/>
                    <a:pt x="6872" y="10666"/>
                  </a:cubicBezTo>
                  <a:cubicBezTo>
                    <a:pt x="7716" y="10199"/>
                    <a:pt x="8487" y="9607"/>
                    <a:pt x="9168" y="8923"/>
                  </a:cubicBezTo>
                  <a:cubicBezTo>
                    <a:pt x="9177" y="8926"/>
                    <a:pt x="9186" y="8928"/>
                    <a:pt x="9196" y="8928"/>
                  </a:cubicBezTo>
                  <a:cubicBezTo>
                    <a:pt x="9228" y="8928"/>
                    <a:pt x="9259" y="8908"/>
                    <a:pt x="9264" y="8864"/>
                  </a:cubicBezTo>
                  <a:cubicBezTo>
                    <a:pt x="9266" y="8849"/>
                    <a:pt x="9266" y="8833"/>
                    <a:pt x="9269" y="8820"/>
                  </a:cubicBezTo>
                  <a:cubicBezTo>
                    <a:pt x="9858" y="8208"/>
                    <a:pt x="10375" y="7527"/>
                    <a:pt x="10803" y="6792"/>
                  </a:cubicBezTo>
                  <a:cubicBezTo>
                    <a:pt x="10805" y="6792"/>
                    <a:pt x="10808" y="6793"/>
                    <a:pt x="10810" y="6793"/>
                  </a:cubicBezTo>
                  <a:cubicBezTo>
                    <a:pt x="10846" y="6793"/>
                    <a:pt x="10878" y="6771"/>
                    <a:pt x="10881" y="6722"/>
                  </a:cubicBezTo>
                  <a:lnTo>
                    <a:pt x="10881" y="6656"/>
                  </a:lnTo>
                  <a:cubicBezTo>
                    <a:pt x="11148" y="6180"/>
                    <a:pt x="11380" y="5683"/>
                    <a:pt x="11570" y="5172"/>
                  </a:cubicBezTo>
                  <a:cubicBezTo>
                    <a:pt x="11811" y="4521"/>
                    <a:pt x="11974" y="3850"/>
                    <a:pt x="12084" y="3166"/>
                  </a:cubicBezTo>
                  <a:cubicBezTo>
                    <a:pt x="12223" y="2284"/>
                    <a:pt x="12313" y="1387"/>
                    <a:pt x="12850" y="643"/>
                  </a:cubicBezTo>
                  <a:cubicBezTo>
                    <a:pt x="12861" y="629"/>
                    <a:pt x="12866" y="615"/>
                    <a:pt x="12871" y="602"/>
                  </a:cubicBezTo>
                  <a:cubicBezTo>
                    <a:pt x="13159" y="454"/>
                    <a:pt x="13452" y="312"/>
                    <a:pt x="13750" y="171"/>
                  </a:cubicBezTo>
                  <a:cubicBezTo>
                    <a:pt x="13828" y="134"/>
                    <a:pt x="13794" y="1"/>
                    <a:pt x="13712" y="1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417;p33">
              <a:extLst>
                <a:ext uri="{FF2B5EF4-FFF2-40B4-BE49-F238E27FC236}">
                  <a16:creationId xmlns:a16="http://schemas.microsoft.com/office/drawing/2014/main" id="{59944E90-27D8-41F3-B218-A438FE6469EF}"/>
                </a:ext>
              </a:extLst>
            </p:cNvPr>
            <p:cNvSpPr/>
            <p:nvPr/>
          </p:nvSpPr>
          <p:spPr>
            <a:xfrm rot="19571255">
              <a:off x="6749858" y="1698797"/>
              <a:ext cx="728908" cy="614944"/>
            </a:xfrm>
            <a:custGeom>
              <a:avLst/>
              <a:gdLst/>
              <a:ahLst/>
              <a:cxnLst/>
              <a:rect l="l" t="t" r="r" b="b"/>
              <a:pathLst>
                <a:path w="13828" h="11666" extrusionOk="0">
                  <a:moveTo>
                    <a:pt x="11902" y="622"/>
                  </a:moveTo>
                  <a:cubicBezTo>
                    <a:pt x="11993" y="622"/>
                    <a:pt x="12084" y="623"/>
                    <a:pt x="12176" y="626"/>
                  </a:cubicBezTo>
                  <a:cubicBezTo>
                    <a:pt x="11748" y="854"/>
                    <a:pt x="11336" y="1117"/>
                    <a:pt x="10943" y="1400"/>
                  </a:cubicBezTo>
                  <a:cubicBezTo>
                    <a:pt x="10565" y="1156"/>
                    <a:pt x="10148" y="999"/>
                    <a:pt x="9708" y="944"/>
                  </a:cubicBezTo>
                  <a:cubicBezTo>
                    <a:pt x="10413" y="725"/>
                    <a:pt x="11153" y="622"/>
                    <a:pt x="11902" y="622"/>
                  </a:cubicBezTo>
                  <a:close/>
                  <a:moveTo>
                    <a:pt x="9181" y="1132"/>
                  </a:moveTo>
                  <a:cubicBezTo>
                    <a:pt x="9191" y="1137"/>
                    <a:pt x="9204" y="1138"/>
                    <a:pt x="9215" y="1138"/>
                  </a:cubicBezTo>
                  <a:cubicBezTo>
                    <a:pt x="9219" y="1138"/>
                    <a:pt x="9223" y="1138"/>
                    <a:pt x="9227" y="1138"/>
                  </a:cubicBezTo>
                  <a:cubicBezTo>
                    <a:pt x="9787" y="1138"/>
                    <a:pt x="10315" y="1253"/>
                    <a:pt x="10812" y="1497"/>
                  </a:cubicBezTo>
                  <a:cubicBezTo>
                    <a:pt x="10488" y="1739"/>
                    <a:pt x="10174" y="1996"/>
                    <a:pt x="9880" y="2259"/>
                  </a:cubicBezTo>
                  <a:cubicBezTo>
                    <a:pt x="9845" y="2290"/>
                    <a:pt x="9811" y="2323"/>
                    <a:pt x="9777" y="2356"/>
                  </a:cubicBezTo>
                  <a:cubicBezTo>
                    <a:pt x="9795" y="2326"/>
                    <a:pt x="9795" y="2287"/>
                    <a:pt x="9762" y="2266"/>
                  </a:cubicBezTo>
                  <a:cubicBezTo>
                    <a:pt x="9330" y="1986"/>
                    <a:pt x="8732" y="1780"/>
                    <a:pt x="8170" y="1780"/>
                  </a:cubicBezTo>
                  <a:cubicBezTo>
                    <a:pt x="8094" y="1780"/>
                    <a:pt x="8019" y="1784"/>
                    <a:pt x="7945" y="1791"/>
                  </a:cubicBezTo>
                  <a:cubicBezTo>
                    <a:pt x="8337" y="1525"/>
                    <a:pt x="8749" y="1305"/>
                    <a:pt x="9181" y="1132"/>
                  </a:cubicBezTo>
                  <a:close/>
                  <a:moveTo>
                    <a:pt x="8294" y="2015"/>
                  </a:moveTo>
                  <a:cubicBezTo>
                    <a:pt x="8380" y="2015"/>
                    <a:pt x="8467" y="2019"/>
                    <a:pt x="8554" y="2030"/>
                  </a:cubicBezTo>
                  <a:cubicBezTo>
                    <a:pt x="8963" y="2079"/>
                    <a:pt x="9335" y="2210"/>
                    <a:pt x="9706" y="2382"/>
                  </a:cubicBezTo>
                  <a:cubicBezTo>
                    <a:pt x="9714" y="2386"/>
                    <a:pt x="9721" y="2388"/>
                    <a:pt x="9728" y="2388"/>
                  </a:cubicBezTo>
                  <a:cubicBezTo>
                    <a:pt x="9736" y="2388"/>
                    <a:pt x="9744" y="2385"/>
                    <a:pt x="9752" y="2382"/>
                  </a:cubicBezTo>
                  <a:lnTo>
                    <a:pt x="9752" y="2382"/>
                  </a:lnTo>
                  <a:cubicBezTo>
                    <a:pt x="9557" y="2562"/>
                    <a:pt x="9371" y="2750"/>
                    <a:pt x="9196" y="2942"/>
                  </a:cubicBezTo>
                  <a:cubicBezTo>
                    <a:pt x="9191" y="2914"/>
                    <a:pt x="9176" y="2889"/>
                    <a:pt x="9148" y="2875"/>
                  </a:cubicBezTo>
                  <a:cubicBezTo>
                    <a:pt x="8661" y="2622"/>
                    <a:pt x="8130" y="2482"/>
                    <a:pt x="7595" y="2482"/>
                  </a:cubicBezTo>
                  <a:cubicBezTo>
                    <a:pt x="7411" y="2482"/>
                    <a:pt x="7227" y="2498"/>
                    <a:pt x="7044" y="2533"/>
                  </a:cubicBezTo>
                  <a:cubicBezTo>
                    <a:pt x="7212" y="2366"/>
                    <a:pt x="7397" y="2209"/>
                    <a:pt x="7589" y="2056"/>
                  </a:cubicBezTo>
                  <a:cubicBezTo>
                    <a:pt x="7826" y="2047"/>
                    <a:pt x="8058" y="2015"/>
                    <a:pt x="8294" y="2015"/>
                  </a:cubicBezTo>
                  <a:close/>
                  <a:moveTo>
                    <a:pt x="12367" y="868"/>
                  </a:moveTo>
                  <a:cubicBezTo>
                    <a:pt x="12076" y="1395"/>
                    <a:pt x="11953" y="1991"/>
                    <a:pt x="11856" y="2596"/>
                  </a:cubicBezTo>
                  <a:cubicBezTo>
                    <a:pt x="11835" y="2729"/>
                    <a:pt x="11812" y="2860"/>
                    <a:pt x="11793" y="2991"/>
                  </a:cubicBezTo>
                  <a:cubicBezTo>
                    <a:pt x="11636" y="2513"/>
                    <a:pt x="11334" y="2078"/>
                    <a:pt x="10968" y="1739"/>
                  </a:cubicBezTo>
                  <a:cubicBezTo>
                    <a:pt x="11415" y="1423"/>
                    <a:pt x="11883" y="1133"/>
                    <a:pt x="12367" y="868"/>
                  </a:cubicBezTo>
                  <a:close/>
                  <a:moveTo>
                    <a:pt x="7606" y="2726"/>
                  </a:moveTo>
                  <a:cubicBezTo>
                    <a:pt x="8095" y="2726"/>
                    <a:pt x="8574" y="2832"/>
                    <a:pt x="9045" y="3069"/>
                  </a:cubicBezTo>
                  <a:cubicBezTo>
                    <a:pt x="9053" y="3073"/>
                    <a:pt x="9061" y="3076"/>
                    <a:pt x="9070" y="3078"/>
                  </a:cubicBezTo>
                  <a:cubicBezTo>
                    <a:pt x="8873" y="3295"/>
                    <a:pt x="8688" y="3521"/>
                    <a:pt x="8510" y="3752"/>
                  </a:cubicBezTo>
                  <a:lnTo>
                    <a:pt x="8500" y="3742"/>
                  </a:lnTo>
                  <a:cubicBezTo>
                    <a:pt x="8081" y="3488"/>
                    <a:pt x="7623" y="3369"/>
                    <a:pt x="7162" y="3369"/>
                  </a:cubicBezTo>
                  <a:cubicBezTo>
                    <a:pt x="6817" y="3369"/>
                    <a:pt x="6471" y="3435"/>
                    <a:pt x="6137" y="3562"/>
                  </a:cubicBezTo>
                  <a:cubicBezTo>
                    <a:pt x="6329" y="3307"/>
                    <a:pt x="6536" y="3061"/>
                    <a:pt x="6754" y="2826"/>
                  </a:cubicBezTo>
                  <a:cubicBezTo>
                    <a:pt x="7042" y="2761"/>
                    <a:pt x="7326" y="2726"/>
                    <a:pt x="7606" y="2726"/>
                  </a:cubicBezTo>
                  <a:close/>
                  <a:moveTo>
                    <a:pt x="7086" y="3587"/>
                  </a:moveTo>
                  <a:cubicBezTo>
                    <a:pt x="7532" y="3587"/>
                    <a:pt x="7976" y="3699"/>
                    <a:pt x="8399" y="3899"/>
                  </a:cubicBezTo>
                  <a:cubicBezTo>
                    <a:pt x="8191" y="4177"/>
                    <a:pt x="7990" y="4464"/>
                    <a:pt x="7800" y="4758"/>
                  </a:cubicBezTo>
                  <a:cubicBezTo>
                    <a:pt x="7790" y="4748"/>
                    <a:pt x="7780" y="4740"/>
                    <a:pt x="7765" y="4734"/>
                  </a:cubicBezTo>
                  <a:cubicBezTo>
                    <a:pt x="7219" y="4528"/>
                    <a:pt x="6648" y="4435"/>
                    <a:pt x="6072" y="4435"/>
                  </a:cubicBezTo>
                  <a:cubicBezTo>
                    <a:pt x="5891" y="4435"/>
                    <a:pt x="5709" y="4444"/>
                    <a:pt x="5527" y="4462"/>
                  </a:cubicBezTo>
                  <a:cubicBezTo>
                    <a:pt x="5661" y="4241"/>
                    <a:pt x="5802" y="4027"/>
                    <a:pt x="5951" y="3817"/>
                  </a:cubicBezTo>
                  <a:cubicBezTo>
                    <a:pt x="5961" y="3820"/>
                    <a:pt x="5972" y="3823"/>
                    <a:pt x="5983" y="3823"/>
                  </a:cubicBezTo>
                  <a:cubicBezTo>
                    <a:pt x="5994" y="3823"/>
                    <a:pt x="6005" y="3820"/>
                    <a:pt x="6018" y="3816"/>
                  </a:cubicBezTo>
                  <a:cubicBezTo>
                    <a:pt x="6368" y="3659"/>
                    <a:pt x="6728" y="3587"/>
                    <a:pt x="7086" y="3587"/>
                  </a:cubicBezTo>
                  <a:close/>
                  <a:moveTo>
                    <a:pt x="10762" y="1893"/>
                  </a:moveTo>
                  <a:cubicBezTo>
                    <a:pt x="11246" y="2333"/>
                    <a:pt x="11523" y="2855"/>
                    <a:pt x="11712" y="3456"/>
                  </a:cubicBezTo>
                  <a:cubicBezTo>
                    <a:pt x="11622" y="3932"/>
                    <a:pt x="11511" y="4405"/>
                    <a:pt x="11349" y="4871"/>
                  </a:cubicBezTo>
                  <a:cubicBezTo>
                    <a:pt x="11334" y="4905"/>
                    <a:pt x="11320" y="4941"/>
                    <a:pt x="11308" y="4977"/>
                  </a:cubicBezTo>
                  <a:cubicBezTo>
                    <a:pt x="11112" y="4046"/>
                    <a:pt x="10711" y="3145"/>
                    <a:pt x="10148" y="2382"/>
                  </a:cubicBezTo>
                  <a:cubicBezTo>
                    <a:pt x="10346" y="2210"/>
                    <a:pt x="10551" y="2048"/>
                    <a:pt x="10762" y="1893"/>
                  </a:cubicBezTo>
                  <a:close/>
                  <a:moveTo>
                    <a:pt x="6023" y="4652"/>
                  </a:moveTo>
                  <a:cubicBezTo>
                    <a:pt x="6592" y="4652"/>
                    <a:pt x="7146" y="4734"/>
                    <a:pt x="7711" y="4884"/>
                  </a:cubicBezTo>
                  <a:lnTo>
                    <a:pt x="7716" y="4884"/>
                  </a:lnTo>
                  <a:cubicBezTo>
                    <a:pt x="7638" y="5007"/>
                    <a:pt x="7561" y="5130"/>
                    <a:pt x="7486" y="5254"/>
                  </a:cubicBezTo>
                  <a:cubicBezTo>
                    <a:pt x="7489" y="5220"/>
                    <a:pt x="7472" y="5184"/>
                    <a:pt x="7430" y="5167"/>
                  </a:cubicBezTo>
                  <a:cubicBezTo>
                    <a:pt x="7004" y="5014"/>
                    <a:pt x="6566" y="4941"/>
                    <a:pt x="6125" y="4941"/>
                  </a:cubicBezTo>
                  <a:cubicBezTo>
                    <a:pt x="5814" y="4941"/>
                    <a:pt x="5500" y="4978"/>
                    <a:pt x="5190" y="5048"/>
                  </a:cubicBezTo>
                  <a:cubicBezTo>
                    <a:pt x="5257" y="4927"/>
                    <a:pt x="5325" y="4806"/>
                    <a:pt x="5394" y="4684"/>
                  </a:cubicBezTo>
                  <a:lnTo>
                    <a:pt x="5399" y="4684"/>
                  </a:lnTo>
                  <a:cubicBezTo>
                    <a:pt x="5610" y="4662"/>
                    <a:pt x="5817" y="4652"/>
                    <a:pt x="6023" y="4652"/>
                  </a:cubicBezTo>
                  <a:close/>
                  <a:moveTo>
                    <a:pt x="6110" y="5154"/>
                  </a:moveTo>
                  <a:cubicBezTo>
                    <a:pt x="6531" y="5154"/>
                    <a:pt x="6950" y="5217"/>
                    <a:pt x="7374" y="5334"/>
                  </a:cubicBezTo>
                  <a:cubicBezTo>
                    <a:pt x="7383" y="5336"/>
                    <a:pt x="7391" y="5337"/>
                    <a:pt x="7398" y="5337"/>
                  </a:cubicBezTo>
                  <a:cubicBezTo>
                    <a:pt x="7415" y="5337"/>
                    <a:pt x="7431" y="5333"/>
                    <a:pt x="7443" y="5326"/>
                  </a:cubicBezTo>
                  <a:lnTo>
                    <a:pt x="7443" y="5326"/>
                  </a:lnTo>
                  <a:cubicBezTo>
                    <a:pt x="7271" y="5607"/>
                    <a:pt x="7106" y="5894"/>
                    <a:pt x="6942" y="6182"/>
                  </a:cubicBezTo>
                  <a:cubicBezTo>
                    <a:pt x="6916" y="6229"/>
                    <a:pt x="6887" y="6278"/>
                    <a:pt x="6860" y="6327"/>
                  </a:cubicBezTo>
                  <a:cubicBezTo>
                    <a:pt x="6457" y="6131"/>
                    <a:pt x="5990" y="6017"/>
                    <a:pt x="5529" y="6017"/>
                  </a:cubicBezTo>
                  <a:cubicBezTo>
                    <a:pt x="5222" y="6017"/>
                    <a:pt x="4917" y="6067"/>
                    <a:pt x="4635" y="6179"/>
                  </a:cubicBezTo>
                  <a:cubicBezTo>
                    <a:pt x="4664" y="6108"/>
                    <a:pt x="4695" y="6038"/>
                    <a:pt x="4728" y="5969"/>
                  </a:cubicBezTo>
                  <a:cubicBezTo>
                    <a:pt x="4836" y="5737"/>
                    <a:pt x="4951" y="5506"/>
                    <a:pt x="5072" y="5277"/>
                  </a:cubicBezTo>
                  <a:cubicBezTo>
                    <a:pt x="5076" y="5277"/>
                    <a:pt x="5080" y="5278"/>
                    <a:pt x="5085" y="5278"/>
                  </a:cubicBezTo>
                  <a:cubicBezTo>
                    <a:pt x="5093" y="5278"/>
                    <a:pt x="5101" y="5277"/>
                    <a:pt x="5109" y="5274"/>
                  </a:cubicBezTo>
                  <a:cubicBezTo>
                    <a:pt x="5446" y="5193"/>
                    <a:pt x="5779" y="5154"/>
                    <a:pt x="6110" y="5154"/>
                  </a:cubicBezTo>
                  <a:close/>
                  <a:moveTo>
                    <a:pt x="5512" y="6265"/>
                  </a:moveTo>
                  <a:cubicBezTo>
                    <a:pt x="5932" y="6265"/>
                    <a:pt x="6337" y="6325"/>
                    <a:pt x="6775" y="6476"/>
                  </a:cubicBezTo>
                  <a:cubicBezTo>
                    <a:pt x="6581" y="6820"/>
                    <a:pt x="6383" y="7172"/>
                    <a:pt x="6170" y="7520"/>
                  </a:cubicBezTo>
                  <a:cubicBezTo>
                    <a:pt x="5751" y="7293"/>
                    <a:pt x="5247" y="7143"/>
                    <a:pt x="4754" y="7143"/>
                  </a:cubicBezTo>
                  <a:cubicBezTo>
                    <a:pt x="4577" y="7143"/>
                    <a:pt x="4401" y="7162"/>
                    <a:pt x="4231" y="7205"/>
                  </a:cubicBezTo>
                  <a:cubicBezTo>
                    <a:pt x="4349" y="6894"/>
                    <a:pt x="4461" y="6589"/>
                    <a:pt x="4581" y="6303"/>
                  </a:cubicBezTo>
                  <a:cubicBezTo>
                    <a:pt x="4596" y="6322"/>
                    <a:pt x="4618" y="6335"/>
                    <a:pt x="4643" y="6335"/>
                  </a:cubicBezTo>
                  <a:cubicBezTo>
                    <a:pt x="4646" y="6335"/>
                    <a:pt x="4648" y="6334"/>
                    <a:pt x="4651" y="6334"/>
                  </a:cubicBezTo>
                  <a:cubicBezTo>
                    <a:pt x="4954" y="6291"/>
                    <a:pt x="5237" y="6265"/>
                    <a:pt x="5512" y="6265"/>
                  </a:cubicBezTo>
                  <a:close/>
                  <a:moveTo>
                    <a:pt x="9975" y="2533"/>
                  </a:moveTo>
                  <a:cubicBezTo>
                    <a:pt x="10501" y="3392"/>
                    <a:pt x="10911" y="4262"/>
                    <a:pt x="11218" y="5216"/>
                  </a:cubicBezTo>
                  <a:cubicBezTo>
                    <a:pt x="11104" y="5508"/>
                    <a:pt x="10976" y="5792"/>
                    <a:pt x="10837" y="6071"/>
                  </a:cubicBezTo>
                  <a:cubicBezTo>
                    <a:pt x="10696" y="4999"/>
                    <a:pt x="10156" y="4022"/>
                    <a:pt x="9317" y="3315"/>
                  </a:cubicBezTo>
                  <a:cubicBezTo>
                    <a:pt x="9298" y="3299"/>
                    <a:pt x="9280" y="3292"/>
                    <a:pt x="9262" y="3292"/>
                  </a:cubicBezTo>
                  <a:cubicBezTo>
                    <a:pt x="9188" y="3292"/>
                    <a:pt x="9133" y="3409"/>
                    <a:pt x="9207" y="3475"/>
                  </a:cubicBezTo>
                  <a:cubicBezTo>
                    <a:pt x="10058" y="4220"/>
                    <a:pt x="10572" y="5239"/>
                    <a:pt x="10695" y="6345"/>
                  </a:cubicBezTo>
                  <a:cubicBezTo>
                    <a:pt x="10475" y="6753"/>
                    <a:pt x="10230" y="7146"/>
                    <a:pt x="9958" y="7520"/>
                  </a:cubicBezTo>
                  <a:cubicBezTo>
                    <a:pt x="9994" y="6375"/>
                    <a:pt x="9269" y="5048"/>
                    <a:pt x="8458" y="4374"/>
                  </a:cubicBezTo>
                  <a:cubicBezTo>
                    <a:pt x="8445" y="4362"/>
                    <a:pt x="8430" y="4358"/>
                    <a:pt x="8416" y="4358"/>
                  </a:cubicBezTo>
                  <a:cubicBezTo>
                    <a:pt x="8405" y="4358"/>
                    <a:pt x="8394" y="4360"/>
                    <a:pt x="8384" y="4365"/>
                  </a:cubicBezTo>
                  <a:cubicBezTo>
                    <a:pt x="8636" y="3997"/>
                    <a:pt x="8906" y="3639"/>
                    <a:pt x="9209" y="3302"/>
                  </a:cubicBezTo>
                  <a:cubicBezTo>
                    <a:pt x="9454" y="3028"/>
                    <a:pt x="9709" y="2773"/>
                    <a:pt x="9975" y="2533"/>
                  </a:cubicBezTo>
                  <a:close/>
                  <a:moveTo>
                    <a:pt x="8330" y="4442"/>
                  </a:moveTo>
                  <a:lnTo>
                    <a:pt x="8330" y="4442"/>
                  </a:lnTo>
                  <a:cubicBezTo>
                    <a:pt x="8328" y="4460"/>
                    <a:pt x="8333" y="4478"/>
                    <a:pt x="8348" y="4495"/>
                  </a:cubicBezTo>
                  <a:cubicBezTo>
                    <a:pt x="8782" y="4992"/>
                    <a:pt x="9160" y="5499"/>
                    <a:pt x="9412" y="6115"/>
                  </a:cubicBezTo>
                  <a:cubicBezTo>
                    <a:pt x="9641" y="6671"/>
                    <a:pt x="9665" y="7216"/>
                    <a:pt x="9754" y="7786"/>
                  </a:cubicBezTo>
                  <a:cubicBezTo>
                    <a:pt x="9608" y="7980"/>
                    <a:pt x="9454" y="8165"/>
                    <a:pt x="9294" y="8342"/>
                  </a:cubicBezTo>
                  <a:cubicBezTo>
                    <a:pt x="9313" y="7154"/>
                    <a:pt x="8939" y="5745"/>
                    <a:pt x="8107" y="4946"/>
                  </a:cubicBezTo>
                  <a:cubicBezTo>
                    <a:pt x="8088" y="4929"/>
                    <a:pt x="8066" y="4923"/>
                    <a:pt x="8045" y="4923"/>
                  </a:cubicBezTo>
                  <a:cubicBezTo>
                    <a:pt x="8036" y="4923"/>
                    <a:pt x="8026" y="4924"/>
                    <a:pt x="8017" y="4927"/>
                  </a:cubicBezTo>
                  <a:cubicBezTo>
                    <a:pt x="8119" y="4763"/>
                    <a:pt x="8224" y="4601"/>
                    <a:pt x="8330" y="4442"/>
                  </a:cubicBezTo>
                  <a:close/>
                  <a:moveTo>
                    <a:pt x="4654" y="7393"/>
                  </a:moveTo>
                  <a:cubicBezTo>
                    <a:pt x="5138" y="7393"/>
                    <a:pt x="5588" y="7461"/>
                    <a:pt x="6067" y="7687"/>
                  </a:cubicBezTo>
                  <a:cubicBezTo>
                    <a:pt x="5887" y="7974"/>
                    <a:pt x="5697" y="8255"/>
                    <a:pt x="5494" y="8522"/>
                  </a:cubicBezTo>
                  <a:cubicBezTo>
                    <a:pt x="5486" y="8519"/>
                    <a:pt x="5478" y="8512"/>
                    <a:pt x="5469" y="8509"/>
                  </a:cubicBezTo>
                  <a:cubicBezTo>
                    <a:pt x="5110" y="8359"/>
                    <a:pt x="4734" y="8293"/>
                    <a:pt x="4355" y="8293"/>
                  </a:cubicBezTo>
                  <a:cubicBezTo>
                    <a:pt x="4148" y="8293"/>
                    <a:pt x="3940" y="8313"/>
                    <a:pt x="3733" y="8348"/>
                  </a:cubicBezTo>
                  <a:cubicBezTo>
                    <a:pt x="3889" y="8047"/>
                    <a:pt x="4025" y="7732"/>
                    <a:pt x="4151" y="7412"/>
                  </a:cubicBezTo>
                  <a:cubicBezTo>
                    <a:pt x="4324" y="7400"/>
                    <a:pt x="4491" y="7393"/>
                    <a:pt x="4654" y="7393"/>
                  </a:cubicBezTo>
                  <a:close/>
                  <a:moveTo>
                    <a:pt x="4223" y="8516"/>
                  </a:moveTo>
                  <a:cubicBezTo>
                    <a:pt x="4608" y="8516"/>
                    <a:pt x="4987" y="8579"/>
                    <a:pt x="5371" y="8682"/>
                  </a:cubicBezTo>
                  <a:cubicBezTo>
                    <a:pt x="5286" y="8790"/>
                    <a:pt x="5196" y="8895"/>
                    <a:pt x="5106" y="8996"/>
                  </a:cubicBezTo>
                  <a:cubicBezTo>
                    <a:pt x="4769" y="8865"/>
                    <a:pt x="4416" y="8805"/>
                    <a:pt x="4059" y="8805"/>
                  </a:cubicBezTo>
                  <a:cubicBezTo>
                    <a:pt x="3848" y="8805"/>
                    <a:pt x="3635" y="8826"/>
                    <a:pt x="3424" y="8866"/>
                  </a:cubicBezTo>
                  <a:cubicBezTo>
                    <a:pt x="3489" y="8772"/>
                    <a:pt x="3552" y="8672"/>
                    <a:pt x="3610" y="8571"/>
                  </a:cubicBezTo>
                  <a:cubicBezTo>
                    <a:pt x="3818" y="8533"/>
                    <a:pt x="4021" y="8516"/>
                    <a:pt x="4223" y="8516"/>
                  </a:cubicBezTo>
                  <a:close/>
                  <a:moveTo>
                    <a:pt x="7962" y="5015"/>
                  </a:moveTo>
                  <a:cubicBezTo>
                    <a:pt x="7963" y="5023"/>
                    <a:pt x="7963" y="5031"/>
                    <a:pt x="7968" y="5040"/>
                  </a:cubicBezTo>
                  <a:cubicBezTo>
                    <a:pt x="8271" y="5650"/>
                    <a:pt x="8643" y="6187"/>
                    <a:pt x="8844" y="6851"/>
                  </a:cubicBezTo>
                  <a:cubicBezTo>
                    <a:pt x="9011" y="7406"/>
                    <a:pt x="9083" y="7970"/>
                    <a:pt x="9106" y="8543"/>
                  </a:cubicBezTo>
                  <a:cubicBezTo>
                    <a:pt x="9048" y="8609"/>
                    <a:pt x="8988" y="8669"/>
                    <a:pt x="8927" y="8731"/>
                  </a:cubicBezTo>
                  <a:cubicBezTo>
                    <a:pt x="8726" y="8934"/>
                    <a:pt x="8513" y="9126"/>
                    <a:pt x="8296" y="9314"/>
                  </a:cubicBezTo>
                  <a:cubicBezTo>
                    <a:pt x="8355" y="8301"/>
                    <a:pt x="7978" y="7324"/>
                    <a:pt x="7266" y="6583"/>
                  </a:cubicBezTo>
                  <a:cubicBezTo>
                    <a:pt x="7244" y="6560"/>
                    <a:pt x="7218" y="6550"/>
                    <a:pt x="7192" y="6550"/>
                  </a:cubicBezTo>
                  <a:cubicBezTo>
                    <a:pt x="7113" y="6550"/>
                    <a:pt x="7041" y="6643"/>
                    <a:pt x="7109" y="6720"/>
                  </a:cubicBezTo>
                  <a:cubicBezTo>
                    <a:pt x="7782" y="7489"/>
                    <a:pt x="8119" y="8448"/>
                    <a:pt x="8119" y="9460"/>
                  </a:cubicBezTo>
                  <a:cubicBezTo>
                    <a:pt x="7703" y="9798"/>
                    <a:pt x="7258" y="10108"/>
                    <a:pt x="6792" y="10376"/>
                  </a:cubicBezTo>
                  <a:cubicBezTo>
                    <a:pt x="7171" y="9430"/>
                    <a:pt x="7078" y="8334"/>
                    <a:pt x="6554" y="7457"/>
                  </a:cubicBezTo>
                  <a:cubicBezTo>
                    <a:pt x="7036" y="6648"/>
                    <a:pt x="7471" y="5814"/>
                    <a:pt x="7962" y="5015"/>
                  </a:cubicBezTo>
                  <a:close/>
                  <a:moveTo>
                    <a:pt x="4077" y="8984"/>
                  </a:moveTo>
                  <a:cubicBezTo>
                    <a:pt x="4388" y="8984"/>
                    <a:pt x="4694" y="9029"/>
                    <a:pt x="5003" y="9108"/>
                  </a:cubicBezTo>
                  <a:cubicBezTo>
                    <a:pt x="4599" y="9540"/>
                    <a:pt x="4141" y="9910"/>
                    <a:pt x="3601" y="10171"/>
                  </a:cubicBezTo>
                  <a:cubicBezTo>
                    <a:pt x="3388" y="10273"/>
                    <a:pt x="3159" y="10358"/>
                    <a:pt x="2918" y="10415"/>
                  </a:cubicBezTo>
                  <a:cubicBezTo>
                    <a:pt x="2938" y="10399"/>
                    <a:pt x="2949" y="10376"/>
                    <a:pt x="2946" y="10345"/>
                  </a:cubicBezTo>
                  <a:cubicBezTo>
                    <a:pt x="2907" y="10075"/>
                    <a:pt x="2742" y="9854"/>
                    <a:pt x="2514" y="9731"/>
                  </a:cubicBezTo>
                  <a:cubicBezTo>
                    <a:pt x="2841" y="9545"/>
                    <a:pt x="3108" y="9289"/>
                    <a:pt x="3332" y="8993"/>
                  </a:cubicBezTo>
                  <a:cubicBezTo>
                    <a:pt x="3345" y="9027"/>
                    <a:pt x="3372" y="9052"/>
                    <a:pt x="3412" y="9052"/>
                  </a:cubicBezTo>
                  <a:cubicBezTo>
                    <a:pt x="3419" y="9052"/>
                    <a:pt x="3425" y="9052"/>
                    <a:pt x="3432" y="9050"/>
                  </a:cubicBezTo>
                  <a:cubicBezTo>
                    <a:pt x="3651" y="9005"/>
                    <a:pt x="3865" y="8984"/>
                    <a:pt x="4077" y="8984"/>
                  </a:cubicBezTo>
                  <a:close/>
                  <a:moveTo>
                    <a:pt x="328" y="9168"/>
                  </a:moveTo>
                  <a:lnTo>
                    <a:pt x="328" y="9168"/>
                  </a:lnTo>
                  <a:cubicBezTo>
                    <a:pt x="423" y="9419"/>
                    <a:pt x="611" y="9633"/>
                    <a:pt x="861" y="9787"/>
                  </a:cubicBezTo>
                  <a:cubicBezTo>
                    <a:pt x="958" y="9846"/>
                    <a:pt x="1059" y="9892"/>
                    <a:pt x="1164" y="9923"/>
                  </a:cubicBezTo>
                  <a:cubicBezTo>
                    <a:pt x="1231" y="9988"/>
                    <a:pt x="1310" y="10050"/>
                    <a:pt x="1369" y="10122"/>
                  </a:cubicBezTo>
                  <a:cubicBezTo>
                    <a:pt x="1449" y="10214"/>
                    <a:pt x="1509" y="10315"/>
                    <a:pt x="1557" y="10427"/>
                  </a:cubicBezTo>
                  <a:cubicBezTo>
                    <a:pt x="1334" y="10368"/>
                    <a:pt x="1120" y="10276"/>
                    <a:pt x="923" y="10142"/>
                  </a:cubicBezTo>
                  <a:cubicBezTo>
                    <a:pt x="593" y="9919"/>
                    <a:pt x="331" y="9564"/>
                    <a:pt x="328" y="9168"/>
                  </a:cubicBezTo>
                  <a:close/>
                  <a:moveTo>
                    <a:pt x="2306" y="9836"/>
                  </a:moveTo>
                  <a:cubicBezTo>
                    <a:pt x="2548" y="9913"/>
                    <a:pt x="2742" y="10124"/>
                    <a:pt x="2794" y="10376"/>
                  </a:cubicBezTo>
                  <a:cubicBezTo>
                    <a:pt x="2800" y="10409"/>
                    <a:pt x="2823" y="10425"/>
                    <a:pt x="2846" y="10430"/>
                  </a:cubicBezTo>
                  <a:cubicBezTo>
                    <a:pt x="2630" y="10478"/>
                    <a:pt x="2409" y="10505"/>
                    <a:pt x="2190" y="10505"/>
                  </a:cubicBezTo>
                  <a:cubicBezTo>
                    <a:pt x="2030" y="10505"/>
                    <a:pt x="1870" y="10491"/>
                    <a:pt x="1714" y="10461"/>
                  </a:cubicBezTo>
                  <a:lnTo>
                    <a:pt x="1714" y="10456"/>
                  </a:lnTo>
                  <a:cubicBezTo>
                    <a:pt x="1670" y="10309"/>
                    <a:pt x="1590" y="10129"/>
                    <a:pt x="1477" y="9983"/>
                  </a:cubicBezTo>
                  <a:lnTo>
                    <a:pt x="1477" y="9983"/>
                  </a:lnTo>
                  <a:cubicBezTo>
                    <a:pt x="1518" y="9987"/>
                    <a:pt x="1559" y="9988"/>
                    <a:pt x="1600" y="9988"/>
                  </a:cubicBezTo>
                  <a:cubicBezTo>
                    <a:pt x="1840" y="9988"/>
                    <a:pt x="2080" y="9932"/>
                    <a:pt x="2306" y="9836"/>
                  </a:cubicBezTo>
                  <a:close/>
                  <a:moveTo>
                    <a:pt x="6430" y="7666"/>
                  </a:moveTo>
                  <a:cubicBezTo>
                    <a:pt x="6833" y="8538"/>
                    <a:pt x="6906" y="9458"/>
                    <a:pt x="6661" y="10402"/>
                  </a:cubicBezTo>
                  <a:cubicBezTo>
                    <a:pt x="6656" y="10420"/>
                    <a:pt x="6659" y="10435"/>
                    <a:pt x="6664" y="10448"/>
                  </a:cubicBezTo>
                  <a:cubicBezTo>
                    <a:pt x="6489" y="10543"/>
                    <a:pt x="6311" y="10638"/>
                    <a:pt x="6129" y="10721"/>
                  </a:cubicBezTo>
                  <a:cubicBezTo>
                    <a:pt x="6365" y="9954"/>
                    <a:pt x="6317" y="9126"/>
                    <a:pt x="5952" y="8396"/>
                  </a:cubicBezTo>
                  <a:cubicBezTo>
                    <a:pt x="6100" y="8185"/>
                    <a:pt x="6242" y="7972"/>
                    <a:pt x="6373" y="7759"/>
                  </a:cubicBezTo>
                  <a:cubicBezTo>
                    <a:pt x="6391" y="7728"/>
                    <a:pt x="6409" y="7699"/>
                    <a:pt x="6430" y="7666"/>
                  </a:cubicBezTo>
                  <a:close/>
                  <a:moveTo>
                    <a:pt x="1040" y="10571"/>
                  </a:moveTo>
                  <a:lnTo>
                    <a:pt x="1040" y="10571"/>
                  </a:lnTo>
                  <a:cubicBezTo>
                    <a:pt x="1311" y="10685"/>
                    <a:pt x="1614" y="10754"/>
                    <a:pt x="1915" y="10783"/>
                  </a:cubicBezTo>
                  <a:cubicBezTo>
                    <a:pt x="1905" y="10792"/>
                    <a:pt x="1894" y="10801"/>
                    <a:pt x="1882" y="10810"/>
                  </a:cubicBezTo>
                  <a:cubicBezTo>
                    <a:pt x="1815" y="10867"/>
                    <a:pt x="1750" y="10927"/>
                    <a:pt x="1681" y="10988"/>
                  </a:cubicBezTo>
                  <a:cubicBezTo>
                    <a:pt x="1450" y="10870"/>
                    <a:pt x="1238" y="10731"/>
                    <a:pt x="1040" y="10571"/>
                  </a:cubicBezTo>
                  <a:close/>
                  <a:moveTo>
                    <a:pt x="5811" y="8600"/>
                  </a:moveTo>
                  <a:cubicBezTo>
                    <a:pt x="6064" y="9338"/>
                    <a:pt x="6100" y="10081"/>
                    <a:pt x="5883" y="10834"/>
                  </a:cubicBezTo>
                  <a:cubicBezTo>
                    <a:pt x="5532" y="10981"/>
                    <a:pt x="5173" y="11106"/>
                    <a:pt x="4807" y="11201"/>
                  </a:cubicBezTo>
                  <a:cubicBezTo>
                    <a:pt x="4731" y="11220"/>
                    <a:pt x="4655" y="11237"/>
                    <a:pt x="4578" y="11255"/>
                  </a:cubicBezTo>
                  <a:cubicBezTo>
                    <a:pt x="4774" y="10810"/>
                    <a:pt x="4869" y="10302"/>
                    <a:pt x="4758" y="9829"/>
                  </a:cubicBezTo>
                  <a:cubicBezTo>
                    <a:pt x="4754" y="9811"/>
                    <a:pt x="4745" y="9798"/>
                    <a:pt x="4731" y="9790"/>
                  </a:cubicBezTo>
                  <a:cubicBezTo>
                    <a:pt x="5134" y="9443"/>
                    <a:pt x="5492" y="9032"/>
                    <a:pt x="5811" y="8600"/>
                  </a:cubicBezTo>
                  <a:close/>
                  <a:moveTo>
                    <a:pt x="3519" y="10551"/>
                  </a:moveTo>
                  <a:cubicBezTo>
                    <a:pt x="3489" y="10693"/>
                    <a:pt x="3468" y="10836"/>
                    <a:pt x="3406" y="10973"/>
                  </a:cubicBezTo>
                  <a:cubicBezTo>
                    <a:pt x="3337" y="11124"/>
                    <a:pt x="3236" y="11258"/>
                    <a:pt x="3118" y="11373"/>
                  </a:cubicBezTo>
                  <a:cubicBezTo>
                    <a:pt x="2797" y="11348"/>
                    <a:pt x="2478" y="11291"/>
                    <a:pt x="2169" y="11189"/>
                  </a:cubicBezTo>
                  <a:cubicBezTo>
                    <a:pt x="2061" y="11155"/>
                    <a:pt x="1956" y="11114"/>
                    <a:pt x="1853" y="11070"/>
                  </a:cubicBezTo>
                  <a:cubicBezTo>
                    <a:pt x="1899" y="11031"/>
                    <a:pt x="1940" y="10990"/>
                    <a:pt x="1979" y="10959"/>
                  </a:cubicBezTo>
                  <a:cubicBezTo>
                    <a:pt x="2041" y="10908"/>
                    <a:pt x="2112" y="10857"/>
                    <a:pt x="2177" y="10801"/>
                  </a:cubicBezTo>
                  <a:cubicBezTo>
                    <a:pt x="2208" y="10802"/>
                    <a:pt x="2240" y="10803"/>
                    <a:pt x="2271" y="10803"/>
                  </a:cubicBezTo>
                  <a:cubicBezTo>
                    <a:pt x="2549" y="10803"/>
                    <a:pt x="2817" y="10770"/>
                    <a:pt x="3048" y="10711"/>
                  </a:cubicBezTo>
                  <a:cubicBezTo>
                    <a:pt x="3211" y="10669"/>
                    <a:pt x="3367" y="10615"/>
                    <a:pt x="3519" y="10551"/>
                  </a:cubicBezTo>
                  <a:close/>
                  <a:moveTo>
                    <a:pt x="4633" y="9872"/>
                  </a:moveTo>
                  <a:lnTo>
                    <a:pt x="4633" y="9872"/>
                  </a:lnTo>
                  <a:cubicBezTo>
                    <a:pt x="4571" y="10366"/>
                    <a:pt x="4519" y="10829"/>
                    <a:pt x="4371" y="11299"/>
                  </a:cubicBezTo>
                  <a:cubicBezTo>
                    <a:pt x="4067" y="11352"/>
                    <a:pt x="3756" y="11384"/>
                    <a:pt x="3447" y="11384"/>
                  </a:cubicBezTo>
                  <a:cubicBezTo>
                    <a:pt x="3412" y="11384"/>
                    <a:pt x="3377" y="11383"/>
                    <a:pt x="3342" y="11382"/>
                  </a:cubicBezTo>
                  <a:cubicBezTo>
                    <a:pt x="3584" y="11140"/>
                    <a:pt x="3758" y="10793"/>
                    <a:pt x="3694" y="10474"/>
                  </a:cubicBezTo>
                  <a:cubicBezTo>
                    <a:pt x="4033" y="10317"/>
                    <a:pt x="4345" y="10109"/>
                    <a:pt x="4633" y="9872"/>
                  </a:cubicBezTo>
                  <a:close/>
                  <a:moveTo>
                    <a:pt x="13712" y="1"/>
                  </a:moveTo>
                  <a:cubicBezTo>
                    <a:pt x="13705" y="1"/>
                    <a:pt x="13697" y="2"/>
                    <a:pt x="13689" y="4"/>
                  </a:cubicBezTo>
                  <a:cubicBezTo>
                    <a:pt x="13346" y="103"/>
                    <a:pt x="13009" y="230"/>
                    <a:pt x="12678" y="379"/>
                  </a:cubicBezTo>
                  <a:cubicBezTo>
                    <a:pt x="12658" y="364"/>
                    <a:pt x="12635" y="355"/>
                    <a:pt x="12608" y="351"/>
                  </a:cubicBezTo>
                  <a:cubicBezTo>
                    <a:pt x="12316" y="313"/>
                    <a:pt x="12028" y="294"/>
                    <a:pt x="11742" y="294"/>
                  </a:cubicBezTo>
                  <a:cubicBezTo>
                    <a:pt x="9264" y="294"/>
                    <a:pt x="7031" y="1701"/>
                    <a:pt x="5630" y="3742"/>
                  </a:cubicBezTo>
                  <a:cubicBezTo>
                    <a:pt x="4844" y="4886"/>
                    <a:pt x="4286" y="6161"/>
                    <a:pt x="3771" y="7442"/>
                  </a:cubicBezTo>
                  <a:cubicBezTo>
                    <a:pt x="3462" y="8209"/>
                    <a:pt x="3113" y="9067"/>
                    <a:pt x="2347" y="9482"/>
                  </a:cubicBezTo>
                  <a:cubicBezTo>
                    <a:pt x="2126" y="9602"/>
                    <a:pt x="1879" y="9660"/>
                    <a:pt x="1638" y="9660"/>
                  </a:cubicBezTo>
                  <a:cubicBezTo>
                    <a:pt x="1069" y="9660"/>
                    <a:pt x="534" y="9335"/>
                    <a:pt x="454" y="8718"/>
                  </a:cubicBezTo>
                  <a:cubicBezTo>
                    <a:pt x="586" y="8512"/>
                    <a:pt x="813" y="8398"/>
                    <a:pt x="1034" y="8398"/>
                  </a:cubicBezTo>
                  <a:cubicBezTo>
                    <a:pt x="1263" y="8398"/>
                    <a:pt x="1485" y="8521"/>
                    <a:pt x="1588" y="8792"/>
                  </a:cubicBezTo>
                  <a:cubicBezTo>
                    <a:pt x="1605" y="8837"/>
                    <a:pt x="1644" y="8856"/>
                    <a:pt x="1685" y="8856"/>
                  </a:cubicBezTo>
                  <a:cubicBezTo>
                    <a:pt x="1756" y="8856"/>
                    <a:pt x="1832" y="8799"/>
                    <a:pt x="1809" y="8717"/>
                  </a:cubicBezTo>
                  <a:cubicBezTo>
                    <a:pt x="1699" y="8336"/>
                    <a:pt x="1354" y="8082"/>
                    <a:pt x="967" y="8082"/>
                  </a:cubicBezTo>
                  <a:cubicBezTo>
                    <a:pt x="903" y="8082"/>
                    <a:pt x="838" y="8089"/>
                    <a:pt x="773" y="8103"/>
                  </a:cubicBezTo>
                  <a:cubicBezTo>
                    <a:pt x="264" y="8216"/>
                    <a:pt x="1" y="8749"/>
                    <a:pt x="23" y="9237"/>
                  </a:cubicBezTo>
                  <a:cubicBezTo>
                    <a:pt x="30" y="9404"/>
                    <a:pt x="64" y="9556"/>
                    <a:pt x="117" y="9695"/>
                  </a:cubicBezTo>
                  <a:cubicBezTo>
                    <a:pt x="91" y="9716"/>
                    <a:pt x="74" y="9756"/>
                    <a:pt x="91" y="9795"/>
                  </a:cubicBezTo>
                  <a:cubicBezTo>
                    <a:pt x="519" y="10860"/>
                    <a:pt x="1737" y="11467"/>
                    <a:pt x="2822" y="11621"/>
                  </a:cubicBezTo>
                  <a:cubicBezTo>
                    <a:pt x="3035" y="11652"/>
                    <a:pt x="3250" y="11666"/>
                    <a:pt x="3464" y="11666"/>
                  </a:cubicBezTo>
                  <a:cubicBezTo>
                    <a:pt x="3746" y="11666"/>
                    <a:pt x="4027" y="11641"/>
                    <a:pt x="4306" y="11597"/>
                  </a:cubicBezTo>
                  <a:cubicBezTo>
                    <a:pt x="4320" y="11613"/>
                    <a:pt x="4340" y="11623"/>
                    <a:pt x="4361" y="11623"/>
                  </a:cubicBezTo>
                  <a:cubicBezTo>
                    <a:pt x="4380" y="11623"/>
                    <a:pt x="4399" y="11614"/>
                    <a:pt x="4411" y="11593"/>
                  </a:cubicBezTo>
                  <a:cubicBezTo>
                    <a:pt x="4412" y="11589"/>
                    <a:pt x="4417" y="11582"/>
                    <a:pt x="4419" y="11579"/>
                  </a:cubicBezTo>
                  <a:cubicBezTo>
                    <a:pt x="5280" y="11425"/>
                    <a:pt x="6119" y="11083"/>
                    <a:pt x="6872" y="10666"/>
                  </a:cubicBezTo>
                  <a:cubicBezTo>
                    <a:pt x="7716" y="10199"/>
                    <a:pt x="8487" y="9607"/>
                    <a:pt x="9168" y="8923"/>
                  </a:cubicBezTo>
                  <a:cubicBezTo>
                    <a:pt x="9177" y="8926"/>
                    <a:pt x="9186" y="8928"/>
                    <a:pt x="9196" y="8928"/>
                  </a:cubicBezTo>
                  <a:cubicBezTo>
                    <a:pt x="9228" y="8928"/>
                    <a:pt x="9259" y="8908"/>
                    <a:pt x="9264" y="8864"/>
                  </a:cubicBezTo>
                  <a:cubicBezTo>
                    <a:pt x="9266" y="8849"/>
                    <a:pt x="9266" y="8833"/>
                    <a:pt x="9269" y="8820"/>
                  </a:cubicBezTo>
                  <a:cubicBezTo>
                    <a:pt x="9858" y="8208"/>
                    <a:pt x="10375" y="7527"/>
                    <a:pt x="10803" y="6792"/>
                  </a:cubicBezTo>
                  <a:cubicBezTo>
                    <a:pt x="10805" y="6792"/>
                    <a:pt x="10808" y="6793"/>
                    <a:pt x="10810" y="6793"/>
                  </a:cubicBezTo>
                  <a:cubicBezTo>
                    <a:pt x="10846" y="6793"/>
                    <a:pt x="10878" y="6771"/>
                    <a:pt x="10881" y="6722"/>
                  </a:cubicBezTo>
                  <a:lnTo>
                    <a:pt x="10881" y="6656"/>
                  </a:lnTo>
                  <a:cubicBezTo>
                    <a:pt x="11148" y="6180"/>
                    <a:pt x="11380" y="5683"/>
                    <a:pt x="11570" y="5172"/>
                  </a:cubicBezTo>
                  <a:cubicBezTo>
                    <a:pt x="11811" y="4521"/>
                    <a:pt x="11974" y="3850"/>
                    <a:pt x="12084" y="3166"/>
                  </a:cubicBezTo>
                  <a:cubicBezTo>
                    <a:pt x="12223" y="2284"/>
                    <a:pt x="12313" y="1387"/>
                    <a:pt x="12850" y="643"/>
                  </a:cubicBezTo>
                  <a:cubicBezTo>
                    <a:pt x="12861" y="629"/>
                    <a:pt x="12866" y="615"/>
                    <a:pt x="12871" y="602"/>
                  </a:cubicBezTo>
                  <a:cubicBezTo>
                    <a:pt x="13159" y="454"/>
                    <a:pt x="13452" y="312"/>
                    <a:pt x="13750" y="171"/>
                  </a:cubicBezTo>
                  <a:cubicBezTo>
                    <a:pt x="13828" y="134"/>
                    <a:pt x="13794" y="1"/>
                    <a:pt x="13712" y="1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417;p33">
              <a:extLst>
                <a:ext uri="{FF2B5EF4-FFF2-40B4-BE49-F238E27FC236}">
                  <a16:creationId xmlns:a16="http://schemas.microsoft.com/office/drawing/2014/main" id="{F8FD6188-92F9-42D8-A714-78228AAFE9FB}"/>
                </a:ext>
              </a:extLst>
            </p:cNvPr>
            <p:cNvSpPr/>
            <p:nvPr/>
          </p:nvSpPr>
          <p:spPr>
            <a:xfrm rot="17506809">
              <a:off x="7004852" y="1693042"/>
              <a:ext cx="728908" cy="614944"/>
            </a:xfrm>
            <a:custGeom>
              <a:avLst/>
              <a:gdLst/>
              <a:ahLst/>
              <a:cxnLst/>
              <a:rect l="l" t="t" r="r" b="b"/>
              <a:pathLst>
                <a:path w="13828" h="11666" extrusionOk="0">
                  <a:moveTo>
                    <a:pt x="11902" y="622"/>
                  </a:moveTo>
                  <a:cubicBezTo>
                    <a:pt x="11993" y="622"/>
                    <a:pt x="12084" y="623"/>
                    <a:pt x="12176" y="626"/>
                  </a:cubicBezTo>
                  <a:cubicBezTo>
                    <a:pt x="11748" y="854"/>
                    <a:pt x="11336" y="1117"/>
                    <a:pt x="10943" y="1400"/>
                  </a:cubicBezTo>
                  <a:cubicBezTo>
                    <a:pt x="10565" y="1156"/>
                    <a:pt x="10148" y="999"/>
                    <a:pt x="9708" y="944"/>
                  </a:cubicBezTo>
                  <a:cubicBezTo>
                    <a:pt x="10413" y="725"/>
                    <a:pt x="11153" y="622"/>
                    <a:pt x="11902" y="622"/>
                  </a:cubicBezTo>
                  <a:close/>
                  <a:moveTo>
                    <a:pt x="9181" y="1132"/>
                  </a:moveTo>
                  <a:cubicBezTo>
                    <a:pt x="9191" y="1137"/>
                    <a:pt x="9204" y="1138"/>
                    <a:pt x="9215" y="1138"/>
                  </a:cubicBezTo>
                  <a:cubicBezTo>
                    <a:pt x="9219" y="1138"/>
                    <a:pt x="9223" y="1138"/>
                    <a:pt x="9227" y="1138"/>
                  </a:cubicBezTo>
                  <a:cubicBezTo>
                    <a:pt x="9787" y="1138"/>
                    <a:pt x="10315" y="1253"/>
                    <a:pt x="10812" y="1497"/>
                  </a:cubicBezTo>
                  <a:cubicBezTo>
                    <a:pt x="10488" y="1739"/>
                    <a:pt x="10174" y="1996"/>
                    <a:pt x="9880" y="2259"/>
                  </a:cubicBezTo>
                  <a:cubicBezTo>
                    <a:pt x="9845" y="2290"/>
                    <a:pt x="9811" y="2323"/>
                    <a:pt x="9777" y="2356"/>
                  </a:cubicBezTo>
                  <a:cubicBezTo>
                    <a:pt x="9795" y="2326"/>
                    <a:pt x="9795" y="2287"/>
                    <a:pt x="9762" y="2266"/>
                  </a:cubicBezTo>
                  <a:cubicBezTo>
                    <a:pt x="9330" y="1986"/>
                    <a:pt x="8732" y="1780"/>
                    <a:pt x="8170" y="1780"/>
                  </a:cubicBezTo>
                  <a:cubicBezTo>
                    <a:pt x="8094" y="1780"/>
                    <a:pt x="8019" y="1784"/>
                    <a:pt x="7945" y="1791"/>
                  </a:cubicBezTo>
                  <a:cubicBezTo>
                    <a:pt x="8337" y="1525"/>
                    <a:pt x="8749" y="1305"/>
                    <a:pt x="9181" y="1132"/>
                  </a:cubicBezTo>
                  <a:close/>
                  <a:moveTo>
                    <a:pt x="8294" y="2015"/>
                  </a:moveTo>
                  <a:cubicBezTo>
                    <a:pt x="8380" y="2015"/>
                    <a:pt x="8467" y="2019"/>
                    <a:pt x="8554" y="2030"/>
                  </a:cubicBezTo>
                  <a:cubicBezTo>
                    <a:pt x="8963" y="2079"/>
                    <a:pt x="9335" y="2210"/>
                    <a:pt x="9706" y="2382"/>
                  </a:cubicBezTo>
                  <a:cubicBezTo>
                    <a:pt x="9714" y="2386"/>
                    <a:pt x="9721" y="2388"/>
                    <a:pt x="9728" y="2388"/>
                  </a:cubicBezTo>
                  <a:cubicBezTo>
                    <a:pt x="9736" y="2388"/>
                    <a:pt x="9744" y="2385"/>
                    <a:pt x="9752" y="2382"/>
                  </a:cubicBezTo>
                  <a:lnTo>
                    <a:pt x="9752" y="2382"/>
                  </a:lnTo>
                  <a:cubicBezTo>
                    <a:pt x="9557" y="2562"/>
                    <a:pt x="9371" y="2750"/>
                    <a:pt x="9196" y="2942"/>
                  </a:cubicBezTo>
                  <a:cubicBezTo>
                    <a:pt x="9191" y="2914"/>
                    <a:pt x="9176" y="2889"/>
                    <a:pt x="9148" y="2875"/>
                  </a:cubicBezTo>
                  <a:cubicBezTo>
                    <a:pt x="8661" y="2622"/>
                    <a:pt x="8130" y="2482"/>
                    <a:pt x="7595" y="2482"/>
                  </a:cubicBezTo>
                  <a:cubicBezTo>
                    <a:pt x="7411" y="2482"/>
                    <a:pt x="7227" y="2498"/>
                    <a:pt x="7044" y="2533"/>
                  </a:cubicBezTo>
                  <a:cubicBezTo>
                    <a:pt x="7212" y="2366"/>
                    <a:pt x="7397" y="2209"/>
                    <a:pt x="7589" y="2056"/>
                  </a:cubicBezTo>
                  <a:cubicBezTo>
                    <a:pt x="7826" y="2047"/>
                    <a:pt x="8058" y="2015"/>
                    <a:pt x="8294" y="2015"/>
                  </a:cubicBezTo>
                  <a:close/>
                  <a:moveTo>
                    <a:pt x="12367" y="868"/>
                  </a:moveTo>
                  <a:cubicBezTo>
                    <a:pt x="12076" y="1395"/>
                    <a:pt x="11953" y="1991"/>
                    <a:pt x="11856" y="2596"/>
                  </a:cubicBezTo>
                  <a:cubicBezTo>
                    <a:pt x="11835" y="2729"/>
                    <a:pt x="11812" y="2860"/>
                    <a:pt x="11793" y="2991"/>
                  </a:cubicBezTo>
                  <a:cubicBezTo>
                    <a:pt x="11636" y="2513"/>
                    <a:pt x="11334" y="2078"/>
                    <a:pt x="10968" y="1739"/>
                  </a:cubicBezTo>
                  <a:cubicBezTo>
                    <a:pt x="11415" y="1423"/>
                    <a:pt x="11883" y="1133"/>
                    <a:pt x="12367" y="868"/>
                  </a:cubicBezTo>
                  <a:close/>
                  <a:moveTo>
                    <a:pt x="7606" y="2726"/>
                  </a:moveTo>
                  <a:cubicBezTo>
                    <a:pt x="8095" y="2726"/>
                    <a:pt x="8574" y="2832"/>
                    <a:pt x="9045" y="3069"/>
                  </a:cubicBezTo>
                  <a:cubicBezTo>
                    <a:pt x="9053" y="3073"/>
                    <a:pt x="9061" y="3076"/>
                    <a:pt x="9070" y="3078"/>
                  </a:cubicBezTo>
                  <a:cubicBezTo>
                    <a:pt x="8873" y="3295"/>
                    <a:pt x="8688" y="3521"/>
                    <a:pt x="8510" y="3752"/>
                  </a:cubicBezTo>
                  <a:lnTo>
                    <a:pt x="8500" y="3742"/>
                  </a:lnTo>
                  <a:cubicBezTo>
                    <a:pt x="8081" y="3488"/>
                    <a:pt x="7623" y="3369"/>
                    <a:pt x="7162" y="3369"/>
                  </a:cubicBezTo>
                  <a:cubicBezTo>
                    <a:pt x="6817" y="3369"/>
                    <a:pt x="6471" y="3435"/>
                    <a:pt x="6137" y="3562"/>
                  </a:cubicBezTo>
                  <a:cubicBezTo>
                    <a:pt x="6329" y="3307"/>
                    <a:pt x="6536" y="3061"/>
                    <a:pt x="6754" y="2826"/>
                  </a:cubicBezTo>
                  <a:cubicBezTo>
                    <a:pt x="7042" y="2761"/>
                    <a:pt x="7326" y="2726"/>
                    <a:pt x="7606" y="2726"/>
                  </a:cubicBezTo>
                  <a:close/>
                  <a:moveTo>
                    <a:pt x="7086" y="3587"/>
                  </a:moveTo>
                  <a:cubicBezTo>
                    <a:pt x="7532" y="3587"/>
                    <a:pt x="7976" y="3699"/>
                    <a:pt x="8399" y="3899"/>
                  </a:cubicBezTo>
                  <a:cubicBezTo>
                    <a:pt x="8191" y="4177"/>
                    <a:pt x="7990" y="4464"/>
                    <a:pt x="7800" y="4758"/>
                  </a:cubicBezTo>
                  <a:cubicBezTo>
                    <a:pt x="7790" y="4748"/>
                    <a:pt x="7780" y="4740"/>
                    <a:pt x="7765" y="4734"/>
                  </a:cubicBezTo>
                  <a:cubicBezTo>
                    <a:pt x="7219" y="4528"/>
                    <a:pt x="6648" y="4435"/>
                    <a:pt x="6072" y="4435"/>
                  </a:cubicBezTo>
                  <a:cubicBezTo>
                    <a:pt x="5891" y="4435"/>
                    <a:pt x="5709" y="4444"/>
                    <a:pt x="5527" y="4462"/>
                  </a:cubicBezTo>
                  <a:cubicBezTo>
                    <a:pt x="5661" y="4241"/>
                    <a:pt x="5802" y="4027"/>
                    <a:pt x="5951" y="3817"/>
                  </a:cubicBezTo>
                  <a:cubicBezTo>
                    <a:pt x="5961" y="3820"/>
                    <a:pt x="5972" y="3823"/>
                    <a:pt x="5983" y="3823"/>
                  </a:cubicBezTo>
                  <a:cubicBezTo>
                    <a:pt x="5994" y="3823"/>
                    <a:pt x="6005" y="3820"/>
                    <a:pt x="6018" y="3816"/>
                  </a:cubicBezTo>
                  <a:cubicBezTo>
                    <a:pt x="6368" y="3659"/>
                    <a:pt x="6728" y="3587"/>
                    <a:pt x="7086" y="3587"/>
                  </a:cubicBezTo>
                  <a:close/>
                  <a:moveTo>
                    <a:pt x="10762" y="1893"/>
                  </a:moveTo>
                  <a:cubicBezTo>
                    <a:pt x="11246" y="2333"/>
                    <a:pt x="11523" y="2855"/>
                    <a:pt x="11712" y="3456"/>
                  </a:cubicBezTo>
                  <a:cubicBezTo>
                    <a:pt x="11622" y="3932"/>
                    <a:pt x="11511" y="4405"/>
                    <a:pt x="11349" y="4871"/>
                  </a:cubicBezTo>
                  <a:cubicBezTo>
                    <a:pt x="11334" y="4905"/>
                    <a:pt x="11320" y="4941"/>
                    <a:pt x="11308" y="4977"/>
                  </a:cubicBezTo>
                  <a:cubicBezTo>
                    <a:pt x="11112" y="4046"/>
                    <a:pt x="10711" y="3145"/>
                    <a:pt x="10148" y="2382"/>
                  </a:cubicBezTo>
                  <a:cubicBezTo>
                    <a:pt x="10346" y="2210"/>
                    <a:pt x="10551" y="2048"/>
                    <a:pt x="10762" y="1893"/>
                  </a:cubicBezTo>
                  <a:close/>
                  <a:moveTo>
                    <a:pt x="6023" y="4652"/>
                  </a:moveTo>
                  <a:cubicBezTo>
                    <a:pt x="6592" y="4652"/>
                    <a:pt x="7146" y="4734"/>
                    <a:pt x="7711" y="4884"/>
                  </a:cubicBezTo>
                  <a:lnTo>
                    <a:pt x="7716" y="4884"/>
                  </a:lnTo>
                  <a:cubicBezTo>
                    <a:pt x="7638" y="5007"/>
                    <a:pt x="7561" y="5130"/>
                    <a:pt x="7486" y="5254"/>
                  </a:cubicBezTo>
                  <a:cubicBezTo>
                    <a:pt x="7489" y="5220"/>
                    <a:pt x="7472" y="5184"/>
                    <a:pt x="7430" y="5167"/>
                  </a:cubicBezTo>
                  <a:cubicBezTo>
                    <a:pt x="7004" y="5014"/>
                    <a:pt x="6566" y="4941"/>
                    <a:pt x="6125" y="4941"/>
                  </a:cubicBezTo>
                  <a:cubicBezTo>
                    <a:pt x="5814" y="4941"/>
                    <a:pt x="5500" y="4978"/>
                    <a:pt x="5190" y="5048"/>
                  </a:cubicBezTo>
                  <a:cubicBezTo>
                    <a:pt x="5257" y="4927"/>
                    <a:pt x="5325" y="4806"/>
                    <a:pt x="5394" y="4684"/>
                  </a:cubicBezTo>
                  <a:lnTo>
                    <a:pt x="5399" y="4684"/>
                  </a:lnTo>
                  <a:cubicBezTo>
                    <a:pt x="5610" y="4662"/>
                    <a:pt x="5817" y="4652"/>
                    <a:pt x="6023" y="4652"/>
                  </a:cubicBezTo>
                  <a:close/>
                  <a:moveTo>
                    <a:pt x="6110" y="5154"/>
                  </a:moveTo>
                  <a:cubicBezTo>
                    <a:pt x="6531" y="5154"/>
                    <a:pt x="6950" y="5217"/>
                    <a:pt x="7374" y="5334"/>
                  </a:cubicBezTo>
                  <a:cubicBezTo>
                    <a:pt x="7383" y="5336"/>
                    <a:pt x="7391" y="5337"/>
                    <a:pt x="7398" y="5337"/>
                  </a:cubicBezTo>
                  <a:cubicBezTo>
                    <a:pt x="7415" y="5337"/>
                    <a:pt x="7431" y="5333"/>
                    <a:pt x="7443" y="5326"/>
                  </a:cubicBezTo>
                  <a:lnTo>
                    <a:pt x="7443" y="5326"/>
                  </a:lnTo>
                  <a:cubicBezTo>
                    <a:pt x="7271" y="5607"/>
                    <a:pt x="7106" y="5894"/>
                    <a:pt x="6942" y="6182"/>
                  </a:cubicBezTo>
                  <a:cubicBezTo>
                    <a:pt x="6916" y="6229"/>
                    <a:pt x="6887" y="6278"/>
                    <a:pt x="6860" y="6327"/>
                  </a:cubicBezTo>
                  <a:cubicBezTo>
                    <a:pt x="6457" y="6131"/>
                    <a:pt x="5990" y="6017"/>
                    <a:pt x="5529" y="6017"/>
                  </a:cubicBezTo>
                  <a:cubicBezTo>
                    <a:pt x="5222" y="6017"/>
                    <a:pt x="4917" y="6067"/>
                    <a:pt x="4635" y="6179"/>
                  </a:cubicBezTo>
                  <a:cubicBezTo>
                    <a:pt x="4664" y="6108"/>
                    <a:pt x="4695" y="6038"/>
                    <a:pt x="4728" y="5969"/>
                  </a:cubicBezTo>
                  <a:cubicBezTo>
                    <a:pt x="4836" y="5737"/>
                    <a:pt x="4951" y="5506"/>
                    <a:pt x="5072" y="5277"/>
                  </a:cubicBezTo>
                  <a:cubicBezTo>
                    <a:pt x="5076" y="5277"/>
                    <a:pt x="5080" y="5278"/>
                    <a:pt x="5085" y="5278"/>
                  </a:cubicBezTo>
                  <a:cubicBezTo>
                    <a:pt x="5093" y="5278"/>
                    <a:pt x="5101" y="5277"/>
                    <a:pt x="5109" y="5274"/>
                  </a:cubicBezTo>
                  <a:cubicBezTo>
                    <a:pt x="5446" y="5193"/>
                    <a:pt x="5779" y="5154"/>
                    <a:pt x="6110" y="5154"/>
                  </a:cubicBezTo>
                  <a:close/>
                  <a:moveTo>
                    <a:pt x="5512" y="6265"/>
                  </a:moveTo>
                  <a:cubicBezTo>
                    <a:pt x="5932" y="6265"/>
                    <a:pt x="6337" y="6325"/>
                    <a:pt x="6775" y="6476"/>
                  </a:cubicBezTo>
                  <a:cubicBezTo>
                    <a:pt x="6581" y="6820"/>
                    <a:pt x="6383" y="7172"/>
                    <a:pt x="6170" y="7520"/>
                  </a:cubicBezTo>
                  <a:cubicBezTo>
                    <a:pt x="5751" y="7293"/>
                    <a:pt x="5247" y="7143"/>
                    <a:pt x="4754" y="7143"/>
                  </a:cubicBezTo>
                  <a:cubicBezTo>
                    <a:pt x="4577" y="7143"/>
                    <a:pt x="4401" y="7162"/>
                    <a:pt x="4231" y="7205"/>
                  </a:cubicBezTo>
                  <a:cubicBezTo>
                    <a:pt x="4349" y="6894"/>
                    <a:pt x="4461" y="6589"/>
                    <a:pt x="4581" y="6303"/>
                  </a:cubicBezTo>
                  <a:cubicBezTo>
                    <a:pt x="4596" y="6322"/>
                    <a:pt x="4618" y="6335"/>
                    <a:pt x="4643" y="6335"/>
                  </a:cubicBezTo>
                  <a:cubicBezTo>
                    <a:pt x="4646" y="6335"/>
                    <a:pt x="4648" y="6334"/>
                    <a:pt x="4651" y="6334"/>
                  </a:cubicBezTo>
                  <a:cubicBezTo>
                    <a:pt x="4954" y="6291"/>
                    <a:pt x="5237" y="6265"/>
                    <a:pt x="5512" y="6265"/>
                  </a:cubicBezTo>
                  <a:close/>
                  <a:moveTo>
                    <a:pt x="9975" y="2533"/>
                  </a:moveTo>
                  <a:cubicBezTo>
                    <a:pt x="10501" y="3392"/>
                    <a:pt x="10911" y="4262"/>
                    <a:pt x="11218" y="5216"/>
                  </a:cubicBezTo>
                  <a:cubicBezTo>
                    <a:pt x="11104" y="5508"/>
                    <a:pt x="10976" y="5792"/>
                    <a:pt x="10837" y="6071"/>
                  </a:cubicBezTo>
                  <a:cubicBezTo>
                    <a:pt x="10696" y="4999"/>
                    <a:pt x="10156" y="4022"/>
                    <a:pt x="9317" y="3315"/>
                  </a:cubicBezTo>
                  <a:cubicBezTo>
                    <a:pt x="9298" y="3299"/>
                    <a:pt x="9280" y="3292"/>
                    <a:pt x="9262" y="3292"/>
                  </a:cubicBezTo>
                  <a:cubicBezTo>
                    <a:pt x="9188" y="3292"/>
                    <a:pt x="9133" y="3409"/>
                    <a:pt x="9207" y="3475"/>
                  </a:cubicBezTo>
                  <a:cubicBezTo>
                    <a:pt x="10058" y="4220"/>
                    <a:pt x="10572" y="5239"/>
                    <a:pt x="10695" y="6345"/>
                  </a:cubicBezTo>
                  <a:cubicBezTo>
                    <a:pt x="10475" y="6753"/>
                    <a:pt x="10230" y="7146"/>
                    <a:pt x="9958" y="7520"/>
                  </a:cubicBezTo>
                  <a:cubicBezTo>
                    <a:pt x="9994" y="6375"/>
                    <a:pt x="9269" y="5048"/>
                    <a:pt x="8458" y="4374"/>
                  </a:cubicBezTo>
                  <a:cubicBezTo>
                    <a:pt x="8445" y="4362"/>
                    <a:pt x="8430" y="4358"/>
                    <a:pt x="8416" y="4358"/>
                  </a:cubicBezTo>
                  <a:cubicBezTo>
                    <a:pt x="8405" y="4358"/>
                    <a:pt x="8394" y="4360"/>
                    <a:pt x="8384" y="4365"/>
                  </a:cubicBezTo>
                  <a:cubicBezTo>
                    <a:pt x="8636" y="3997"/>
                    <a:pt x="8906" y="3639"/>
                    <a:pt x="9209" y="3302"/>
                  </a:cubicBezTo>
                  <a:cubicBezTo>
                    <a:pt x="9454" y="3028"/>
                    <a:pt x="9709" y="2773"/>
                    <a:pt x="9975" y="2533"/>
                  </a:cubicBezTo>
                  <a:close/>
                  <a:moveTo>
                    <a:pt x="8330" y="4442"/>
                  </a:moveTo>
                  <a:lnTo>
                    <a:pt x="8330" y="4442"/>
                  </a:lnTo>
                  <a:cubicBezTo>
                    <a:pt x="8328" y="4460"/>
                    <a:pt x="8333" y="4478"/>
                    <a:pt x="8348" y="4495"/>
                  </a:cubicBezTo>
                  <a:cubicBezTo>
                    <a:pt x="8782" y="4992"/>
                    <a:pt x="9160" y="5499"/>
                    <a:pt x="9412" y="6115"/>
                  </a:cubicBezTo>
                  <a:cubicBezTo>
                    <a:pt x="9641" y="6671"/>
                    <a:pt x="9665" y="7216"/>
                    <a:pt x="9754" y="7786"/>
                  </a:cubicBezTo>
                  <a:cubicBezTo>
                    <a:pt x="9608" y="7980"/>
                    <a:pt x="9454" y="8165"/>
                    <a:pt x="9294" y="8342"/>
                  </a:cubicBezTo>
                  <a:cubicBezTo>
                    <a:pt x="9313" y="7154"/>
                    <a:pt x="8939" y="5745"/>
                    <a:pt x="8107" y="4946"/>
                  </a:cubicBezTo>
                  <a:cubicBezTo>
                    <a:pt x="8088" y="4929"/>
                    <a:pt x="8066" y="4923"/>
                    <a:pt x="8045" y="4923"/>
                  </a:cubicBezTo>
                  <a:cubicBezTo>
                    <a:pt x="8036" y="4923"/>
                    <a:pt x="8026" y="4924"/>
                    <a:pt x="8017" y="4927"/>
                  </a:cubicBezTo>
                  <a:cubicBezTo>
                    <a:pt x="8119" y="4763"/>
                    <a:pt x="8224" y="4601"/>
                    <a:pt x="8330" y="4442"/>
                  </a:cubicBezTo>
                  <a:close/>
                  <a:moveTo>
                    <a:pt x="4654" y="7393"/>
                  </a:moveTo>
                  <a:cubicBezTo>
                    <a:pt x="5138" y="7393"/>
                    <a:pt x="5588" y="7461"/>
                    <a:pt x="6067" y="7687"/>
                  </a:cubicBezTo>
                  <a:cubicBezTo>
                    <a:pt x="5887" y="7974"/>
                    <a:pt x="5697" y="8255"/>
                    <a:pt x="5494" y="8522"/>
                  </a:cubicBezTo>
                  <a:cubicBezTo>
                    <a:pt x="5486" y="8519"/>
                    <a:pt x="5478" y="8512"/>
                    <a:pt x="5469" y="8509"/>
                  </a:cubicBezTo>
                  <a:cubicBezTo>
                    <a:pt x="5110" y="8359"/>
                    <a:pt x="4734" y="8293"/>
                    <a:pt x="4355" y="8293"/>
                  </a:cubicBezTo>
                  <a:cubicBezTo>
                    <a:pt x="4148" y="8293"/>
                    <a:pt x="3940" y="8313"/>
                    <a:pt x="3733" y="8348"/>
                  </a:cubicBezTo>
                  <a:cubicBezTo>
                    <a:pt x="3889" y="8047"/>
                    <a:pt x="4025" y="7732"/>
                    <a:pt x="4151" y="7412"/>
                  </a:cubicBezTo>
                  <a:cubicBezTo>
                    <a:pt x="4324" y="7400"/>
                    <a:pt x="4491" y="7393"/>
                    <a:pt x="4654" y="7393"/>
                  </a:cubicBezTo>
                  <a:close/>
                  <a:moveTo>
                    <a:pt x="4223" y="8516"/>
                  </a:moveTo>
                  <a:cubicBezTo>
                    <a:pt x="4608" y="8516"/>
                    <a:pt x="4987" y="8579"/>
                    <a:pt x="5371" y="8682"/>
                  </a:cubicBezTo>
                  <a:cubicBezTo>
                    <a:pt x="5286" y="8790"/>
                    <a:pt x="5196" y="8895"/>
                    <a:pt x="5106" y="8996"/>
                  </a:cubicBezTo>
                  <a:cubicBezTo>
                    <a:pt x="4769" y="8865"/>
                    <a:pt x="4416" y="8805"/>
                    <a:pt x="4059" y="8805"/>
                  </a:cubicBezTo>
                  <a:cubicBezTo>
                    <a:pt x="3848" y="8805"/>
                    <a:pt x="3635" y="8826"/>
                    <a:pt x="3424" y="8866"/>
                  </a:cubicBezTo>
                  <a:cubicBezTo>
                    <a:pt x="3489" y="8772"/>
                    <a:pt x="3552" y="8672"/>
                    <a:pt x="3610" y="8571"/>
                  </a:cubicBezTo>
                  <a:cubicBezTo>
                    <a:pt x="3818" y="8533"/>
                    <a:pt x="4021" y="8516"/>
                    <a:pt x="4223" y="8516"/>
                  </a:cubicBezTo>
                  <a:close/>
                  <a:moveTo>
                    <a:pt x="7962" y="5015"/>
                  </a:moveTo>
                  <a:cubicBezTo>
                    <a:pt x="7963" y="5023"/>
                    <a:pt x="7963" y="5031"/>
                    <a:pt x="7968" y="5040"/>
                  </a:cubicBezTo>
                  <a:cubicBezTo>
                    <a:pt x="8271" y="5650"/>
                    <a:pt x="8643" y="6187"/>
                    <a:pt x="8844" y="6851"/>
                  </a:cubicBezTo>
                  <a:cubicBezTo>
                    <a:pt x="9011" y="7406"/>
                    <a:pt x="9083" y="7970"/>
                    <a:pt x="9106" y="8543"/>
                  </a:cubicBezTo>
                  <a:cubicBezTo>
                    <a:pt x="9048" y="8609"/>
                    <a:pt x="8988" y="8669"/>
                    <a:pt x="8927" y="8731"/>
                  </a:cubicBezTo>
                  <a:cubicBezTo>
                    <a:pt x="8726" y="8934"/>
                    <a:pt x="8513" y="9126"/>
                    <a:pt x="8296" y="9314"/>
                  </a:cubicBezTo>
                  <a:cubicBezTo>
                    <a:pt x="8355" y="8301"/>
                    <a:pt x="7978" y="7324"/>
                    <a:pt x="7266" y="6583"/>
                  </a:cubicBezTo>
                  <a:cubicBezTo>
                    <a:pt x="7244" y="6560"/>
                    <a:pt x="7218" y="6550"/>
                    <a:pt x="7192" y="6550"/>
                  </a:cubicBezTo>
                  <a:cubicBezTo>
                    <a:pt x="7113" y="6550"/>
                    <a:pt x="7041" y="6643"/>
                    <a:pt x="7109" y="6720"/>
                  </a:cubicBezTo>
                  <a:cubicBezTo>
                    <a:pt x="7782" y="7489"/>
                    <a:pt x="8119" y="8448"/>
                    <a:pt x="8119" y="9460"/>
                  </a:cubicBezTo>
                  <a:cubicBezTo>
                    <a:pt x="7703" y="9798"/>
                    <a:pt x="7258" y="10108"/>
                    <a:pt x="6792" y="10376"/>
                  </a:cubicBezTo>
                  <a:cubicBezTo>
                    <a:pt x="7171" y="9430"/>
                    <a:pt x="7078" y="8334"/>
                    <a:pt x="6554" y="7457"/>
                  </a:cubicBezTo>
                  <a:cubicBezTo>
                    <a:pt x="7036" y="6648"/>
                    <a:pt x="7471" y="5814"/>
                    <a:pt x="7962" y="5015"/>
                  </a:cubicBezTo>
                  <a:close/>
                  <a:moveTo>
                    <a:pt x="4077" y="8984"/>
                  </a:moveTo>
                  <a:cubicBezTo>
                    <a:pt x="4388" y="8984"/>
                    <a:pt x="4694" y="9029"/>
                    <a:pt x="5003" y="9108"/>
                  </a:cubicBezTo>
                  <a:cubicBezTo>
                    <a:pt x="4599" y="9540"/>
                    <a:pt x="4141" y="9910"/>
                    <a:pt x="3601" y="10171"/>
                  </a:cubicBezTo>
                  <a:cubicBezTo>
                    <a:pt x="3388" y="10273"/>
                    <a:pt x="3159" y="10358"/>
                    <a:pt x="2918" y="10415"/>
                  </a:cubicBezTo>
                  <a:cubicBezTo>
                    <a:pt x="2938" y="10399"/>
                    <a:pt x="2949" y="10376"/>
                    <a:pt x="2946" y="10345"/>
                  </a:cubicBezTo>
                  <a:cubicBezTo>
                    <a:pt x="2907" y="10075"/>
                    <a:pt x="2742" y="9854"/>
                    <a:pt x="2514" y="9731"/>
                  </a:cubicBezTo>
                  <a:cubicBezTo>
                    <a:pt x="2841" y="9545"/>
                    <a:pt x="3108" y="9289"/>
                    <a:pt x="3332" y="8993"/>
                  </a:cubicBezTo>
                  <a:cubicBezTo>
                    <a:pt x="3345" y="9027"/>
                    <a:pt x="3372" y="9052"/>
                    <a:pt x="3412" y="9052"/>
                  </a:cubicBezTo>
                  <a:cubicBezTo>
                    <a:pt x="3419" y="9052"/>
                    <a:pt x="3425" y="9052"/>
                    <a:pt x="3432" y="9050"/>
                  </a:cubicBezTo>
                  <a:cubicBezTo>
                    <a:pt x="3651" y="9005"/>
                    <a:pt x="3865" y="8984"/>
                    <a:pt x="4077" y="8984"/>
                  </a:cubicBezTo>
                  <a:close/>
                  <a:moveTo>
                    <a:pt x="328" y="9168"/>
                  </a:moveTo>
                  <a:lnTo>
                    <a:pt x="328" y="9168"/>
                  </a:lnTo>
                  <a:cubicBezTo>
                    <a:pt x="423" y="9419"/>
                    <a:pt x="611" y="9633"/>
                    <a:pt x="861" y="9787"/>
                  </a:cubicBezTo>
                  <a:cubicBezTo>
                    <a:pt x="958" y="9846"/>
                    <a:pt x="1059" y="9892"/>
                    <a:pt x="1164" y="9923"/>
                  </a:cubicBezTo>
                  <a:cubicBezTo>
                    <a:pt x="1231" y="9988"/>
                    <a:pt x="1310" y="10050"/>
                    <a:pt x="1369" y="10122"/>
                  </a:cubicBezTo>
                  <a:cubicBezTo>
                    <a:pt x="1449" y="10214"/>
                    <a:pt x="1509" y="10315"/>
                    <a:pt x="1557" y="10427"/>
                  </a:cubicBezTo>
                  <a:cubicBezTo>
                    <a:pt x="1334" y="10368"/>
                    <a:pt x="1120" y="10276"/>
                    <a:pt x="923" y="10142"/>
                  </a:cubicBezTo>
                  <a:cubicBezTo>
                    <a:pt x="593" y="9919"/>
                    <a:pt x="331" y="9564"/>
                    <a:pt x="328" y="9168"/>
                  </a:cubicBezTo>
                  <a:close/>
                  <a:moveTo>
                    <a:pt x="2306" y="9836"/>
                  </a:moveTo>
                  <a:cubicBezTo>
                    <a:pt x="2548" y="9913"/>
                    <a:pt x="2742" y="10124"/>
                    <a:pt x="2794" y="10376"/>
                  </a:cubicBezTo>
                  <a:cubicBezTo>
                    <a:pt x="2800" y="10409"/>
                    <a:pt x="2823" y="10425"/>
                    <a:pt x="2846" y="10430"/>
                  </a:cubicBezTo>
                  <a:cubicBezTo>
                    <a:pt x="2630" y="10478"/>
                    <a:pt x="2409" y="10505"/>
                    <a:pt x="2190" y="10505"/>
                  </a:cubicBezTo>
                  <a:cubicBezTo>
                    <a:pt x="2030" y="10505"/>
                    <a:pt x="1870" y="10491"/>
                    <a:pt x="1714" y="10461"/>
                  </a:cubicBezTo>
                  <a:lnTo>
                    <a:pt x="1714" y="10456"/>
                  </a:lnTo>
                  <a:cubicBezTo>
                    <a:pt x="1670" y="10309"/>
                    <a:pt x="1590" y="10129"/>
                    <a:pt x="1477" y="9983"/>
                  </a:cubicBezTo>
                  <a:lnTo>
                    <a:pt x="1477" y="9983"/>
                  </a:lnTo>
                  <a:cubicBezTo>
                    <a:pt x="1518" y="9987"/>
                    <a:pt x="1559" y="9988"/>
                    <a:pt x="1600" y="9988"/>
                  </a:cubicBezTo>
                  <a:cubicBezTo>
                    <a:pt x="1840" y="9988"/>
                    <a:pt x="2080" y="9932"/>
                    <a:pt x="2306" y="9836"/>
                  </a:cubicBezTo>
                  <a:close/>
                  <a:moveTo>
                    <a:pt x="6430" y="7666"/>
                  </a:moveTo>
                  <a:cubicBezTo>
                    <a:pt x="6833" y="8538"/>
                    <a:pt x="6906" y="9458"/>
                    <a:pt x="6661" y="10402"/>
                  </a:cubicBezTo>
                  <a:cubicBezTo>
                    <a:pt x="6656" y="10420"/>
                    <a:pt x="6659" y="10435"/>
                    <a:pt x="6664" y="10448"/>
                  </a:cubicBezTo>
                  <a:cubicBezTo>
                    <a:pt x="6489" y="10543"/>
                    <a:pt x="6311" y="10638"/>
                    <a:pt x="6129" y="10721"/>
                  </a:cubicBezTo>
                  <a:cubicBezTo>
                    <a:pt x="6365" y="9954"/>
                    <a:pt x="6317" y="9126"/>
                    <a:pt x="5952" y="8396"/>
                  </a:cubicBezTo>
                  <a:cubicBezTo>
                    <a:pt x="6100" y="8185"/>
                    <a:pt x="6242" y="7972"/>
                    <a:pt x="6373" y="7759"/>
                  </a:cubicBezTo>
                  <a:cubicBezTo>
                    <a:pt x="6391" y="7728"/>
                    <a:pt x="6409" y="7699"/>
                    <a:pt x="6430" y="7666"/>
                  </a:cubicBezTo>
                  <a:close/>
                  <a:moveTo>
                    <a:pt x="1040" y="10571"/>
                  </a:moveTo>
                  <a:lnTo>
                    <a:pt x="1040" y="10571"/>
                  </a:lnTo>
                  <a:cubicBezTo>
                    <a:pt x="1311" y="10685"/>
                    <a:pt x="1614" y="10754"/>
                    <a:pt x="1915" y="10783"/>
                  </a:cubicBezTo>
                  <a:cubicBezTo>
                    <a:pt x="1905" y="10792"/>
                    <a:pt x="1894" y="10801"/>
                    <a:pt x="1882" y="10810"/>
                  </a:cubicBezTo>
                  <a:cubicBezTo>
                    <a:pt x="1815" y="10867"/>
                    <a:pt x="1750" y="10927"/>
                    <a:pt x="1681" y="10988"/>
                  </a:cubicBezTo>
                  <a:cubicBezTo>
                    <a:pt x="1450" y="10870"/>
                    <a:pt x="1238" y="10731"/>
                    <a:pt x="1040" y="10571"/>
                  </a:cubicBezTo>
                  <a:close/>
                  <a:moveTo>
                    <a:pt x="5811" y="8600"/>
                  </a:moveTo>
                  <a:cubicBezTo>
                    <a:pt x="6064" y="9338"/>
                    <a:pt x="6100" y="10081"/>
                    <a:pt x="5883" y="10834"/>
                  </a:cubicBezTo>
                  <a:cubicBezTo>
                    <a:pt x="5532" y="10981"/>
                    <a:pt x="5173" y="11106"/>
                    <a:pt x="4807" y="11201"/>
                  </a:cubicBezTo>
                  <a:cubicBezTo>
                    <a:pt x="4731" y="11220"/>
                    <a:pt x="4655" y="11237"/>
                    <a:pt x="4578" y="11255"/>
                  </a:cubicBezTo>
                  <a:cubicBezTo>
                    <a:pt x="4774" y="10810"/>
                    <a:pt x="4869" y="10302"/>
                    <a:pt x="4758" y="9829"/>
                  </a:cubicBezTo>
                  <a:cubicBezTo>
                    <a:pt x="4754" y="9811"/>
                    <a:pt x="4745" y="9798"/>
                    <a:pt x="4731" y="9790"/>
                  </a:cubicBezTo>
                  <a:cubicBezTo>
                    <a:pt x="5134" y="9443"/>
                    <a:pt x="5492" y="9032"/>
                    <a:pt x="5811" y="8600"/>
                  </a:cubicBezTo>
                  <a:close/>
                  <a:moveTo>
                    <a:pt x="3519" y="10551"/>
                  </a:moveTo>
                  <a:cubicBezTo>
                    <a:pt x="3489" y="10693"/>
                    <a:pt x="3468" y="10836"/>
                    <a:pt x="3406" y="10973"/>
                  </a:cubicBezTo>
                  <a:cubicBezTo>
                    <a:pt x="3337" y="11124"/>
                    <a:pt x="3236" y="11258"/>
                    <a:pt x="3118" y="11373"/>
                  </a:cubicBezTo>
                  <a:cubicBezTo>
                    <a:pt x="2797" y="11348"/>
                    <a:pt x="2478" y="11291"/>
                    <a:pt x="2169" y="11189"/>
                  </a:cubicBezTo>
                  <a:cubicBezTo>
                    <a:pt x="2061" y="11155"/>
                    <a:pt x="1956" y="11114"/>
                    <a:pt x="1853" y="11070"/>
                  </a:cubicBezTo>
                  <a:cubicBezTo>
                    <a:pt x="1899" y="11031"/>
                    <a:pt x="1940" y="10990"/>
                    <a:pt x="1979" y="10959"/>
                  </a:cubicBezTo>
                  <a:cubicBezTo>
                    <a:pt x="2041" y="10908"/>
                    <a:pt x="2112" y="10857"/>
                    <a:pt x="2177" y="10801"/>
                  </a:cubicBezTo>
                  <a:cubicBezTo>
                    <a:pt x="2208" y="10802"/>
                    <a:pt x="2240" y="10803"/>
                    <a:pt x="2271" y="10803"/>
                  </a:cubicBezTo>
                  <a:cubicBezTo>
                    <a:pt x="2549" y="10803"/>
                    <a:pt x="2817" y="10770"/>
                    <a:pt x="3048" y="10711"/>
                  </a:cubicBezTo>
                  <a:cubicBezTo>
                    <a:pt x="3211" y="10669"/>
                    <a:pt x="3367" y="10615"/>
                    <a:pt x="3519" y="10551"/>
                  </a:cubicBezTo>
                  <a:close/>
                  <a:moveTo>
                    <a:pt x="4633" y="9872"/>
                  </a:moveTo>
                  <a:lnTo>
                    <a:pt x="4633" y="9872"/>
                  </a:lnTo>
                  <a:cubicBezTo>
                    <a:pt x="4571" y="10366"/>
                    <a:pt x="4519" y="10829"/>
                    <a:pt x="4371" y="11299"/>
                  </a:cubicBezTo>
                  <a:cubicBezTo>
                    <a:pt x="4067" y="11352"/>
                    <a:pt x="3756" y="11384"/>
                    <a:pt x="3447" y="11384"/>
                  </a:cubicBezTo>
                  <a:cubicBezTo>
                    <a:pt x="3412" y="11384"/>
                    <a:pt x="3377" y="11383"/>
                    <a:pt x="3342" y="11382"/>
                  </a:cubicBezTo>
                  <a:cubicBezTo>
                    <a:pt x="3584" y="11140"/>
                    <a:pt x="3758" y="10793"/>
                    <a:pt x="3694" y="10474"/>
                  </a:cubicBezTo>
                  <a:cubicBezTo>
                    <a:pt x="4033" y="10317"/>
                    <a:pt x="4345" y="10109"/>
                    <a:pt x="4633" y="9872"/>
                  </a:cubicBezTo>
                  <a:close/>
                  <a:moveTo>
                    <a:pt x="13712" y="1"/>
                  </a:moveTo>
                  <a:cubicBezTo>
                    <a:pt x="13705" y="1"/>
                    <a:pt x="13697" y="2"/>
                    <a:pt x="13689" y="4"/>
                  </a:cubicBezTo>
                  <a:cubicBezTo>
                    <a:pt x="13346" y="103"/>
                    <a:pt x="13009" y="230"/>
                    <a:pt x="12678" y="379"/>
                  </a:cubicBezTo>
                  <a:cubicBezTo>
                    <a:pt x="12658" y="364"/>
                    <a:pt x="12635" y="355"/>
                    <a:pt x="12608" y="351"/>
                  </a:cubicBezTo>
                  <a:cubicBezTo>
                    <a:pt x="12316" y="313"/>
                    <a:pt x="12028" y="294"/>
                    <a:pt x="11742" y="294"/>
                  </a:cubicBezTo>
                  <a:cubicBezTo>
                    <a:pt x="9264" y="294"/>
                    <a:pt x="7031" y="1701"/>
                    <a:pt x="5630" y="3742"/>
                  </a:cubicBezTo>
                  <a:cubicBezTo>
                    <a:pt x="4844" y="4886"/>
                    <a:pt x="4286" y="6161"/>
                    <a:pt x="3771" y="7442"/>
                  </a:cubicBezTo>
                  <a:cubicBezTo>
                    <a:pt x="3462" y="8209"/>
                    <a:pt x="3113" y="9067"/>
                    <a:pt x="2347" y="9482"/>
                  </a:cubicBezTo>
                  <a:cubicBezTo>
                    <a:pt x="2126" y="9602"/>
                    <a:pt x="1879" y="9660"/>
                    <a:pt x="1638" y="9660"/>
                  </a:cubicBezTo>
                  <a:cubicBezTo>
                    <a:pt x="1069" y="9660"/>
                    <a:pt x="534" y="9335"/>
                    <a:pt x="454" y="8718"/>
                  </a:cubicBezTo>
                  <a:cubicBezTo>
                    <a:pt x="586" y="8512"/>
                    <a:pt x="813" y="8398"/>
                    <a:pt x="1034" y="8398"/>
                  </a:cubicBezTo>
                  <a:cubicBezTo>
                    <a:pt x="1263" y="8398"/>
                    <a:pt x="1485" y="8521"/>
                    <a:pt x="1588" y="8792"/>
                  </a:cubicBezTo>
                  <a:cubicBezTo>
                    <a:pt x="1605" y="8837"/>
                    <a:pt x="1644" y="8856"/>
                    <a:pt x="1685" y="8856"/>
                  </a:cubicBezTo>
                  <a:cubicBezTo>
                    <a:pt x="1756" y="8856"/>
                    <a:pt x="1832" y="8799"/>
                    <a:pt x="1809" y="8717"/>
                  </a:cubicBezTo>
                  <a:cubicBezTo>
                    <a:pt x="1699" y="8336"/>
                    <a:pt x="1354" y="8082"/>
                    <a:pt x="967" y="8082"/>
                  </a:cubicBezTo>
                  <a:cubicBezTo>
                    <a:pt x="903" y="8082"/>
                    <a:pt x="838" y="8089"/>
                    <a:pt x="773" y="8103"/>
                  </a:cubicBezTo>
                  <a:cubicBezTo>
                    <a:pt x="264" y="8216"/>
                    <a:pt x="1" y="8749"/>
                    <a:pt x="23" y="9237"/>
                  </a:cubicBezTo>
                  <a:cubicBezTo>
                    <a:pt x="30" y="9404"/>
                    <a:pt x="64" y="9556"/>
                    <a:pt x="117" y="9695"/>
                  </a:cubicBezTo>
                  <a:cubicBezTo>
                    <a:pt x="91" y="9716"/>
                    <a:pt x="74" y="9756"/>
                    <a:pt x="91" y="9795"/>
                  </a:cubicBezTo>
                  <a:cubicBezTo>
                    <a:pt x="519" y="10860"/>
                    <a:pt x="1737" y="11467"/>
                    <a:pt x="2822" y="11621"/>
                  </a:cubicBezTo>
                  <a:cubicBezTo>
                    <a:pt x="3035" y="11652"/>
                    <a:pt x="3250" y="11666"/>
                    <a:pt x="3464" y="11666"/>
                  </a:cubicBezTo>
                  <a:cubicBezTo>
                    <a:pt x="3746" y="11666"/>
                    <a:pt x="4027" y="11641"/>
                    <a:pt x="4306" y="11597"/>
                  </a:cubicBezTo>
                  <a:cubicBezTo>
                    <a:pt x="4320" y="11613"/>
                    <a:pt x="4340" y="11623"/>
                    <a:pt x="4361" y="11623"/>
                  </a:cubicBezTo>
                  <a:cubicBezTo>
                    <a:pt x="4380" y="11623"/>
                    <a:pt x="4399" y="11614"/>
                    <a:pt x="4411" y="11593"/>
                  </a:cubicBezTo>
                  <a:cubicBezTo>
                    <a:pt x="4412" y="11589"/>
                    <a:pt x="4417" y="11582"/>
                    <a:pt x="4419" y="11579"/>
                  </a:cubicBezTo>
                  <a:cubicBezTo>
                    <a:pt x="5280" y="11425"/>
                    <a:pt x="6119" y="11083"/>
                    <a:pt x="6872" y="10666"/>
                  </a:cubicBezTo>
                  <a:cubicBezTo>
                    <a:pt x="7716" y="10199"/>
                    <a:pt x="8487" y="9607"/>
                    <a:pt x="9168" y="8923"/>
                  </a:cubicBezTo>
                  <a:cubicBezTo>
                    <a:pt x="9177" y="8926"/>
                    <a:pt x="9186" y="8928"/>
                    <a:pt x="9196" y="8928"/>
                  </a:cubicBezTo>
                  <a:cubicBezTo>
                    <a:pt x="9228" y="8928"/>
                    <a:pt x="9259" y="8908"/>
                    <a:pt x="9264" y="8864"/>
                  </a:cubicBezTo>
                  <a:cubicBezTo>
                    <a:pt x="9266" y="8849"/>
                    <a:pt x="9266" y="8833"/>
                    <a:pt x="9269" y="8820"/>
                  </a:cubicBezTo>
                  <a:cubicBezTo>
                    <a:pt x="9858" y="8208"/>
                    <a:pt x="10375" y="7527"/>
                    <a:pt x="10803" y="6792"/>
                  </a:cubicBezTo>
                  <a:cubicBezTo>
                    <a:pt x="10805" y="6792"/>
                    <a:pt x="10808" y="6793"/>
                    <a:pt x="10810" y="6793"/>
                  </a:cubicBezTo>
                  <a:cubicBezTo>
                    <a:pt x="10846" y="6793"/>
                    <a:pt x="10878" y="6771"/>
                    <a:pt x="10881" y="6722"/>
                  </a:cubicBezTo>
                  <a:lnTo>
                    <a:pt x="10881" y="6656"/>
                  </a:lnTo>
                  <a:cubicBezTo>
                    <a:pt x="11148" y="6180"/>
                    <a:pt x="11380" y="5683"/>
                    <a:pt x="11570" y="5172"/>
                  </a:cubicBezTo>
                  <a:cubicBezTo>
                    <a:pt x="11811" y="4521"/>
                    <a:pt x="11974" y="3850"/>
                    <a:pt x="12084" y="3166"/>
                  </a:cubicBezTo>
                  <a:cubicBezTo>
                    <a:pt x="12223" y="2284"/>
                    <a:pt x="12313" y="1387"/>
                    <a:pt x="12850" y="643"/>
                  </a:cubicBezTo>
                  <a:cubicBezTo>
                    <a:pt x="12861" y="629"/>
                    <a:pt x="12866" y="615"/>
                    <a:pt x="12871" y="602"/>
                  </a:cubicBezTo>
                  <a:cubicBezTo>
                    <a:pt x="13159" y="454"/>
                    <a:pt x="13452" y="312"/>
                    <a:pt x="13750" y="171"/>
                  </a:cubicBezTo>
                  <a:cubicBezTo>
                    <a:pt x="13828" y="134"/>
                    <a:pt x="13794" y="1"/>
                    <a:pt x="13712" y="1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2EFEAE5B-6EA5-40FF-BFA9-391CC346C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8574" y="2260926"/>
            <a:ext cx="5506852" cy="1484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881794"/>
      </p:ext>
    </p:extLst>
  </p:cSld>
  <p:clrMapOvr>
    <a:masterClrMapping/>
  </p:clrMapOvr>
</p:sld>
</file>

<file path=ppt/theme/theme1.xml><?xml version="1.0" encoding="utf-8"?>
<a:theme xmlns:a="http://schemas.openxmlformats.org/drawingml/2006/main" name="Mative Lesson Plan by Slidesgo">
  <a:themeElements>
    <a:clrScheme name="Simple Light">
      <a:dk1>
        <a:srgbClr val="202020"/>
      </a:dk1>
      <a:lt1>
        <a:srgbClr val="FFFFFF"/>
      </a:lt1>
      <a:dk2>
        <a:srgbClr val="595959"/>
      </a:dk2>
      <a:lt2>
        <a:srgbClr val="EEEEEE"/>
      </a:lt2>
      <a:accent1>
        <a:srgbClr val="FAF0AF"/>
      </a:accent1>
      <a:accent2>
        <a:srgbClr val="FFF08D"/>
      </a:accent2>
      <a:accent3>
        <a:srgbClr val="FAC2C2"/>
      </a:accent3>
      <a:accent4>
        <a:srgbClr val="D38888"/>
      </a:accent4>
      <a:accent5>
        <a:srgbClr val="CDE8EE"/>
      </a:accent5>
      <a:accent6>
        <a:srgbClr val="6FC5D8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733</TotalTime>
  <Words>145</Words>
  <Application>Microsoft Office PowerPoint</Application>
  <PresentationFormat>On-screen Show (16:9)</PresentationFormat>
  <Paragraphs>47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Courier New</vt:lpstr>
      <vt:lpstr>Pathway Gothic One</vt:lpstr>
      <vt:lpstr>Wingdings</vt:lpstr>
      <vt:lpstr>Bebas Neue</vt:lpstr>
      <vt:lpstr>Arial</vt:lpstr>
      <vt:lpstr>Nunito</vt:lpstr>
      <vt:lpstr>Mative Lesson Plan by Slidesgo</vt:lpstr>
      <vt:lpstr>  DESIGNING A NETWORK</vt:lpstr>
      <vt:lpstr>TOPOLOGY</vt:lpstr>
      <vt:lpstr>BACKGROUND/SCENARIO</vt:lpstr>
      <vt:lpstr>BACKGROUND/SCENARIO</vt:lpstr>
      <vt:lpstr>BACKGROUND/SCENARIO</vt:lpstr>
      <vt:lpstr>BACKGROUND/SCENARIO</vt:lpstr>
      <vt:lpstr>BACKGROUND/SCENARIO</vt:lpstr>
      <vt:lpstr>BACKGROUND/SCENARIO</vt:lpstr>
      <vt:lpstr>ADDRESSING TABLE</vt:lpstr>
      <vt:lpstr>ADDRESSING TABLE</vt:lpstr>
      <vt:lpstr>ADDRESSING TABLE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 METHODS/SOLUTIONS  in Solving Feedback Systems</dc:title>
  <dc:creator>yannah</dc:creator>
  <cp:lastModifiedBy>YANNAH NICOLE A. SAN JUAN</cp:lastModifiedBy>
  <cp:revision>60</cp:revision>
  <dcterms:modified xsi:type="dcterms:W3CDTF">2021-02-15T10:07:33Z</dcterms:modified>
</cp:coreProperties>
</file>